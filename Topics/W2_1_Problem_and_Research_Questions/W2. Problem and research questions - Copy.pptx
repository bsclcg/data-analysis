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2"/>
  </p:notesMasterIdLst>
  <p:sldIdLst>
    <p:sldId id="320" r:id="rId3"/>
    <p:sldId id="602" r:id="rId4"/>
    <p:sldId id="357" r:id="rId5"/>
    <p:sldId id="314" r:id="rId6"/>
    <p:sldId id="358" r:id="rId7"/>
    <p:sldId id="603" r:id="rId8"/>
    <p:sldId id="345" r:id="rId9"/>
    <p:sldId id="312" r:id="rId10"/>
    <p:sldId id="604" r:id="rId11"/>
    <p:sldId id="362" r:id="rId12"/>
    <p:sldId id="606" r:id="rId13"/>
    <p:sldId id="607" r:id="rId14"/>
    <p:sldId id="608" r:id="rId15"/>
    <p:sldId id="609" r:id="rId16"/>
    <p:sldId id="610" r:id="rId17"/>
    <p:sldId id="611" r:id="rId18"/>
    <p:sldId id="612" r:id="rId19"/>
    <p:sldId id="613" r:id="rId20"/>
    <p:sldId id="61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FDCF6D6-2FF0-4A0E-A435-E5E98CD49DE9}">
          <p14:sldIdLst>
            <p14:sldId id="320"/>
          </p14:sldIdLst>
        </p14:section>
        <p14:section name="02.00.How to start your approach to research" id="{F4FD878F-9468-4C90-B9AD-05E8140C8066}">
          <p14:sldIdLst>
            <p14:sldId id="602"/>
            <p14:sldId id="357"/>
            <p14:sldId id="314"/>
            <p14:sldId id="358"/>
            <p14:sldId id="603"/>
            <p14:sldId id="345"/>
            <p14:sldId id="312"/>
            <p14:sldId id="604"/>
            <p14:sldId id="362"/>
          </p14:sldIdLst>
        </p14:section>
        <p14:section name="02.02. Vogt questions for research designs" id="{4ED48E83-2E22-459F-91B8-15361E1EF4D9}">
          <p14:sldIdLst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FFFF"/>
    <a:srgbClr val="EA2123"/>
    <a:srgbClr val="F22D1C"/>
    <a:srgbClr val="DF102C"/>
    <a:srgbClr val="FF7C80"/>
    <a:srgbClr val="FF5050"/>
    <a:srgbClr val="711D1A"/>
    <a:srgbClr val="FDE5D0"/>
    <a:srgbClr val="F266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06BCD2-DB02-EEC5-48AD-5AEAE1EAE515}" v="2" dt="2026-02-09T01:00:54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ana Camila Cubillos Chirva" userId="S::daiana.cubillos@est.uexternado.edu.co::60b2a824-9806-4f6a-b41f-1ff9929dfa7b" providerId="AD" clId="Web-{9F06BCD2-DB02-EEC5-48AD-5AEAE1EAE515}"/>
    <pc:docChg chg="modSld">
      <pc:chgData name="Daiana Camila Cubillos Chirva" userId="S::daiana.cubillos@est.uexternado.edu.co::60b2a824-9806-4f6a-b41f-1ff9929dfa7b" providerId="AD" clId="Web-{9F06BCD2-DB02-EEC5-48AD-5AEAE1EAE515}" dt="2026-02-09T01:00:54.276" v="1"/>
      <pc:docMkLst>
        <pc:docMk/>
      </pc:docMkLst>
      <pc:sldChg chg="mod modShow">
        <pc:chgData name="Daiana Camila Cubillos Chirva" userId="S::daiana.cubillos@est.uexternado.edu.co::60b2a824-9806-4f6a-b41f-1ff9929dfa7b" providerId="AD" clId="Web-{9F06BCD2-DB02-EEC5-48AD-5AEAE1EAE515}" dt="2026-02-09T01:00:54.276" v="1"/>
        <pc:sldMkLst>
          <pc:docMk/>
          <pc:sldMk cId="1621188839" sldId="320"/>
        </pc:sldMkLst>
      </pc:sldChg>
    </pc:docChg>
  </pc:docChgLst>
  <pc:docChgLst>
    <pc:chgData name="Luis Carlos Guevara Hernandez" userId="946bcc4c-b146-4724-978c-751fab731e0a" providerId="ADAL" clId="{8D45B6E4-1233-4CBF-9F60-0793E96FE6AE}"/>
    <pc:docChg chg="undo custSel addSld delSld modSld sldOrd addSection delSection modSection">
      <pc:chgData name="Luis Carlos Guevara Hernandez" userId="946bcc4c-b146-4724-978c-751fab731e0a" providerId="ADAL" clId="{8D45B6E4-1233-4CBF-9F60-0793E96FE6AE}" dt="2026-02-02T17:28:56.823" v="1743" actId="20577"/>
      <pc:docMkLst>
        <pc:docMk/>
      </pc:docMkLst>
      <pc:sldChg chg="modSp add del mod modTransition">
        <pc:chgData name="Luis Carlos Guevara Hernandez" userId="946bcc4c-b146-4724-978c-751fab731e0a" providerId="ADAL" clId="{8D45B6E4-1233-4CBF-9F60-0793E96FE6AE}" dt="2026-02-02T15:27:21.570" v="1701"/>
        <pc:sldMkLst>
          <pc:docMk/>
          <pc:sldMk cId="3677335769" sldId="312"/>
        </pc:sldMkLst>
        <pc:spChg chg="mod">
          <ac:chgData name="Luis Carlos Guevara Hernandez" userId="946bcc4c-b146-4724-978c-751fab731e0a" providerId="ADAL" clId="{8D45B6E4-1233-4CBF-9F60-0793E96FE6AE}" dt="2026-01-26T14:55:24.926" v="1509" actId="1076"/>
          <ac:spMkLst>
            <pc:docMk/>
            <pc:sldMk cId="3677335769" sldId="312"/>
            <ac:spMk id="2" creationId="{DE7198A7-971B-B2EA-2104-4FE2597F18C2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677335769" sldId="312"/>
            <ac:spMk id="7" creationId="{E6A80B91-F904-D05B-04D7-D39A8A0981BA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677335769" sldId="312"/>
            <ac:spMk id="25" creationId="{E21635F4-97DA-588C-F2E6-A18325B041CE}"/>
          </ac:spMkLst>
        </pc:spChg>
        <pc:spChg chg="mod">
          <ac:chgData name="Luis Carlos Guevara Hernandez" userId="946bcc4c-b146-4724-978c-751fab731e0a" providerId="ADAL" clId="{8D45B6E4-1233-4CBF-9F60-0793E96FE6AE}" dt="2026-01-26T14:32:30.445" v="1427" actId="1076"/>
          <ac:spMkLst>
            <pc:docMk/>
            <pc:sldMk cId="3677335769" sldId="312"/>
            <ac:spMk id="29" creationId="{26652BBE-B809-0680-6130-191127E3B67D}"/>
          </ac:spMkLst>
        </pc:spChg>
      </pc:sldChg>
      <pc:sldChg chg="addSp delSp modSp mod delAnim modAnim">
        <pc:chgData name="Luis Carlos Guevara Hernandez" userId="946bcc4c-b146-4724-978c-751fab731e0a" providerId="ADAL" clId="{8D45B6E4-1233-4CBF-9F60-0793E96FE6AE}" dt="2026-02-02T15:26:08.210" v="1683"/>
        <pc:sldMkLst>
          <pc:docMk/>
          <pc:sldMk cId="3474460075" sldId="314"/>
        </pc:sldMkLst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2" creationId="{00782CD8-6A5B-16AB-A469-AE26F378D85D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3" creationId="{FB000E9C-2F43-68E8-DE22-235CA5E0403E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4" creationId="{BBFC3384-F681-0A01-22E5-F569BD7EDB9C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8" creationId="{9FF7025A-2199-0420-7A4B-82366E95303F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9" creationId="{48076313-AD6F-D8F7-8376-E4496947AE1D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10" creationId="{3D15C099-652B-3ABD-D44F-BAEEBDEA96DC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15" creationId="{C2BF0C3B-2A79-9439-4DAF-281EE2CBACC8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3474460075" sldId="314"/>
            <ac:spMk id="19" creationId="{B125D834-864D-1C0D-22A9-3C3AE48CE2E7}"/>
          </ac:spMkLst>
        </pc:spChg>
      </pc:sldChg>
      <pc:sldChg chg="modSp mod">
        <pc:chgData name="Luis Carlos Guevara Hernandez" userId="946bcc4c-b146-4724-978c-751fab731e0a" providerId="ADAL" clId="{8D45B6E4-1233-4CBF-9F60-0793E96FE6AE}" dt="2026-01-26T14:11:06.535" v="1117" actId="790"/>
        <pc:sldMkLst>
          <pc:docMk/>
          <pc:sldMk cId="1621188839" sldId="320"/>
        </pc:sldMkLst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3" creationId="{D4097998-24A6-E58B-7427-10108A76C4DB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4" creationId="{C3D85BBE-6A3C-76BC-1E4E-4633B31CBE9B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5" creationId="{31BF3657-58D6-DBBE-F1CE-E5426413E8A5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9" creationId="{5666C288-8C3D-F6F4-52D9-66CA6570B7E9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10" creationId="{A8BC9B29-8E8B-E72B-CDF0-B164A72AA9EA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16" creationId="{FAE1E167-E5FC-5136-BA5F-036AD5F1438E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17" creationId="{6082B1AA-2EB1-99B4-4581-9B66D039E6F6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18" creationId="{F8E4C797-F63C-9B00-DFDE-05C361538F50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19" creationId="{B46CE886-DF80-E6D9-2F50-B3620DC12149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1621188839" sldId="320"/>
            <ac:spMk id="21" creationId="{35758066-8FBA-CB7E-D1F0-6013F158284B}"/>
          </ac:spMkLst>
        </pc:spChg>
      </pc:sldChg>
      <pc:sldChg chg="addSp delSp modSp add del mod ord delAnim modAnim">
        <pc:chgData name="Luis Carlos Guevara Hernandez" userId="946bcc4c-b146-4724-978c-751fab731e0a" providerId="ADAL" clId="{8D45B6E4-1233-4CBF-9F60-0793E96FE6AE}" dt="2026-02-02T15:27:08.195" v="1700"/>
        <pc:sldMkLst>
          <pc:docMk/>
          <pc:sldMk cId="2085883168" sldId="345"/>
        </pc:sldMkLst>
        <pc:spChg chg="mod">
          <ac:chgData name="Luis Carlos Guevara Hernandez" userId="946bcc4c-b146-4724-978c-751fab731e0a" providerId="ADAL" clId="{8D45B6E4-1233-4CBF-9F60-0793E96FE6AE}" dt="2026-01-26T13:39:44.582" v="190" actId="790"/>
          <ac:spMkLst>
            <pc:docMk/>
            <pc:sldMk cId="2085883168" sldId="345"/>
            <ac:spMk id="4" creationId="{D42E3176-703F-2008-EC39-C880B5F62857}"/>
          </ac:spMkLst>
        </pc:spChg>
        <pc:spChg chg="mod">
          <ac:chgData name="Luis Carlos Guevara Hernandez" userId="946bcc4c-b146-4724-978c-751fab731e0a" providerId="ADAL" clId="{8D45B6E4-1233-4CBF-9F60-0793E96FE6AE}" dt="2026-01-26T13:39:44.582" v="190" actId="790"/>
          <ac:spMkLst>
            <pc:docMk/>
            <pc:sldMk cId="2085883168" sldId="345"/>
            <ac:spMk id="6" creationId="{0D02C997-95DE-F2FB-3053-AA1B849C0F55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7" creationId="{A87A676C-2FF7-88EC-90E1-5909B616659C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9" creationId="{2BA77873-7CED-938D-63E7-58251C2BCED1}"/>
          </ac:spMkLst>
        </pc:spChg>
        <pc:spChg chg="mod">
          <ac:chgData name="Luis Carlos Guevara Hernandez" userId="946bcc4c-b146-4724-978c-751fab731e0a" providerId="ADAL" clId="{8D45B6E4-1233-4CBF-9F60-0793E96FE6AE}" dt="2026-01-26T13:39:44.582" v="190" actId="790"/>
          <ac:spMkLst>
            <pc:docMk/>
            <pc:sldMk cId="2085883168" sldId="345"/>
            <ac:spMk id="11" creationId="{F0A923F0-A0F0-CACD-42A4-DCFA2E3F7FA4}"/>
          </ac:spMkLst>
        </pc:spChg>
        <pc:spChg chg="add mod">
          <ac:chgData name="Luis Carlos Guevara Hernandez" userId="946bcc4c-b146-4724-978c-751fab731e0a" providerId="ADAL" clId="{8D45B6E4-1233-4CBF-9F60-0793E96FE6AE}" dt="2026-01-26T14:04:09.046" v="1008" actId="1038"/>
          <ac:spMkLst>
            <pc:docMk/>
            <pc:sldMk cId="2085883168" sldId="345"/>
            <ac:spMk id="12" creationId="{2989295D-4482-30A3-AD46-630DA7BF4EF8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13" creationId="{C7850E82-B7D7-BD6E-582D-694BD6CEB24A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14" creationId="{65B98D20-D9FB-3EA7-034A-28C0CA8C994D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19" creationId="{B7122056-D4E3-DB1E-8849-602458B63610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24" creationId="{E1B17B49-D889-83B5-0275-DB2EC04E7524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25" creationId="{9D25A36C-0DBC-B0E4-D205-E01F98129ABE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29" creationId="{0AB6C1D0-B98A-4B76-AB23-BA450C1883EB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35" creationId="{80BE7A47-14CB-B1E7-8433-4271F2A61F59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085883168" sldId="345"/>
            <ac:spMk id="36" creationId="{9569DCE4-5C4A-CA86-3376-36A7C6FEA6B0}"/>
          </ac:spMkLst>
        </pc:spChg>
        <pc:cxnChg chg="add mod">
          <ac:chgData name="Luis Carlos Guevara Hernandez" userId="946bcc4c-b146-4724-978c-751fab731e0a" providerId="ADAL" clId="{8D45B6E4-1233-4CBF-9F60-0793E96FE6AE}" dt="2026-01-26T14:04:09.046" v="1008" actId="1038"/>
          <ac:cxnSpMkLst>
            <pc:docMk/>
            <pc:sldMk cId="2085883168" sldId="345"/>
            <ac:cxnSpMk id="16" creationId="{7B050AD9-95C6-092A-ADCC-A4EB4B597713}"/>
          </ac:cxnSpMkLst>
        </pc:cxnChg>
        <pc:cxnChg chg="add mod">
          <ac:chgData name="Luis Carlos Guevara Hernandez" userId="946bcc4c-b146-4724-978c-751fab731e0a" providerId="ADAL" clId="{8D45B6E4-1233-4CBF-9F60-0793E96FE6AE}" dt="2026-01-26T14:00:06.795" v="711" actId="1076"/>
          <ac:cxnSpMkLst>
            <pc:docMk/>
            <pc:sldMk cId="2085883168" sldId="345"/>
            <ac:cxnSpMk id="21" creationId="{E09DC8E1-15BC-324A-E966-53B679463EDC}"/>
          </ac:cxnSpMkLst>
        </pc:cxnChg>
        <pc:cxnChg chg="add mod">
          <ac:chgData name="Luis Carlos Guevara Hernandez" userId="946bcc4c-b146-4724-978c-751fab731e0a" providerId="ADAL" clId="{8D45B6E4-1233-4CBF-9F60-0793E96FE6AE}" dt="2026-01-26T14:03:58.873" v="973" actId="1076"/>
          <ac:cxnSpMkLst>
            <pc:docMk/>
            <pc:sldMk cId="2085883168" sldId="345"/>
            <ac:cxnSpMk id="30" creationId="{DBA57B53-3A2F-BE46-C78A-70FB77982FA4}"/>
          </ac:cxnSpMkLst>
        </pc:cxnChg>
      </pc:sldChg>
      <pc:sldChg chg="addSp delSp modSp add del mod setBg delAnim modAnim">
        <pc:chgData name="Luis Carlos Guevara Hernandez" userId="946bcc4c-b146-4724-978c-751fab731e0a" providerId="ADAL" clId="{8D45B6E4-1233-4CBF-9F60-0793E96FE6AE}" dt="2026-02-02T15:25:36.950" v="1679"/>
        <pc:sldMkLst>
          <pc:docMk/>
          <pc:sldMk cId="2707476695" sldId="357"/>
        </pc:sldMkLst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4" creationId="{2F17A1BE-1277-DA7F-5466-EB7367EE0136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7" creationId="{8F8B7CA7-7297-DD62-BEF9-CCE4BEE51982}"/>
          </ac:spMkLst>
        </pc:spChg>
        <pc:spChg chg="mod">
          <ac:chgData name="Luis Carlos Guevara Hernandez" userId="946bcc4c-b146-4724-978c-751fab731e0a" providerId="ADAL" clId="{8D45B6E4-1233-4CBF-9F60-0793E96FE6AE}" dt="2026-01-26T13:46:27.834" v="372" actId="1035"/>
          <ac:spMkLst>
            <pc:docMk/>
            <pc:sldMk cId="2707476695" sldId="357"/>
            <ac:spMk id="8" creationId="{564E502A-2DCC-4242-A153-297221BD11C4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25" creationId="{96F6967E-0918-ACD2-43C1-3FD5824D4EA6}"/>
          </ac:spMkLst>
        </pc:spChg>
        <pc:spChg chg="mod">
          <ac:chgData name="Luis Carlos Guevara Hernandez" userId="946bcc4c-b146-4724-978c-751fab731e0a" providerId="ADAL" clId="{8D45B6E4-1233-4CBF-9F60-0793E96FE6AE}" dt="2026-01-26T13:46:27.834" v="372" actId="1035"/>
          <ac:spMkLst>
            <pc:docMk/>
            <pc:sldMk cId="2707476695" sldId="357"/>
            <ac:spMk id="32" creationId="{E0D1CBDA-557A-7B45-4281-8177B12A4F17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36" creationId="{9C4027DE-9A5C-AB99-98E4-ECC525DBBE61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39" creationId="{B390ED84-73E7-5048-C205-382F8E418AA3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41" creationId="{E81D45B3-CD8E-567A-8C17-4211A9109521}"/>
          </ac:spMkLst>
        </pc:spChg>
        <pc:spChg chg="mod">
          <ac:chgData name="Luis Carlos Guevara Hernandez" userId="946bcc4c-b146-4724-978c-751fab731e0a" providerId="ADAL" clId="{8D45B6E4-1233-4CBF-9F60-0793E96FE6AE}" dt="2026-01-26T13:40:32.993" v="255"/>
          <ac:spMkLst>
            <pc:docMk/>
            <pc:sldMk cId="2707476695" sldId="357"/>
            <ac:spMk id="47" creationId="{1940BDCC-F7AD-C3F3-C780-77AF01D14748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48" creationId="{5F89659B-ECD5-F675-0855-2731AC9090F8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63" creationId="{CBEF8548-FD43-16F5-DD18-806A675E3B1F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67" creationId="{EB8C6C18-2E28-E267-6A2C-AF3352759558}"/>
          </ac:spMkLst>
        </pc:spChg>
        <pc:spChg chg="add mod">
          <ac:chgData name="Luis Carlos Guevara Hernandez" userId="946bcc4c-b146-4724-978c-751fab731e0a" providerId="ADAL" clId="{8D45B6E4-1233-4CBF-9F60-0793E96FE6AE}" dt="2026-01-26T13:46:15.101" v="348"/>
          <ac:spMkLst>
            <pc:docMk/>
            <pc:sldMk cId="2707476695" sldId="357"/>
            <ac:spMk id="70" creationId="{87D11DF6-B01D-A008-A983-3070DF5F5E12}"/>
          </ac:spMkLst>
        </pc:spChg>
        <pc:spChg chg="mod">
          <ac:chgData name="Luis Carlos Guevara Hernandez" userId="946bcc4c-b146-4724-978c-751fab731e0a" providerId="ADAL" clId="{8D45B6E4-1233-4CBF-9F60-0793E96FE6AE}" dt="2026-01-26T13:42:46.689" v="308" actId="108"/>
          <ac:spMkLst>
            <pc:docMk/>
            <pc:sldMk cId="2707476695" sldId="357"/>
            <ac:spMk id="74" creationId="{D720B48D-C26A-754B-2511-C0F32EA45EC2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707476695" sldId="357"/>
            <ac:spMk id="75" creationId="{D18AF9D5-DF90-CC6E-706E-F9D1B953781A}"/>
          </ac:spMkLst>
        </pc:spChg>
        <pc:cxnChg chg="mod">
          <ac:chgData name="Luis Carlos Guevara Hernandez" userId="946bcc4c-b146-4724-978c-751fab731e0a" providerId="ADAL" clId="{8D45B6E4-1233-4CBF-9F60-0793E96FE6AE}" dt="2026-01-26T13:40:55.274" v="284" actId="1076"/>
          <ac:cxnSpMkLst>
            <pc:docMk/>
            <pc:sldMk cId="2707476695" sldId="357"/>
            <ac:cxnSpMk id="19" creationId="{276A6B37-56D5-9BF4-D9A7-4AEB8252D70B}"/>
          </ac:cxnSpMkLst>
        </pc:cxnChg>
        <pc:cxnChg chg="mod">
          <ac:chgData name="Luis Carlos Guevara Hernandez" userId="946bcc4c-b146-4724-978c-751fab731e0a" providerId="ADAL" clId="{8D45B6E4-1233-4CBF-9F60-0793E96FE6AE}" dt="2026-01-26T13:39:57.003" v="201" actId="20577"/>
          <ac:cxnSpMkLst>
            <pc:docMk/>
            <pc:sldMk cId="2707476695" sldId="357"/>
            <ac:cxnSpMk id="23" creationId="{7845065E-6739-8AD8-920F-79120CDF67AF}"/>
          </ac:cxnSpMkLst>
        </pc:cxnChg>
        <pc:cxnChg chg="mod">
          <ac:chgData name="Luis Carlos Guevara Hernandez" userId="946bcc4c-b146-4724-978c-751fab731e0a" providerId="ADAL" clId="{8D45B6E4-1233-4CBF-9F60-0793E96FE6AE}" dt="2026-01-26T13:41:24.095" v="290" actId="14100"/>
          <ac:cxnSpMkLst>
            <pc:docMk/>
            <pc:sldMk cId="2707476695" sldId="357"/>
            <ac:cxnSpMk id="33" creationId="{FA688729-7AFA-8000-57D9-A23C20901609}"/>
          </ac:cxnSpMkLst>
        </pc:cxnChg>
        <pc:cxnChg chg="add mod">
          <ac:chgData name="Luis Carlos Guevara Hernandez" userId="946bcc4c-b146-4724-978c-751fab731e0a" providerId="ADAL" clId="{8D45B6E4-1233-4CBF-9F60-0793E96FE6AE}" dt="2026-01-26T13:42:37.810" v="307" actId="14100"/>
          <ac:cxnSpMkLst>
            <pc:docMk/>
            <pc:sldMk cId="2707476695" sldId="357"/>
            <ac:cxnSpMk id="35" creationId="{C7C1C7B6-9E8F-E060-9423-9CD7360256F2}"/>
          </ac:cxnSpMkLst>
        </pc:cxnChg>
        <pc:cxnChg chg="mod">
          <ac:chgData name="Luis Carlos Guevara Hernandez" userId="946bcc4c-b146-4724-978c-751fab731e0a" providerId="ADAL" clId="{8D45B6E4-1233-4CBF-9F60-0793E96FE6AE}" dt="2026-01-26T13:41:28.589" v="291" actId="14100"/>
          <ac:cxnSpMkLst>
            <pc:docMk/>
            <pc:sldMk cId="2707476695" sldId="357"/>
            <ac:cxnSpMk id="40" creationId="{433666A0-8DCA-E62E-D3CB-ABBA4ECD1766}"/>
          </ac:cxnSpMkLst>
        </pc:cxnChg>
        <pc:cxnChg chg="mod">
          <ac:chgData name="Luis Carlos Guevara Hernandez" userId="946bcc4c-b146-4724-978c-751fab731e0a" providerId="ADAL" clId="{8D45B6E4-1233-4CBF-9F60-0793E96FE6AE}" dt="2026-01-26T13:41:28.589" v="291" actId="14100"/>
          <ac:cxnSpMkLst>
            <pc:docMk/>
            <pc:sldMk cId="2707476695" sldId="357"/>
            <ac:cxnSpMk id="42" creationId="{A7016BA4-8F82-23D9-F8A5-B3F38FEA42C2}"/>
          </ac:cxnSpMkLst>
        </pc:cxnChg>
        <pc:cxnChg chg="mod">
          <ac:chgData name="Luis Carlos Guevara Hernandez" userId="946bcc4c-b146-4724-978c-751fab731e0a" providerId="ADAL" clId="{8D45B6E4-1233-4CBF-9F60-0793E96FE6AE}" dt="2026-01-26T13:43:10.563" v="317" actId="14100"/>
          <ac:cxnSpMkLst>
            <pc:docMk/>
            <pc:sldMk cId="2707476695" sldId="357"/>
            <ac:cxnSpMk id="50" creationId="{832E2922-8344-969D-D48E-C68715DF90FC}"/>
          </ac:cxnSpMkLst>
        </pc:cxnChg>
        <pc:cxnChg chg="mod">
          <ac:chgData name="Luis Carlos Guevara Hernandez" userId="946bcc4c-b146-4724-978c-751fab731e0a" providerId="ADAL" clId="{8D45B6E4-1233-4CBF-9F60-0793E96FE6AE}" dt="2026-01-26T13:43:10.877" v="318" actId="14100"/>
          <ac:cxnSpMkLst>
            <pc:docMk/>
            <pc:sldMk cId="2707476695" sldId="357"/>
            <ac:cxnSpMk id="51" creationId="{CCCCCC5F-3303-7B09-D4F7-301FEB83B283}"/>
          </ac:cxnSpMkLst>
        </pc:cxnChg>
        <pc:cxnChg chg="mod">
          <ac:chgData name="Luis Carlos Guevara Hernandez" userId="946bcc4c-b146-4724-978c-751fab731e0a" providerId="ADAL" clId="{8D45B6E4-1233-4CBF-9F60-0793E96FE6AE}" dt="2026-01-26T13:43:10.248" v="316" actId="14100"/>
          <ac:cxnSpMkLst>
            <pc:docMk/>
            <pc:sldMk cId="2707476695" sldId="357"/>
            <ac:cxnSpMk id="54" creationId="{8C3013D6-34BE-1663-8FE6-5EBE40AA6908}"/>
          </ac:cxnSpMkLst>
        </pc:cxnChg>
        <pc:cxnChg chg="add mod">
          <ac:chgData name="Luis Carlos Guevara Hernandez" userId="946bcc4c-b146-4724-978c-751fab731e0a" providerId="ADAL" clId="{8D45B6E4-1233-4CBF-9F60-0793E96FE6AE}" dt="2026-01-26T13:45:33.709" v="337" actId="14100"/>
          <ac:cxnSpMkLst>
            <pc:docMk/>
            <pc:sldMk cId="2707476695" sldId="357"/>
            <ac:cxnSpMk id="56" creationId="{AB28B405-0ACA-A75B-8E6F-4DBCDAA21164}"/>
          </ac:cxnSpMkLst>
        </pc:cxnChg>
        <pc:cxnChg chg="add mod">
          <ac:chgData name="Luis Carlos Guevara Hernandez" userId="946bcc4c-b146-4724-978c-751fab731e0a" providerId="ADAL" clId="{8D45B6E4-1233-4CBF-9F60-0793E96FE6AE}" dt="2026-01-26T13:46:03.784" v="345" actId="14100"/>
          <ac:cxnSpMkLst>
            <pc:docMk/>
            <pc:sldMk cId="2707476695" sldId="357"/>
            <ac:cxnSpMk id="65" creationId="{E5B050BB-2E2E-BC50-9C63-67AEDD864146}"/>
          </ac:cxnSpMkLst>
        </pc:cxnChg>
        <pc:cxnChg chg="mod">
          <ac:chgData name="Luis Carlos Guevara Hernandez" userId="946bcc4c-b146-4724-978c-751fab731e0a" providerId="ADAL" clId="{8D45B6E4-1233-4CBF-9F60-0793E96FE6AE}" dt="2026-01-26T13:39:57.003" v="201" actId="20577"/>
          <ac:cxnSpMkLst>
            <pc:docMk/>
            <pc:sldMk cId="2707476695" sldId="357"/>
            <ac:cxnSpMk id="71" creationId="{6BC0D8C3-E68C-DBE5-4B03-7C465DFBBFC9}"/>
          </ac:cxnSpMkLst>
        </pc:cxnChg>
      </pc:sldChg>
      <pc:sldChg chg="addSp delSp modSp add mod delAnim modAnim">
        <pc:chgData name="Luis Carlos Guevara Hernandez" userId="946bcc4c-b146-4724-978c-751fab731e0a" providerId="ADAL" clId="{8D45B6E4-1233-4CBF-9F60-0793E96FE6AE}" dt="2026-02-02T15:26:30.094" v="1685"/>
        <pc:sldMkLst>
          <pc:docMk/>
          <pc:sldMk cId="2689044548" sldId="358"/>
        </pc:sldMkLst>
        <pc:spChg chg="mod">
          <ac:chgData name="Luis Carlos Guevara Hernandez" userId="946bcc4c-b146-4724-978c-751fab731e0a" providerId="ADAL" clId="{8D45B6E4-1233-4CBF-9F60-0793E96FE6AE}" dt="2026-01-26T14:11:51.448" v="1126" actId="122"/>
          <ac:spMkLst>
            <pc:docMk/>
            <pc:sldMk cId="2689044548" sldId="358"/>
            <ac:spMk id="3" creationId="{7D192D2E-0C0A-700B-46C6-22A869C135FF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689044548" sldId="358"/>
            <ac:spMk id="4" creationId="{6FCCE261-42C9-AA25-2774-6312CF8C513E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689044548" sldId="358"/>
            <ac:spMk id="5" creationId="{0EE48D3E-371B-1229-A017-D0EC9A9DF696}"/>
          </ac:spMkLst>
        </pc:spChg>
        <pc:spChg chg="mod">
          <ac:chgData name="Luis Carlos Guevara Hernandez" userId="946bcc4c-b146-4724-978c-751fab731e0a" providerId="ADAL" clId="{8D45B6E4-1233-4CBF-9F60-0793E96FE6AE}" dt="2026-01-26T14:11:12.088" v="1118" actId="403"/>
          <ac:spMkLst>
            <pc:docMk/>
            <pc:sldMk cId="2689044548" sldId="358"/>
            <ac:spMk id="6" creationId="{9C7780CB-381A-F50C-D6D2-272D672CA8F3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689044548" sldId="358"/>
            <ac:spMk id="7" creationId="{AFCDC42A-A613-12E9-1694-B7DD9EEF79A8}"/>
          </ac:spMkLst>
        </pc:spChg>
        <pc:spChg chg="mod">
          <ac:chgData name="Luis Carlos Guevara Hernandez" userId="946bcc4c-b146-4724-978c-751fab731e0a" providerId="ADAL" clId="{8D45B6E4-1233-4CBF-9F60-0793E96FE6AE}" dt="2026-01-26T14:11:56.824" v="1127" actId="1076"/>
          <ac:spMkLst>
            <pc:docMk/>
            <pc:sldMk cId="2689044548" sldId="358"/>
            <ac:spMk id="8" creationId="{12D698D4-1213-4DBB-6351-68EF1285A403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689044548" sldId="358"/>
            <ac:spMk id="9" creationId="{45E47DF7-DFA8-2D7B-3AE1-4D6929BEAFA6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689044548" sldId="358"/>
            <ac:spMk id="10" creationId="{4B56D1AC-A2F1-D160-1C12-24D25BF64E63}"/>
          </ac:spMkLst>
        </pc:spChg>
        <pc:spChg chg="mod">
          <ac:chgData name="Luis Carlos Guevara Hernandez" userId="946bcc4c-b146-4724-978c-751fab731e0a" providerId="ADAL" clId="{8D45B6E4-1233-4CBF-9F60-0793E96FE6AE}" dt="2026-01-26T14:12:49.099" v="1139" actId="120"/>
          <ac:spMkLst>
            <pc:docMk/>
            <pc:sldMk cId="2689044548" sldId="358"/>
            <ac:spMk id="12" creationId="{17C30A54-1FCB-3DC0-7C9C-A6B6E8642C32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689044548" sldId="358"/>
            <ac:spMk id="25" creationId="{DE7A2AE9-623D-DCA4-8FDB-2527F0784EB2}"/>
          </ac:spMkLst>
        </pc:spChg>
        <pc:cxnChg chg="mod">
          <ac:chgData name="Luis Carlos Guevara Hernandez" userId="946bcc4c-b146-4724-978c-751fab731e0a" providerId="ADAL" clId="{8D45B6E4-1233-4CBF-9F60-0793E96FE6AE}" dt="2026-01-26T14:11:48.678" v="1125" actId="14100"/>
          <ac:cxnSpMkLst>
            <pc:docMk/>
            <pc:sldMk cId="2689044548" sldId="358"/>
            <ac:cxnSpMk id="64" creationId="{1AAF53F8-89AE-8294-52E9-B304C4A956F6}"/>
          </ac:cxnSpMkLst>
        </pc:cxnChg>
      </pc:sldChg>
      <pc:sldChg chg="addSp delSp modSp add del mod setBg modAnim">
        <pc:chgData name="Luis Carlos Guevara Hernandez" userId="946bcc4c-b146-4724-978c-751fab731e0a" providerId="ADAL" clId="{8D45B6E4-1233-4CBF-9F60-0793E96FE6AE}" dt="2026-02-02T15:27:46.385" v="1706"/>
        <pc:sldMkLst>
          <pc:docMk/>
          <pc:sldMk cId="1692633353" sldId="362"/>
        </pc:sldMkLst>
        <pc:spChg chg="mod">
          <ac:chgData name="Luis Carlos Guevara Hernandez" userId="946bcc4c-b146-4724-978c-751fab731e0a" providerId="ADAL" clId="{8D45B6E4-1233-4CBF-9F60-0793E96FE6AE}" dt="2026-01-26T14:53:12.994" v="1502" actId="1076"/>
          <ac:spMkLst>
            <pc:docMk/>
            <pc:sldMk cId="1692633353" sldId="362"/>
            <ac:spMk id="7" creationId="{B85D9BA7-7B8B-28D0-EC14-FB0397723485}"/>
          </ac:spMkLst>
        </pc:spChg>
        <pc:spChg chg="add mod">
          <ac:chgData name="Luis Carlos Guevara Hernandez" userId="946bcc4c-b146-4724-978c-751fab731e0a" providerId="ADAL" clId="{8D45B6E4-1233-4CBF-9F60-0793E96FE6AE}" dt="2026-01-26T14:44:00.402" v="1478" actId="14100"/>
          <ac:spMkLst>
            <pc:docMk/>
            <pc:sldMk cId="1692633353" sldId="362"/>
            <ac:spMk id="8" creationId="{76B034AA-98B0-3D02-EA42-70360971F269}"/>
          </ac:spMkLst>
        </pc:spChg>
        <pc:spChg chg="add mod">
          <ac:chgData name="Luis Carlos Guevara Hernandez" userId="946bcc4c-b146-4724-978c-751fab731e0a" providerId="ADAL" clId="{8D45B6E4-1233-4CBF-9F60-0793E96FE6AE}" dt="2026-01-26T14:53:10.241" v="1501" actId="1076"/>
          <ac:spMkLst>
            <pc:docMk/>
            <pc:sldMk cId="1692633353" sldId="362"/>
            <ac:spMk id="11" creationId="{18B0C1FA-857D-8AB2-A8A1-21749D6327DA}"/>
          </ac:spMkLst>
        </pc:spChg>
        <pc:spChg chg="mod">
          <ac:chgData name="Luis Carlos Guevara Hernandez" userId="946bcc4c-b146-4724-978c-751fab731e0a" providerId="ADAL" clId="{8D45B6E4-1233-4CBF-9F60-0793E96FE6AE}" dt="2026-01-26T14:42:37.812" v="1461" actId="6549"/>
          <ac:spMkLst>
            <pc:docMk/>
            <pc:sldMk cId="1692633353" sldId="362"/>
            <ac:spMk id="36" creationId="{A86586F5-2CD1-DC48-208F-AA49529B7054}"/>
          </ac:spMkLst>
        </pc:spChg>
        <pc:spChg chg="mod">
          <ac:chgData name="Luis Carlos Guevara Hernandez" userId="946bcc4c-b146-4724-978c-751fab731e0a" providerId="ADAL" clId="{8D45B6E4-1233-4CBF-9F60-0793E96FE6AE}" dt="2026-01-26T14:52:58.877" v="1497" actId="12"/>
          <ac:spMkLst>
            <pc:docMk/>
            <pc:sldMk cId="1692633353" sldId="362"/>
            <ac:spMk id="46" creationId="{F874F5AC-4D26-A739-570D-A1CDA2356D87}"/>
          </ac:spMkLst>
        </pc:spChg>
      </pc:sldChg>
      <pc:sldChg chg="addSp modSp add mod modAnim">
        <pc:chgData name="Luis Carlos Guevara Hernandez" userId="946bcc4c-b146-4724-978c-751fab731e0a" providerId="ADAL" clId="{8D45B6E4-1233-4CBF-9F60-0793E96FE6AE}" dt="2026-01-26T14:11:06.535" v="1117" actId="790"/>
        <pc:sldMkLst>
          <pc:docMk/>
          <pc:sldMk cId="2934098230" sldId="602"/>
        </pc:sldMkLst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4" creationId="{52767F66-C804-0243-0C5F-93631C3FF2C6}"/>
          </ac:spMkLst>
        </pc:spChg>
        <pc:spChg chg="add mod">
          <ac:chgData name="Luis Carlos Guevara Hernandez" userId="946bcc4c-b146-4724-978c-751fab731e0a" providerId="ADAL" clId="{8D45B6E4-1233-4CBF-9F60-0793E96FE6AE}" dt="2026-01-26T13:31:28.316" v="131" actId="1076"/>
          <ac:spMkLst>
            <pc:docMk/>
            <pc:sldMk cId="2934098230" sldId="602"/>
            <ac:spMk id="5" creationId="{381172A9-76D1-98ED-666F-783A589B8F11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6" creationId="{B322185B-EFC4-FA1F-E256-119927F1FD56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7" creationId="{CCA065FA-8C59-11E9-28ED-79A95421A32E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8" creationId="{74A08134-45FE-324D-0EE2-8B55013B794A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10" creationId="{AEA103D3-1822-42A4-D8B4-9E4396C30463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13" creationId="{34424CCC-CD99-176E-30D5-81AB210C9A01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18" creationId="{56D641D4-8608-B4FF-5870-CCD0DD120B2F}"/>
          </ac:spMkLst>
        </pc:spChg>
        <pc:spChg chg="add 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27" creationId="{9F398DA6-7382-0927-23EB-B74BAB58E10E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31" creationId="{15DDD9B7-9054-8848-F5A6-649E2795994A}"/>
          </ac:spMkLst>
        </pc:spChg>
        <pc:spChg chg="mod">
          <ac:chgData name="Luis Carlos Guevara Hernandez" userId="946bcc4c-b146-4724-978c-751fab731e0a" providerId="ADAL" clId="{8D45B6E4-1233-4CBF-9F60-0793E96FE6AE}" dt="2026-01-26T14:11:06.535" v="1117" actId="790"/>
          <ac:spMkLst>
            <pc:docMk/>
            <pc:sldMk cId="2934098230" sldId="602"/>
            <ac:spMk id="36" creationId="{ED493A15-B354-177B-A641-AE5F46E18F29}"/>
          </ac:spMkLst>
        </pc:spChg>
        <pc:cxnChg chg="add mod">
          <ac:chgData name="Luis Carlos Guevara Hernandez" userId="946bcc4c-b146-4724-978c-751fab731e0a" providerId="ADAL" clId="{8D45B6E4-1233-4CBF-9F60-0793E96FE6AE}" dt="2026-01-26T13:31:28.316" v="131" actId="1076"/>
          <ac:cxnSpMkLst>
            <pc:docMk/>
            <pc:sldMk cId="2934098230" sldId="602"/>
            <ac:cxnSpMk id="9" creationId="{9A455FD5-15BF-88E4-D9BD-A3D7A783C43B}"/>
          </ac:cxnSpMkLst>
        </pc:cxnChg>
        <pc:cxnChg chg="add mod">
          <ac:chgData name="Luis Carlos Guevara Hernandez" userId="946bcc4c-b146-4724-978c-751fab731e0a" providerId="ADAL" clId="{8D45B6E4-1233-4CBF-9F60-0793E96FE6AE}" dt="2026-01-26T13:31:01.008" v="126" actId="1038"/>
          <ac:cxnSpMkLst>
            <pc:docMk/>
            <pc:sldMk cId="2934098230" sldId="602"/>
            <ac:cxnSpMk id="24" creationId="{0673DD61-1C11-7FEB-6EE6-88FFEE9B5DAE}"/>
          </ac:cxnSpMkLst>
        </pc:cxnChg>
        <pc:cxnChg chg="add mod">
          <ac:chgData name="Luis Carlos Guevara Hernandez" userId="946bcc4c-b146-4724-978c-751fab731e0a" providerId="ADAL" clId="{8D45B6E4-1233-4CBF-9F60-0793E96FE6AE}" dt="2026-01-26T13:31:44.390" v="153" actId="20577"/>
          <ac:cxnSpMkLst>
            <pc:docMk/>
            <pc:sldMk cId="2934098230" sldId="602"/>
            <ac:cxnSpMk id="32" creationId="{2285CFC5-2DF8-9464-5168-A0C6E3F91E9B}"/>
          </ac:cxnSpMkLst>
        </pc:cxnChg>
      </pc:sldChg>
      <pc:sldChg chg="addSp delSp modSp add mod delAnim modAnim">
        <pc:chgData name="Luis Carlos Guevara Hernandez" userId="946bcc4c-b146-4724-978c-751fab731e0a" providerId="ADAL" clId="{8D45B6E4-1233-4CBF-9F60-0793E96FE6AE}" dt="2026-01-26T14:22:11.671" v="1352" actId="14100"/>
        <pc:sldMkLst>
          <pc:docMk/>
          <pc:sldMk cId="2975315013" sldId="603"/>
        </pc:sldMkLst>
        <pc:spChg chg="add mod">
          <ac:chgData name="Luis Carlos Guevara Hernandez" userId="946bcc4c-b146-4724-978c-751fab731e0a" providerId="ADAL" clId="{8D45B6E4-1233-4CBF-9F60-0793E96FE6AE}" dt="2026-01-26T14:22:04.725" v="1351" actId="14100"/>
          <ac:spMkLst>
            <pc:docMk/>
            <pc:sldMk cId="2975315013" sldId="603"/>
            <ac:spMk id="2" creationId="{508112C2-9859-0B16-B7E2-3AB904FB241C}"/>
          </ac:spMkLst>
        </pc:spChg>
        <pc:spChg chg="add mod">
          <ac:chgData name="Luis Carlos Guevara Hernandez" userId="946bcc4c-b146-4724-978c-751fab731e0a" providerId="ADAL" clId="{8D45B6E4-1233-4CBF-9F60-0793E96FE6AE}" dt="2026-01-26T14:21:58.299" v="1350" actId="1076"/>
          <ac:spMkLst>
            <pc:docMk/>
            <pc:sldMk cId="2975315013" sldId="603"/>
            <ac:spMk id="3" creationId="{C7BBBD97-6AC8-ECFD-7804-7F41D82FEACF}"/>
          </ac:spMkLst>
        </pc:spChg>
        <pc:spChg chg="add mod">
          <ac:chgData name="Luis Carlos Guevara Hernandez" userId="946bcc4c-b146-4724-978c-751fab731e0a" providerId="ADAL" clId="{8D45B6E4-1233-4CBF-9F60-0793E96FE6AE}" dt="2026-01-26T14:21:58.299" v="1350" actId="1076"/>
          <ac:spMkLst>
            <pc:docMk/>
            <pc:sldMk cId="2975315013" sldId="603"/>
            <ac:spMk id="5" creationId="{3CF5A5D2-CA57-56AB-34B3-9D5C6EE6819E}"/>
          </ac:spMkLst>
        </pc:spChg>
        <pc:spChg chg="mod">
          <ac:chgData name="Luis Carlos Guevara Hernandez" userId="946bcc4c-b146-4724-978c-751fab731e0a" providerId="ADAL" clId="{8D45B6E4-1233-4CBF-9F60-0793E96FE6AE}" dt="2026-01-26T14:17:19.341" v="1172" actId="20577"/>
          <ac:spMkLst>
            <pc:docMk/>
            <pc:sldMk cId="2975315013" sldId="603"/>
            <ac:spMk id="7" creationId="{6BC8ACE1-C6DD-7AAC-2FDD-CDF40A497AE6}"/>
          </ac:spMkLst>
        </pc:spChg>
        <pc:spChg chg="add mod">
          <ac:chgData name="Luis Carlos Guevara Hernandez" userId="946bcc4c-b146-4724-978c-751fab731e0a" providerId="ADAL" clId="{8D45B6E4-1233-4CBF-9F60-0793E96FE6AE}" dt="2026-01-26T14:21:58.299" v="1350" actId="1076"/>
          <ac:spMkLst>
            <pc:docMk/>
            <pc:sldMk cId="2975315013" sldId="603"/>
            <ac:spMk id="8" creationId="{2EF7E1CF-CDD6-810A-1C8D-9526D67317D0}"/>
          </ac:spMkLst>
        </pc:spChg>
        <pc:spChg chg="add mod">
          <ac:chgData name="Luis Carlos Guevara Hernandez" userId="946bcc4c-b146-4724-978c-751fab731e0a" providerId="ADAL" clId="{8D45B6E4-1233-4CBF-9F60-0793E96FE6AE}" dt="2026-01-26T14:21:58.299" v="1350" actId="1076"/>
          <ac:spMkLst>
            <pc:docMk/>
            <pc:sldMk cId="2975315013" sldId="603"/>
            <ac:spMk id="10" creationId="{34F4066A-8B80-CA24-62BC-9253DF8A2F1F}"/>
          </ac:spMkLst>
        </pc:spChg>
        <pc:spChg chg="add mod">
          <ac:chgData name="Luis Carlos Guevara Hernandez" userId="946bcc4c-b146-4724-978c-751fab731e0a" providerId="ADAL" clId="{8D45B6E4-1233-4CBF-9F60-0793E96FE6AE}" dt="2026-01-26T14:22:11.671" v="1352" actId="14100"/>
          <ac:spMkLst>
            <pc:docMk/>
            <pc:sldMk cId="2975315013" sldId="603"/>
            <ac:spMk id="15" creationId="{27903FB0-0DE2-E582-1826-8DD7310649F6}"/>
          </ac:spMkLst>
        </pc:spChg>
      </pc:sldChg>
      <pc:sldChg chg="modSp add mod">
        <pc:chgData name="Luis Carlos Guevara Hernandez" userId="946bcc4c-b146-4724-978c-751fab731e0a" providerId="ADAL" clId="{8D45B6E4-1233-4CBF-9F60-0793E96FE6AE}" dt="2026-01-26T14:36:27.467" v="1457" actId="14100"/>
        <pc:sldMkLst>
          <pc:docMk/>
          <pc:sldMk cId="1251867729" sldId="604"/>
        </pc:sldMkLst>
        <pc:spChg chg="mod">
          <ac:chgData name="Luis Carlos Guevara Hernandez" userId="946bcc4c-b146-4724-978c-751fab731e0a" providerId="ADAL" clId="{8D45B6E4-1233-4CBF-9F60-0793E96FE6AE}" dt="2026-01-26T14:36:27.467" v="1457" actId="14100"/>
          <ac:spMkLst>
            <pc:docMk/>
            <pc:sldMk cId="1251867729" sldId="604"/>
            <ac:spMk id="36" creationId="{8384AE58-00BF-0D0D-B95A-649A1A279EE3}"/>
          </ac:spMkLst>
        </pc:spChg>
      </pc:sldChg>
      <pc:sldChg chg="addSp delSp modSp add mod delAnim modAnim">
        <pc:chgData name="Luis Carlos Guevara Hernandez" userId="946bcc4c-b146-4724-978c-751fab731e0a" providerId="ADAL" clId="{8D45B6E4-1233-4CBF-9F60-0793E96FE6AE}" dt="2026-01-26T15:10:11.645" v="1674" actId="1035"/>
        <pc:sldMkLst>
          <pc:docMk/>
          <pc:sldMk cId="908957816" sldId="606"/>
        </pc:sldMkLst>
        <pc:spChg chg="add mod">
          <ac:chgData name="Luis Carlos Guevara Hernandez" userId="946bcc4c-b146-4724-978c-751fab731e0a" providerId="ADAL" clId="{8D45B6E4-1233-4CBF-9F60-0793E96FE6AE}" dt="2026-01-26T15:10:11.645" v="1674" actId="1035"/>
          <ac:spMkLst>
            <pc:docMk/>
            <pc:sldMk cId="908957816" sldId="606"/>
            <ac:spMk id="2" creationId="{CA650D10-827A-3F0C-3CAB-F7E265411737}"/>
          </ac:spMkLst>
        </pc:spChg>
        <pc:spChg chg="add mod">
          <ac:chgData name="Luis Carlos Guevara Hernandez" userId="946bcc4c-b146-4724-978c-751fab731e0a" providerId="ADAL" clId="{8D45B6E4-1233-4CBF-9F60-0793E96FE6AE}" dt="2026-01-26T15:10:11.645" v="1674" actId="1035"/>
          <ac:spMkLst>
            <pc:docMk/>
            <pc:sldMk cId="908957816" sldId="606"/>
            <ac:spMk id="5" creationId="{E799481B-753C-F935-68AD-B21F67D5DB16}"/>
          </ac:spMkLst>
        </pc:spChg>
        <pc:spChg chg="add mod">
          <ac:chgData name="Luis Carlos Guevara Hernandez" userId="946bcc4c-b146-4724-978c-751fab731e0a" providerId="ADAL" clId="{8D45B6E4-1233-4CBF-9F60-0793E96FE6AE}" dt="2026-01-26T15:10:11.645" v="1674" actId="1035"/>
          <ac:spMkLst>
            <pc:docMk/>
            <pc:sldMk cId="908957816" sldId="606"/>
            <ac:spMk id="8" creationId="{5724340C-8FC5-05B5-D2CD-0ECECB5C91CE}"/>
          </ac:spMkLst>
        </pc:spChg>
        <pc:spChg chg="add mod">
          <ac:chgData name="Luis Carlos Guevara Hernandez" userId="946bcc4c-b146-4724-978c-751fab731e0a" providerId="ADAL" clId="{8D45B6E4-1233-4CBF-9F60-0793E96FE6AE}" dt="2026-01-26T15:10:11.645" v="1674" actId="1035"/>
          <ac:spMkLst>
            <pc:docMk/>
            <pc:sldMk cId="908957816" sldId="606"/>
            <ac:spMk id="10" creationId="{3BE538D4-DF9D-ABA0-1A92-35CFDBBCB7E0}"/>
          </ac:spMkLst>
        </pc:spChg>
        <pc:spChg chg="add mod">
          <ac:chgData name="Luis Carlos Guevara Hernandez" userId="946bcc4c-b146-4724-978c-751fab731e0a" providerId="ADAL" clId="{8D45B6E4-1233-4CBF-9F60-0793E96FE6AE}" dt="2026-01-26T15:10:11.645" v="1674" actId="1035"/>
          <ac:spMkLst>
            <pc:docMk/>
            <pc:sldMk cId="908957816" sldId="606"/>
            <ac:spMk id="15" creationId="{A42784DC-9958-E44A-0D9E-FC1E7BDDBA97}"/>
          </ac:spMkLst>
        </pc:spChg>
        <pc:spChg chg="add mod">
          <ac:chgData name="Luis Carlos Guevara Hernandez" userId="946bcc4c-b146-4724-978c-751fab731e0a" providerId="ADAL" clId="{8D45B6E4-1233-4CBF-9F60-0793E96FE6AE}" dt="2026-01-26T15:10:11.645" v="1674" actId="1035"/>
          <ac:spMkLst>
            <pc:docMk/>
            <pc:sldMk cId="908957816" sldId="606"/>
            <ac:spMk id="17" creationId="{CC500566-CDFA-AD14-10C8-9B72C7499222}"/>
          </ac:spMkLst>
        </pc:spChg>
        <pc:spChg chg="add mod">
          <ac:chgData name="Luis Carlos Guevara Hernandez" userId="946bcc4c-b146-4724-978c-751fab731e0a" providerId="ADAL" clId="{8D45B6E4-1233-4CBF-9F60-0793E96FE6AE}" dt="2026-01-26T15:10:02.789" v="1658"/>
          <ac:spMkLst>
            <pc:docMk/>
            <pc:sldMk cId="908957816" sldId="606"/>
            <ac:spMk id="18" creationId="{9FF262C5-6977-1AC2-7903-6D4657F86293}"/>
          </ac:spMkLst>
        </pc:spChg>
        <pc:graphicFrameChg chg="add mod">
          <ac:chgData name="Luis Carlos Guevara Hernandez" userId="946bcc4c-b146-4724-978c-751fab731e0a" providerId="ADAL" clId="{8D45B6E4-1233-4CBF-9F60-0793E96FE6AE}" dt="2026-01-26T15:10:11.645" v="1674" actId="1035"/>
          <ac:graphicFrameMkLst>
            <pc:docMk/>
            <pc:sldMk cId="908957816" sldId="606"/>
            <ac:graphicFrameMk id="3" creationId="{F31FFFF9-494E-E737-7C36-80BBDD18568A}"/>
          </ac:graphicFrameMkLst>
        </pc:graphicFrameChg>
      </pc:sldChg>
      <pc:sldChg chg="modAnim">
        <pc:chgData name="Luis Carlos Guevara Hernandez" userId="946bcc4c-b146-4724-978c-751fab731e0a" providerId="ADAL" clId="{8D45B6E4-1233-4CBF-9F60-0793E96FE6AE}" dt="2026-02-02T15:28:13.419" v="1708"/>
        <pc:sldMkLst>
          <pc:docMk/>
          <pc:sldMk cId="3756362731" sldId="607"/>
        </pc:sldMkLst>
      </pc:sldChg>
      <pc:sldChg chg="addSp modSp modAnim">
        <pc:chgData name="Luis Carlos Guevara Hernandez" userId="946bcc4c-b146-4724-978c-751fab731e0a" providerId="ADAL" clId="{8D45B6E4-1233-4CBF-9F60-0793E96FE6AE}" dt="2026-02-02T15:28:50.566" v="1715"/>
        <pc:sldMkLst>
          <pc:docMk/>
          <pc:sldMk cId="3025289161" sldId="608"/>
        </pc:sldMkLst>
        <pc:spChg chg="mod">
          <ac:chgData name="Luis Carlos Guevara Hernandez" userId="946bcc4c-b146-4724-978c-751fab731e0a" providerId="ADAL" clId="{8D45B6E4-1233-4CBF-9F60-0793E96FE6AE}" dt="2026-02-02T15:28:46.467" v="1713" actId="164"/>
          <ac:spMkLst>
            <pc:docMk/>
            <pc:sldMk cId="3025289161" sldId="608"/>
            <ac:spMk id="12" creationId="{9E5E1940-8373-1DB1-23D5-74C1FF436C7B}"/>
          </ac:spMkLst>
        </pc:spChg>
        <pc:spChg chg="mod">
          <ac:chgData name="Luis Carlos Guevara Hernandez" userId="946bcc4c-b146-4724-978c-751fab731e0a" providerId="ADAL" clId="{8D45B6E4-1233-4CBF-9F60-0793E96FE6AE}" dt="2026-02-02T15:28:46.467" v="1713" actId="164"/>
          <ac:spMkLst>
            <pc:docMk/>
            <pc:sldMk cId="3025289161" sldId="608"/>
            <ac:spMk id="13" creationId="{B001377C-1D8D-A263-5105-7559C8091F49}"/>
          </ac:spMkLst>
        </pc:spChg>
        <pc:spChg chg="mod">
          <ac:chgData name="Luis Carlos Guevara Hernandez" userId="946bcc4c-b146-4724-978c-751fab731e0a" providerId="ADAL" clId="{8D45B6E4-1233-4CBF-9F60-0793E96FE6AE}" dt="2026-02-02T15:28:42.199" v="1712" actId="164"/>
          <ac:spMkLst>
            <pc:docMk/>
            <pc:sldMk cId="3025289161" sldId="608"/>
            <ac:spMk id="21" creationId="{83625A75-7F41-3185-1ECB-DE2BDA5199C8}"/>
          </ac:spMkLst>
        </pc:spChg>
        <pc:spChg chg="mod">
          <ac:chgData name="Luis Carlos Guevara Hernandez" userId="946bcc4c-b146-4724-978c-751fab731e0a" providerId="ADAL" clId="{8D45B6E4-1233-4CBF-9F60-0793E96FE6AE}" dt="2026-02-02T15:28:42.199" v="1712" actId="164"/>
          <ac:spMkLst>
            <pc:docMk/>
            <pc:sldMk cId="3025289161" sldId="608"/>
            <ac:spMk id="22" creationId="{66DB84BA-CAB1-4982-AC43-B33D902A3A66}"/>
          </ac:spMkLst>
        </pc:spChg>
        <pc:grpChg chg="add mod">
          <ac:chgData name="Luis Carlos Guevara Hernandez" userId="946bcc4c-b146-4724-978c-751fab731e0a" providerId="ADAL" clId="{8D45B6E4-1233-4CBF-9F60-0793E96FE6AE}" dt="2026-02-02T15:28:42.199" v="1712" actId="164"/>
          <ac:grpSpMkLst>
            <pc:docMk/>
            <pc:sldMk cId="3025289161" sldId="608"/>
            <ac:grpSpMk id="8" creationId="{E0624CC2-78EF-3F18-DD26-6140C390048C}"/>
          </ac:grpSpMkLst>
        </pc:grpChg>
        <pc:grpChg chg="add mod">
          <ac:chgData name="Luis Carlos Guevara Hernandez" userId="946bcc4c-b146-4724-978c-751fab731e0a" providerId="ADAL" clId="{8D45B6E4-1233-4CBF-9F60-0793E96FE6AE}" dt="2026-02-02T15:28:46.467" v="1713" actId="164"/>
          <ac:grpSpMkLst>
            <pc:docMk/>
            <pc:sldMk cId="3025289161" sldId="608"/>
            <ac:grpSpMk id="10" creationId="{78BC7098-85FB-BBCF-850E-B0D7C516524C}"/>
          </ac:grpSpMkLst>
        </pc:grpChg>
      </pc:sldChg>
      <pc:sldChg chg="addSp modSp modAnim">
        <pc:chgData name="Luis Carlos Guevara Hernandez" userId="946bcc4c-b146-4724-978c-751fab731e0a" providerId="ADAL" clId="{8D45B6E4-1233-4CBF-9F60-0793E96FE6AE}" dt="2026-02-02T15:29:13.321" v="1720"/>
        <pc:sldMkLst>
          <pc:docMk/>
          <pc:sldMk cId="2913937727" sldId="609"/>
        </pc:sldMkLst>
        <pc:spChg chg="mod">
          <ac:chgData name="Luis Carlos Guevara Hernandez" userId="946bcc4c-b146-4724-978c-751fab731e0a" providerId="ADAL" clId="{8D45B6E4-1233-4CBF-9F60-0793E96FE6AE}" dt="2026-02-02T15:29:04.410" v="1717" actId="164"/>
          <ac:spMkLst>
            <pc:docMk/>
            <pc:sldMk cId="2913937727" sldId="609"/>
            <ac:spMk id="10" creationId="{4CD301CC-F5A3-7EB7-1562-101B27B98596}"/>
          </ac:spMkLst>
        </pc:spChg>
        <pc:spChg chg="mod">
          <ac:chgData name="Luis Carlos Guevara Hernandez" userId="946bcc4c-b146-4724-978c-751fab731e0a" providerId="ADAL" clId="{8D45B6E4-1233-4CBF-9F60-0793E96FE6AE}" dt="2026-02-02T15:29:04.410" v="1717" actId="164"/>
          <ac:spMkLst>
            <pc:docMk/>
            <pc:sldMk cId="2913937727" sldId="609"/>
            <ac:spMk id="15" creationId="{A606C519-8F80-DE41-0DCB-588B87FADF99}"/>
          </ac:spMkLst>
        </pc:spChg>
        <pc:spChg chg="mod">
          <ac:chgData name="Luis Carlos Guevara Hernandez" userId="946bcc4c-b146-4724-978c-751fab731e0a" providerId="ADAL" clId="{8D45B6E4-1233-4CBF-9F60-0793E96FE6AE}" dt="2026-02-02T15:29:08.932" v="1718" actId="164"/>
          <ac:spMkLst>
            <pc:docMk/>
            <pc:sldMk cId="2913937727" sldId="609"/>
            <ac:spMk id="16" creationId="{C0CE0CB8-D763-D4C5-41BA-B082110DBC99}"/>
          </ac:spMkLst>
        </pc:spChg>
        <pc:spChg chg="mod">
          <ac:chgData name="Luis Carlos Guevara Hernandez" userId="946bcc4c-b146-4724-978c-751fab731e0a" providerId="ADAL" clId="{8D45B6E4-1233-4CBF-9F60-0793E96FE6AE}" dt="2026-02-02T15:29:08.932" v="1718" actId="164"/>
          <ac:spMkLst>
            <pc:docMk/>
            <pc:sldMk cId="2913937727" sldId="609"/>
            <ac:spMk id="17" creationId="{630952AA-04BE-4AE4-1D75-6759D64C3870}"/>
          </ac:spMkLst>
        </pc:spChg>
        <pc:grpChg chg="add mod">
          <ac:chgData name="Luis Carlos Guevara Hernandez" userId="946bcc4c-b146-4724-978c-751fab731e0a" providerId="ADAL" clId="{8D45B6E4-1233-4CBF-9F60-0793E96FE6AE}" dt="2026-02-02T15:29:04.410" v="1717" actId="164"/>
          <ac:grpSpMkLst>
            <pc:docMk/>
            <pc:sldMk cId="2913937727" sldId="609"/>
            <ac:grpSpMk id="8" creationId="{6E64C3AF-7BEA-873F-A78B-1C1B9960AAA6}"/>
          </ac:grpSpMkLst>
        </pc:grpChg>
        <pc:grpChg chg="add mod">
          <ac:chgData name="Luis Carlos Guevara Hernandez" userId="946bcc4c-b146-4724-978c-751fab731e0a" providerId="ADAL" clId="{8D45B6E4-1233-4CBF-9F60-0793E96FE6AE}" dt="2026-02-02T15:29:08.932" v="1718" actId="164"/>
          <ac:grpSpMkLst>
            <pc:docMk/>
            <pc:sldMk cId="2913937727" sldId="609"/>
            <ac:grpSpMk id="12" creationId="{EA7AF9AC-C376-1799-2D79-2851F442C980}"/>
          </ac:grpSpMkLst>
        </pc:grpChg>
      </pc:sldChg>
      <pc:sldChg chg="addSp modSp modAnim">
        <pc:chgData name="Luis Carlos Guevara Hernandez" userId="946bcc4c-b146-4724-978c-751fab731e0a" providerId="ADAL" clId="{8D45B6E4-1233-4CBF-9F60-0793E96FE6AE}" dt="2026-02-02T15:29:29.154" v="1723"/>
        <pc:sldMkLst>
          <pc:docMk/>
          <pc:sldMk cId="1049868823" sldId="610"/>
        </pc:sldMkLst>
        <pc:spChg chg="mod">
          <ac:chgData name="Luis Carlos Guevara Hernandez" userId="946bcc4c-b146-4724-978c-751fab731e0a" providerId="ADAL" clId="{8D45B6E4-1233-4CBF-9F60-0793E96FE6AE}" dt="2026-02-02T15:29:24.251" v="1721" actId="164"/>
          <ac:spMkLst>
            <pc:docMk/>
            <pc:sldMk cId="1049868823" sldId="610"/>
            <ac:spMk id="10" creationId="{F56C0538-3182-7C39-81C6-FB893FA3357A}"/>
          </ac:spMkLst>
        </pc:spChg>
        <pc:spChg chg="mod">
          <ac:chgData name="Luis Carlos Guevara Hernandez" userId="946bcc4c-b146-4724-978c-751fab731e0a" providerId="ADAL" clId="{8D45B6E4-1233-4CBF-9F60-0793E96FE6AE}" dt="2026-02-02T15:29:24.251" v="1721" actId="164"/>
          <ac:spMkLst>
            <pc:docMk/>
            <pc:sldMk cId="1049868823" sldId="610"/>
            <ac:spMk id="14" creationId="{EF6389CE-C697-1A0B-245E-2A9192AA1DC4}"/>
          </ac:spMkLst>
        </pc:spChg>
        <pc:grpChg chg="add mod">
          <ac:chgData name="Luis Carlos Guevara Hernandez" userId="946bcc4c-b146-4724-978c-751fab731e0a" providerId="ADAL" clId="{8D45B6E4-1233-4CBF-9F60-0793E96FE6AE}" dt="2026-02-02T15:29:24.251" v="1721" actId="164"/>
          <ac:grpSpMkLst>
            <pc:docMk/>
            <pc:sldMk cId="1049868823" sldId="610"/>
            <ac:grpSpMk id="8" creationId="{49C92A12-3A2B-62BC-0CAE-B3FF1362C97F}"/>
          </ac:grpSpMkLst>
        </pc:grpChg>
      </pc:sldChg>
      <pc:sldChg chg="addSp modSp modAnim">
        <pc:chgData name="Luis Carlos Guevara Hernandez" userId="946bcc4c-b146-4724-978c-751fab731e0a" providerId="ADAL" clId="{8D45B6E4-1233-4CBF-9F60-0793E96FE6AE}" dt="2026-02-02T15:29:52.997" v="1728"/>
        <pc:sldMkLst>
          <pc:docMk/>
          <pc:sldMk cId="4280199482" sldId="611"/>
        </pc:sldMkLst>
        <pc:spChg chg="mod">
          <ac:chgData name="Luis Carlos Guevara Hernandez" userId="946bcc4c-b146-4724-978c-751fab731e0a" providerId="ADAL" clId="{8D45B6E4-1233-4CBF-9F60-0793E96FE6AE}" dt="2026-02-02T15:29:44.666" v="1725" actId="164"/>
          <ac:spMkLst>
            <pc:docMk/>
            <pc:sldMk cId="4280199482" sldId="611"/>
            <ac:spMk id="8" creationId="{129F6D4E-93B7-F8E8-B336-2C9D5E304EE2}"/>
          </ac:spMkLst>
        </pc:spChg>
        <pc:spChg chg="mod">
          <ac:chgData name="Luis Carlos Guevara Hernandez" userId="946bcc4c-b146-4724-978c-751fab731e0a" providerId="ADAL" clId="{8D45B6E4-1233-4CBF-9F60-0793E96FE6AE}" dt="2026-02-02T15:29:44.666" v="1725" actId="164"/>
          <ac:spMkLst>
            <pc:docMk/>
            <pc:sldMk cId="4280199482" sldId="611"/>
            <ac:spMk id="10" creationId="{7CA047AF-51D6-97A4-0E17-CED63B201AC4}"/>
          </ac:spMkLst>
        </pc:spChg>
        <pc:spChg chg="mod">
          <ac:chgData name="Luis Carlos Guevara Hernandez" userId="946bcc4c-b146-4724-978c-751fab731e0a" providerId="ADAL" clId="{8D45B6E4-1233-4CBF-9F60-0793E96FE6AE}" dt="2026-02-02T15:29:39.531" v="1724" actId="164"/>
          <ac:spMkLst>
            <pc:docMk/>
            <pc:sldMk cId="4280199482" sldId="611"/>
            <ac:spMk id="21" creationId="{D58B9451-2EB7-349D-0E0A-D7FE8A556F26}"/>
          </ac:spMkLst>
        </pc:spChg>
        <pc:spChg chg="mod">
          <ac:chgData name="Luis Carlos Guevara Hernandez" userId="946bcc4c-b146-4724-978c-751fab731e0a" providerId="ADAL" clId="{8D45B6E4-1233-4CBF-9F60-0793E96FE6AE}" dt="2026-02-02T15:29:39.531" v="1724" actId="164"/>
          <ac:spMkLst>
            <pc:docMk/>
            <pc:sldMk cId="4280199482" sldId="611"/>
            <ac:spMk id="22" creationId="{B8335C4C-43C7-DA2C-5BD0-A6EFD9318317}"/>
          </ac:spMkLst>
        </pc:spChg>
        <pc:grpChg chg="add mod">
          <ac:chgData name="Luis Carlos Guevara Hernandez" userId="946bcc4c-b146-4724-978c-751fab731e0a" providerId="ADAL" clId="{8D45B6E4-1233-4CBF-9F60-0793E96FE6AE}" dt="2026-02-02T15:29:39.531" v="1724" actId="164"/>
          <ac:grpSpMkLst>
            <pc:docMk/>
            <pc:sldMk cId="4280199482" sldId="611"/>
            <ac:grpSpMk id="5" creationId="{AD963BB0-4A42-D80E-48BD-83130C19036A}"/>
          </ac:grpSpMkLst>
        </pc:grpChg>
        <pc:grpChg chg="add mod">
          <ac:chgData name="Luis Carlos Guevara Hernandez" userId="946bcc4c-b146-4724-978c-751fab731e0a" providerId="ADAL" clId="{8D45B6E4-1233-4CBF-9F60-0793E96FE6AE}" dt="2026-02-02T15:29:44.666" v="1725" actId="164"/>
          <ac:grpSpMkLst>
            <pc:docMk/>
            <pc:sldMk cId="4280199482" sldId="611"/>
            <ac:grpSpMk id="13" creationId="{51921171-4952-A4CA-4BEC-72282C10EADF}"/>
          </ac:grpSpMkLst>
        </pc:grpChg>
      </pc:sldChg>
      <pc:sldChg chg="addSp modSp modAnim">
        <pc:chgData name="Luis Carlos Guevara Hernandez" userId="946bcc4c-b146-4724-978c-751fab731e0a" providerId="ADAL" clId="{8D45B6E4-1233-4CBF-9F60-0793E96FE6AE}" dt="2026-02-02T15:30:01.992" v="1730"/>
        <pc:sldMkLst>
          <pc:docMk/>
          <pc:sldMk cId="3346293530" sldId="612"/>
        </pc:sldMkLst>
        <pc:spChg chg="mod">
          <ac:chgData name="Luis Carlos Guevara Hernandez" userId="946bcc4c-b146-4724-978c-751fab731e0a" providerId="ADAL" clId="{8D45B6E4-1233-4CBF-9F60-0793E96FE6AE}" dt="2026-02-02T15:30:00.934" v="1729" actId="164"/>
          <ac:spMkLst>
            <pc:docMk/>
            <pc:sldMk cId="3346293530" sldId="612"/>
            <ac:spMk id="12" creationId="{7FBA317A-EF91-5EB3-1F4D-7FDB9F1FE3E3}"/>
          </ac:spMkLst>
        </pc:spChg>
        <pc:spChg chg="mod">
          <ac:chgData name="Luis Carlos Guevara Hernandez" userId="946bcc4c-b146-4724-978c-751fab731e0a" providerId="ADAL" clId="{8D45B6E4-1233-4CBF-9F60-0793E96FE6AE}" dt="2026-02-02T15:30:00.934" v="1729" actId="164"/>
          <ac:spMkLst>
            <pc:docMk/>
            <pc:sldMk cId="3346293530" sldId="612"/>
            <ac:spMk id="22" creationId="{5BCED347-DE8C-B4FF-EC5C-8FFD9C52420E}"/>
          </ac:spMkLst>
        </pc:spChg>
        <pc:grpChg chg="add mod">
          <ac:chgData name="Luis Carlos Guevara Hernandez" userId="946bcc4c-b146-4724-978c-751fab731e0a" providerId="ADAL" clId="{8D45B6E4-1233-4CBF-9F60-0793E96FE6AE}" dt="2026-02-02T15:30:00.934" v="1729" actId="164"/>
          <ac:grpSpMkLst>
            <pc:docMk/>
            <pc:sldMk cId="3346293530" sldId="612"/>
            <ac:grpSpMk id="5" creationId="{CB7FAF39-F804-D582-05DE-82E1406B8179}"/>
          </ac:grpSpMkLst>
        </pc:grpChg>
      </pc:sldChg>
      <pc:sldChg chg="modSp mod modTransition modAnim">
        <pc:chgData name="Luis Carlos Guevara Hernandez" userId="946bcc4c-b146-4724-978c-751fab731e0a" providerId="ADAL" clId="{8D45B6E4-1233-4CBF-9F60-0793E96FE6AE}" dt="2026-02-02T17:28:52.869" v="1742" actId="20577"/>
        <pc:sldMkLst>
          <pc:docMk/>
          <pc:sldMk cId="1513725572" sldId="613"/>
        </pc:sldMkLst>
        <pc:spChg chg="mod">
          <ac:chgData name="Luis Carlos Guevara Hernandez" userId="946bcc4c-b146-4724-978c-751fab731e0a" providerId="ADAL" clId="{8D45B6E4-1233-4CBF-9F60-0793E96FE6AE}" dt="2026-02-02T17:28:52.869" v="1742" actId="20577"/>
          <ac:spMkLst>
            <pc:docMk/>
            <pc:sldMk cId="1513725572" sldId="613"/>
            <ac:spMk id="36" creationId="{E733BB25-1FEC-0ACC-C969-FA6C24AC94F6}"/>
          </ac:spMkLst>
        </pc:spChg>
      </pc:sldChg>
      <pc:sldChg chg="addSp delSp modSp add mod delAnim modAnim">
        <pc:chgData name="Luis Carlos Guevara Hernandez" userId="946bcc4c-b146-4724-978c-751fab731e0a" providerId="ADAL" clId="{8D45B6E4-1233-4CBF-9F60-0793E96FE6AE}" dt="2026-02-02T17:28:56.823" v="1743" actId="20577"/>
        <pc:sldMkLst>
          <pc:docMk/>
          <pc:sldMk cId="2198924901" sldId="614"/>
        </pc:sldMkLst>
        <pc:spChg chg="add mod">
          <ac:chgData name="Luis Carlos Guevara Hernandez" userId="946bcc4c-b146-4724-978c-751fab731e0a" providerId="ADAL" clId="{8D45B6E4-1233-4CBF-9F60-0793E96FE6AE}" dt="2026-02-02T15:31:38.428" v="1740"/>
          <ac:spMkLst>
            <pc:docMk/>
            <pc:sldMk cId="2198924901" sldId="614"/>
            <ac:spMk id="8" creationId="{6A127787-A13F-D74D-362E-771EFB8819BC}"/>
          </ac:spMkLst>
        </pc:spChg>
        <pc:spChg chg="add mod">
          <ac:chgData name="Luis Carlos Guevara Hernandez" userId="946bcc4c-b146-4724-978c-751fab731e0a" providerId="ADAL" clId="{8D45B6E4-1233-4CBF-9F60-0793E96FE6AE}" dt="2026-02-02T15:31:38.428" v="1740"/>
          <ac:spMkLst>
            <pc:docMk/>
            <pc:sldMk cId="2198924901" sldId="614"/>
            <ac:spMk id="10" creationId="{493AED41-A38E-F13C-4809-A2F4C1329644}"/>
          </ac:spMkLst>
        </pc:spChg>
        <pc:spChg chg="add mod">
          <ac:chgData name="Luis Carlos Guevara Hernandez" userId="946bcc4c-b146-4724-978c-751fab731e0a" providerId="ADAL" clId="{8D45B6E4-1233-4CBF-9F60-0793E96FE6AE}" dt="2026-02-02T15:31:38.428" v="1740"/>
          <ac:spMkLst>
            <pc:docMk/>
            <pc:sldMk cId="2198924901" sldId="614"/>
            <ac:spMk id="15" creationId="{0C7E03D6-FD00-A598-A580-04DD1317FDBB}"/>
          </ac:spMkLst>
        </pc:spChg>
        <pc:spChg chg="add mod">
          <ac:chgData name="Luis Carlos Guevara Hernandez" userId="946bcc4c-b146-4724-978c-751fab731e0a" providerId="ADAL" clId="{8D45B6E4-1233-4CBF-9F60-0793E96FE6AE}" dt="2026-02-02T15:31:38.428" v="1740"/>
          <ac:spMkLst>
            <pc:docMk/>
            <pc:sldMk cId="2198924901" sldId="614"/>
            <ac:spMk id="16" creationId="{3EE52960-685A-A8E2-728D-3EE2A1C9449E}"/>
          </ac:spMkLst>
        </pc:spChg>
        <pc:spChg chg="add mod">
          <ac:chgData name="Luis Carlos Guevara Hernandez" userId="946bcc4c-b146-4724-978c-751fab731e0a" providerId="ADAL" clId="{8D45B6E4-1233-4CBF-9F60-0793E96FE6AE}" dt="2026-02-02T15:31:38.428" v="1740"/>
          <ac:spMkLst>
            <pc:docMk/>
            <pc:sldMk cId="2198924901" sldId="614"/>
            <ac:spMk id="19" creationId="{227945C6-75BB-CCAD-03B3-BE844F2FFA8C}"/>
          </ac:spMkLst>
        </pc:spChg>
        <pc:spChg chg="add mod">
          <ac:chgData name="Luis Carlos Guevara Hernandez" userId="946bcc4c-b146-4724-978c-751fab731e0a" providerId="ADAL" clId="{8D45B6E4-1233-4CBF-9F60-0793E96FE6AE}" dt="2026-02-02T15:31:38.428" v="1740"/>
          <ac:spMkLst>
            <pc:docMk/>
            <pc:sldMk cId="2198924901" sldId="614"/>
            <ac:spMk id="21" creationId="{E422F5EE-7C43-305B-71FA-916306E501E4}"/>
          </ac:spMkLst>
        </pc:spChg>
        <pc:spChg chg="add mod">
          <ac:chgData name="Luis Carlos Guevara Hernandez" userId="946bcc4c-b146-4724-978c-751fab731e0a" providerId="ADAL" clId="{8D45B6E4-1233-4CBF-9F60-0793E96FE6AE}" dt="2026-02-02T17:28:56.823" v="1743" actId="20577"/>
          <ac:spMkLst>
            <pc:docMk/>
            <pc:sldMk cId="2198924901" sldId="614"/>
            <ac:spMk id="36" creationId="{B415B926-946C-F8FC-B254-C8F995C646E6}"/>
          </ac:spMkLst>
        </pc:spChg>
      </pc:sldChg>
    </pc:docChg>
  </pc:docChgLst>
  <pc:docChgLst>
    <pc:chgData name="Luis Carlos Guevara Hernandez" userId="946bcc4c-b146-4724-978c-751fab731e0a" providerId="ADAL" clId="{E8E95438-7D72-4151-95E2-CCAFE31D1FDF}"/>
    <pc:docChg chg="undo custSel addSld delSld modSld modSection">
      <pc:chgData name="Luis Carlos Guevara Hernandez" userId="946bcc4c-b146-4724-978c-751fab731e0a" providerId="ADAL" clId="{E8E95438-7D72-4151-95E2-CCAFE31D1FDF}" dt="2026-02-01T21:36:38.182" v="1169" actId="20577"/>
      <pc:docMkLst>
        <pc:docMk/>
      </pc:docMkLst>
      <pc:sldChg chg="modSp mod">
        <pc:chgData name="Luis Carlos Guevara Hernandez" userId="946bcc4c-b146-4724-978c-751fab731e0a" providerId="ADAL" clId="{E8E95438-7D72-4151-95E2-CCAFE31D1FDF}" dt="2026-02-01T21:36:38.182" v="1169" actId="20577"/>
        <pc:sldMkLst>
          <pc:docMk/>
          <pc:sldMk cId="1621188839" sldId="320"/>
        </pc:sldMkLst>
        <pc:spChg chg="mod">
          <ac:chgData name="Luis Carlos Guevara Hernandez" userId="946bcc4c-b146-4724-978c-751fab731e0a" providerId="ADAL" clId="{E8E95438-7D72-4151-95E2-CCAFE31D1FDF}" dt="2026-01-30T20:37:03.207" v="561" actId="962"/>
          <ac:spMkLst>
            <pc:docMk/>
            <pc:sldMk cId="1621188839" sldId="320"/>
            <ac:spMk id="5" creationId="{31BF3657-58D6-DBBE-F1CE-E5426413E8A5}"/>
          </ac:spMkLst>
        </pc:spChg>
        <pc:spChg chg="mod">
          <ac:chgData name="Luis Carlos Guevara Hernandez" userId="946bcc4c-b146-4724-978c-751fab731e0a" providerId="ADAL" clId="{E8E95438-7D72-4151-95E2-CCAFE31D1FDF}" dt="2026-02-01T21:36:38.182" v="1169" actId="20577"/>
          <ac:spMkLst>
            <pc:docMk/>
            <pc:sldMk cId="1621188839" sldId="320"/>
            <ac:spMk id="9" creationId="{5666C288-8C3D-F6F4-52D9-66CA6570B7E9}"/>
          </ac:spMkLst>
        </pc:spChg>
        <pc:spChg chg="mod">
          <ac:chgData name="Luis Carlos Guevara Hernandez" userId="946bcc4c-b146-4724-978c-751fab731e0a" providerId="ADAL" clId="{E8E95438-7D72-4151-95E2-CCAFE31D1FDF}" dt="2026-01-30T20:37:03.210" v="562" actId="962"/>
          <ac:spMkLst>
            <pc:docMk/>
            <pc:sldMk cId="1621188839" sldId="320"/>
            <ac:spMk id="16" creationId="{FAE1E167-E5FC-5136-BA5F-036AD5F1438E}"/>
          </ac:spMkLst>
        </pc:spChg>
        <pc:spChg chg="mod">
          <ac:chgData name="Luis Carlos Guevara Hernandez" userId="946bcc4c-b146-4724-978c-751fab731e0a" providerId="ADAL" clId="{E8E95438-7D72-4151-95E2-CCAFE31D1FDF}" dt="2026-01-30T20:37:03.213" v="563" actId="962"/>
          <ac:spMkLst>
            <pc:docMk/>
            <pc:sldMk cId="1621188839" sldId="320"/>
            <ac:spMk id="17" creationId="{6082B1AA-2EB1-99B4-4581-9B66D039E6F6}"/>
          </ac:spMkLst>
        </pc:spChg>
        <pc:spChg chg="mod">
          <ac:chgData name="Luis Carlos Guevara Hernandez" userId="946bcc4c-b146-4724-978c-751fab731e0a" providerId="ADAL" clId="{E8E95438-7D72-4151-95E2-CCAFE31D1FDF}" dt="2026-01-30T20:37:03.216" v="564" actId="962"/>
          <ac:spMkLst>
            <pc:docMk/>
            <pc:sldMk cId="1621188839" sldId="320"/>
            <ac:spMk id="18" creationId="{F8E4C797-F63C-9B00-DFDE-05C361538F50}"/>
          </ac:spMkLst>
        </pc:spChg>
        <pc:spChg chg="mod">
          <ac:chgData name="Luis Carlos Guevara Hernandez" userId="946bcc4c-b146-4724-978c-751fab731e0a" providerId="ADAL" clId="{E8E95438-7D72-4151-95E2-CCAFE31D1FDF}" dt="2026-01-30T20:37:03.218" v="565" actId="962"/>
          <ac:spMkLst>
            <pc:docMk/>
            <pc:sldMk cId="1621188839" sldId="320"/>
            <ac:spMk id="19" creationId="{B46CE886-DF80-E6D9-2F50-B3620DC12149}"/>
          </ac:spMkLst>
        </pc:spChg>
        <pc:spChg chg="mod">
          <ac:chgData name="Luis Carlos Guevara Hernandez" userId="946bcc4c-b146-4724-978c-751fab731e0a" providerId="ADAL" clId="{E8E95438-7D72-4151-95E2-CCAFE31D1FDF}" dt="2026-01-30T20:37:03.220" v="566" actId="962"/>
          <ac:spMkLst>
            <pc:docMk/>
            <pc:sldMk cId="1621188839" sldId="320"/>
            <ac:spMk id="21" creationId="{35758066-8FBA-CB7E-D1F0-6013F158284B}"/>
          </ac:spMkLst>
        </pc:spChg>
      </pc:sldChg>
      <pc:sldChg chg="addSp modSp">
        <pc:chgData name="Luis Carlos Guevara Hernandez" userId="946bcc4c-b146-4724-978c-751fab731e0a" providerId="ADAL" clId="{E8E95438-7D72-4151-95E2-CCAFE31D1FDF}" dt="2026-01-25T22:39:51.499" v="103"/>
        <pc:sldMkLst>
          <pc:docMk/>
          <pc:sldMk cId="2085883168" sldId="345"/>
        </pc:sldMkLst>
        <pc:spChg chg="add mod">
          <ac:chgData name="Luis Carlos Guevara Hernandez" userId="946bcc4c-b146-4724-978c-751fab731e0a" providerId="ADAL" clId="{E8E95438-7D72-4151-95E2-CCAFE31D1FDF}" dt="2026-01-25T22:39:51.499" v="103"/>
          <ac:spMkLst>
            <pc:docMk/>
            <pc:sldMk cId="2085883168" sldId="345"/>
            <ac:spMk id="6" creationId="{0D02C997-95DE-F2FB-3053-AA1B849C0F55}"/>
          </ac:spMkLst>
        </pc:spChg>
      </pc:sldChg>
      <pc:sldChg chg="addSp modSp del modAnim">
        <pc:chgData name="Luis Carlos Guevara Hernandez" userId="946bcc4c-b146-4724-978c-751fab731e0a" providerId="ADAL" clId="{E8E95438-7D72-4151-95E2-CCAFE31D1FDF}" dt="2026-01-30T21:46:08.890" v="1029"/>
        <pc:sldMkLst>
          <pc:docMk/>
          <pc:sldMk cId="2707476695" sldId="357"/>
        </pc:sldMkLst>
      </pc:sldChg>
      <pc:sldChg chg="addSp modSp del mod addAnim delAnim">
        <pc:chgData name="Luis Carlos Guevara Hernandez" userId="946bcc4c-b146-4724-978c-751fab731e0a" providerId="ADAL" clId="{E8E95438-7D72-4151-95E2-CCAFE31D1FDF}" dt="2026-01-30T21:08:41.496" v="933" actId="1076"/>
        <pc:sldMkLst>
          <pc:docMk/>
          <pc:sldMk cId="2689044548" sldId="358"/>
        </pc:sldMkLst>
        <pc:spChg chg="mod">
          <ac:chgData name="Luis Carlos Guevara Hernandez" userId="946bcc4c-b146-4724-978c-751fab731e0a" providerId="ADAL" clId="{E8E95438-7D72-4151-95E2-CCAFE31D1FDF}" dt="2026-01-30T21:08:41.496" v="933" actId="1076"/>
          <ac:spMkLst>
            <pc:docMk/>
            <pc:sldMk cId="2689044548" sldId="358"/>
            <ac:spMk id="3" creationId="{7D192D2E-0C0A-700B-46C6-22A869C135FF}"/>
          </ac:spMkLst>
        </pc:spChg>
        <pc:spChg chg="mod">
          <ac:chgData name="Luis Carlos Guevara Hernandez" userId="946bcc4c-b146-4724-978c-751fab731e0a" providerId="ADAL" clId="{E8E95438-7D72-4151-95E2-CCAFE31D1FDF}" dt="2026-01-30T21:08:41.496" v="933" actId="1076"/>
          <ac:spMkLst>
            <pc:docMk/>
            <pc:sldMk cId="2689044548" sldId="358"/>
            <ac:spMk id="8" creationId="{12D698D4-1213-4DBB-6351-68EF1285A403}"/>
          </ac:spMkLst>
        </pc:spChg>
        <pc:spChg chg="add mod">
          <ac:chgData name="Luis Carlos Guevara Hernandez" userId="946bcc4c-b146-4724-978c-751fab731e0a" providerId="ADAL" clId="{E8E95438-7D72-4151-95E2-CCAFE31D1FDF}" dt="2026-01-30T21:08:41.496" v="933" actId="1076"/>
          <ac:spMkLst>
            <pc:docMk/>
            <pc:sldMk cId="2689044548" sldId="358"/>
            <ac:spMk id="11" creationId="{A227BB79-FE81-211B-450B-98663B71A8E1}"/>
          </ac:spMkLst>
        </pc:spChg>
        <pc:spChg chg="mod">
          <ac:chgData name="Luis Carlos Guevara Hernandez" userId="946bcc4c-b146-4724-978c-751fab731e0a" providerId="ADAL" clId="{E8E95438-7D72-4151-95E2-CCAFE31D1FDF}" dt="2026-01-30T21:08:41.496" v="933" actId="1076"/>
          <ac:spMkLst>
            <pc:docMk/>
            <pc:sldMk cId="2689044548" sldId="358"/>
            <ac:spMk id="12" creationId="{17C30A54-1FCB-3DC0-7C9C-A6B6E8642C32}"/>
          </ac:spMkLst>
        </pc:spChg>
        <pc:spChg chg="add mod">
          <ac:chgData name="Luis Carlos Guevara Hernandez" userId="946bcc4c-b146-4724-978c-751fab731e0a" providerId="ADAL" clId="{E8E95438-7D72-4151-95E2-CCAFE31D1FDF}" dt="2026-01-30T21:08:41.496" v="933" actId="1076"/>
          <ac:spMkLst>
            <pc:docMk/>
            <pc:sldMk cId="2689044548" sldId="358"/>
            <ac:spMk id="14" creationId="{D56EDD53-11F0-F08C-BCC0-3D053C4F33E6}"/>
          </ac:spMkLst>
        </pc:spChg>
        <pc:spChg chg="mod">
          <ac:chgData name="Luis Carlos Guevara Hernandez" userId="946bcc4c-b146-4724-978c-751fab731e0a" providerId="ADAL" clId="{E8E95438-7D72-4151-95E2-CCAFE31D1FDF}" dt="2026-01-30T21:08:41.496" v="933" actId="1076"/>
          <ac:spMkLst>
            <pc:docMk/>
            <pc:sldMk cId="2689044548" sldId="358"/>
            <ac:spMk id="25" creationId="{DE7A2AE9-623D-DCA4-8FDB-2527F0784EB2}"/>
          </ac:spMkLst>
        </pc:spChg>
        <pc:cxnChg chg="mod">
          <ac:chgData name="Luis Carlos Guevara Hernandez" userId="946bcc4c-b146-4724-978c-751fab731e0a" providerId="ADAL" clId="{E8E95438-7D72-4151-95E2-CCAFE31D1FDF}" dt="2026-01-30T21:08:41.496" v="933" actId="1076"/>
          <ac:cxnSpMkLst>
            <pc:docMk/>
            <pc:sldMk cId="2689044548" sldId="358"/>
            <ac:cxnSpMk id="64" creationId="{1AAF53F8-89AE-8294-52E9-B304C4A956F6}"/>
          </ac:cxnSpMkLst>
        </pc:cxnChg>
      </pc:sldChg>
      <pc:sldChg chg="modSp del mod">
        <pc:chgData name="Luis Carlos Guevara Hernandez" userId="946bcc4c-b146-4724-978c-751fab731e0a" providerId="ADAL" clId="{E8E95438-7D72-4151-95E2-CCAFE31D1FDF}" dt="2026-01-30T20:49:10.968" v="748" actId="1076"/>
        <pc:sldMkLst>
          <pc:docMk/>
          <pc:sldMk cId="1692633353" sldId="362"/>
        </pc:sldMkLst>
        <pc:spChg chg="mod">
          <ac:chgData name="Luis Carlos Guevara Hernandez" userId="946bcc4c-b146-4724-978c-751fab731e0a" providerId="ADAL" clId="{E8E95438-7D72-4151-95E2-CCAFE31D1FDF}" dt="2026-01-30T20:49:10.968" v="748" actId="1076"/>
          <ac:spMkLst>
            <pc:docMk/>
            <pc:sldMk cId="1692633353" sldId="362"/>
            <ac:spMk id="7" creationId="{B85D9BA7-7B8B-28D0-EC14-FB0397723485}"/>
          </ac:spMkLst>
        </pc:spChg>
      </pc:sldChg>
      <pc:sldChg chg="modSp mod">
        <pc:chgData name="Luis Carlos Guevara Hernandez" userId="946bcc4c-b146-4724-978c-751fab731e0a" providerId="ADAL" clId="{E8E95438-7D72-4151-95E2-CCAFE31D1FDF}" dt="2026-01-30T21:09:13.339" v="935" actId="207"/>
        <pc:sldMkLst>
          <pc:docMk/>
          <pc:sldMk cId="908957816" sldId="606"/>
        </pc:sldMkLst>
        <pc:spChg chg="mod">
          <ac:chgData name="Luis Carlos Guevara Hernandez" userId="946bcc4c-b146-4724-978c-751fab731e0a" providerId="ADAL" clId="{E8E95438-7D72-4151-95E2-CCAFE31D1FDF}" dt="2026-01-30T20:36:28.340" v="560" actId="790"/>
          <ac:spMkLst>
            <pc:docMk/>
            <pc:sldMk cId="908957816" sldId="606"/>
            <ac:spMk id="5" creationId="{E799481B-753C-F935-68AD-B21F67D5DB16}"/>
          </ac:spMkLst>
        </pc:spChg>
        <pc:graphicFrameChg chg="modGraphic">
          <ac:chgData name="Luis Carlos Guevara Hernandez" userId="946bcc4c-b146-4724-978c-751fab731e0a" providerId="ADAL" clId="{E8E95438-7D72-4151-95E2-CCAFE31D1FDF}" dt="2026-01-30T21:09:13.339" v="935" actId="207"/>
          <ac:graphicFrameMkLst>
            <pc:docMk/>
            <pc:sldMk cId="908957816" sldId="606"/>
            <ac:graphicFrameMk id="3" creationId="{F31FFFF9-494E-E737-7C36-80BBDD18568A}"/>
          </ac:graphicFrameMkLst>
        </pc:graphicFrameChg>
      </pc:sldChg>
      <pc:sldChg chg="addSp delSp modSp add mod addAnim delAnim modAnim">
        <pc:chgData name="Luis Carlos Guevara Hernandez" userId="946bcc4c-b146-4724-978c-751fab731e0a" providerId="ADAL" clId="{E8E95438-7D72-4151-95E2-CCAFE31D1FDF}" dt="2026-01-30T21:13:42.585" v="970" actId="14100"/>
        <pc:sldMkLst>
          <pc:docMk/>
          <pc:sldMk cId="3756362731" sldId="607"/>
        </pc:sldMkLst>
        <pc:spChg chg="add del mod">
          <ac:chgData name="Luis Carlos Guevara Hernandez" userId="946bcc4c-b146-4724-978c-751fab731e0a" providerId="ADAL" clId="{E8E95438-7D72-4151-95E2-CCAFE31D1FDF}" dt="2026-01-30T21:13:35.576" v="966" actId="14100"/>
          <ac:spMkLst>
            <pc:docMk/>
            <pc:sldMk cId="3756362731" sldId="607"/>
            <ac:spMk id="5" creationId="{6893480E-549F-826B-BBAB-E196ED545205}"/>
          </ac:spMkLst>
        </pc:spChg>
        <pc:spChg chg="add mod">
          <ac:chgData name="Luis Carlos Guevara Hernandez" userId="946bcc4c-b146-4724-978c-751fab731e0a" providerId="ADAL" clId="{E8E95438-7D72-4151-95E2-CCAFE31D1FDF}" dt="2026-01-30T20:47:38.730" v="728" actId="1076"/>
          <ac:spMkLst>
            <pc:docMk/>
            <pc:sldMk cId="3756362731" sldId="607"/>
            <ac:spMk id="7" creationId="{1C094F5F-BE05-AC7C-0997-271C151AFB1B}"/>
          </ac:spMkLst>
        </pc:spChg>
        <pc:spChg chg="add mod">
          <ac:chgData name="Luis Carlos Guevara Hernandez" userId="946bcc4c-b146-4724-978c-751fab731e0a" providerId="ADAL" clId="{E8E95438-7D72-4151-95E2-CCAFE31D1FDF}" dt="2026-01-30T21:13:42.585" v="970" actId="14100"/>
          <ac:spMkLst>
            <pc:docMk/>
            <pc:sldMk cId="3756362731" sldId="607"/>
            <ac:spMk id="14" creationId="{3F54F4BF-A989-0165-25AF-ED5DE7151D76}"/>
          </ac:spMkLst>
        </pc:spChg>
        <pc:spChg chg="add mod">
          <ac:chgData name="Luis Carlos Guevara Hernandez" userId="946bcc4c-b146-4724-978c-751fab731e0a" providerId="ADAL" clId="{E8E95438-7D72-4151-95E2-CCAFE31D1FDF}" dt="2026-01-30T21:13:28.520" v="964" actId="1076"/>
          <ac:spMkLst>
            <pc:docMk/>
            <pc:sldMk cId="3756362731" sldId="607"/>
            <ac:spMk id="21" creationId="{ED1E19CB-1EBE-FDBC-FEA3-733F6C46A6D3}"/>
          </ac:spMkLst>
        </pc:spChg>
        <pc:spChg chg="add mod">
          <ac:chgData name="Luis Carlos Guevara Hernandez" userId="946bcc4c-b146-4724-978c-751fab731e0a" providerId="ADAL" clId="{E8E95438-7D72-4151-95E2-CCAFE31D1FDF}" dt="2026-01-30T21:13:23.569" v="961" actId="1076"/>
          <ac:spMkLst>
            <pc:docMk/>
            <pc:sldMk cId="3756362731" sldId="607"/>
            <ac:spMk id="22" creationId="{1995242A-79ED-28BF-0E42-6DC5C50AC3EF}"/>
          </ac:spMkLst>
        </pc:spChg>
        <pc:graphicFrameChg chg="mod modGraphic">
          <ac:chgData name="Luis Carlos Guevara Hernandez" userId="946bcc4c-b146-4724-978c-751fab731e0a" providerId="ADAL" clId="{E8E95438-7D72-4151-95E2-CCAFE31D1FDF}" dt="2026-01-30T20:47:38.730" v="728" actId="1076"/>
          <ac:graphicFrameMkLst>
            <pc:docMk/>
            <pc:sldMk cId="3756362731" sldId="607"/>
            <ac:graphicFrameMk id="3" creationId="{233FC190-26D4-219C-4EAE-9CEB7A82733E}"/>
          </ac:graphicFrameMkLst>
        </pc:graphicFrameChg>
      </pc:sldChg>
      <pc:sldChg chg="addSp delSp modSp add mod modAnim">
        <pc:chgData name="Luis Carlos Guevara Hernandez" userId="946bcc4c-b146-4724-978c-751fab731e0a" providerId="ADAL" clId="{E8E95438-7D72-4151-95E2-CCAFE31D1FDF}" dt="2026-01-30T20:57:58.845" v="817" actId="404"/>
        <pc:sldMkLst>
          <pc:docMk/>
          <pc:sldMk cId="3025289161" sldId="608"/>
        </pc:sldMkLst>
        <pc:spChg chg="mod">
          <ac:chgData name="Luis Carlos Guevara Hernandez" userId="946bcc4c-b146-4724-978c-751fab731e0a" providerId="ADAL" clId="{E8E95438-7D72-4151-95E2-CCAFE31D1FDF}" dt="2026-01-30T20:55:12.323" v="781" actId="14100"/>
          <ac:spMkLst>
            <pc:docMk/>
            <pc:sldMk cId="3025289161" sldId="608"/>
            <ac:spMk id="5" creationId="{0D18ABC3-780D-0B23-EB98-39B40FACB500}"/>
          </ac:spMkLst>
        </pc:spChg>
        <pc:spChg chg="mod">
          <ac:chgData name="Luis Carlos Guevara Hernandez" userId="946bcc4c-b146-4724-978c-751fab731e0a" providerId="ADAL" clId="{E8E95438-7D72-4151-95E2-CCAFE31D1FDF}" dt="2026-01-30T20:49:28.284" v="751" actId="20577"/>
          <ac:spMkLst>
            <pc:docMk/>
            <pc:sldMk cId="3025289161" sldId="608"/>
            <ac:spMk id="7" creationId="{B0829C14-C884-594D-E84E-4A1F9B11B4C1}"/>
          </ac:spMkLst>
        </pc:spChg>
        <pc:spChg chg="add mod">
          <ac:chgData name="Luis Carlos Guevara Hernandez" userId="946bcc4c-b146-4724-978c-751fab731e0a" providerId="ADAL" clId="{E8E95438-7D72-4151-95E2-CCAFE31D1FDF}" dt="2026-01-30T20:57:58.845" v="817" actId="404"/>
          <ac:spMkLst>
            <pc:docMk/>
            <pc:sldMk cId="3025289161" sldId="608"/>
            <ac:spMk id="12" creationId="{9E5E1940-8373-1DB1-23D5-74C1FF436C7B}"/>
          </ac:spMkLst>
        </pc:spChg>
        <pc:spChg chg="add mod">
          <ac:chgData name="Luis Carlos Guevara Hernandez" userId="946bcc4c-b146-4724-978c-751fab731e0a" providerId="ADAL" clId="{E8E95438-7D72-4151-95E2-CCAFE31D1FDF}" dt="2026-01-30T20:56:11.809" v="797" actId="1076"/>
          <ac:spMkLst>
            <pc:docMk/>
            <pc:sldMk cId="3025289161" sldId="608"/>
            <ac:spMk id="13" creationId="{B001377C-1D8D-A263-5105-7559C8091F49}"/>
          </ac:spMkLst>
        </pc:spChg>
        <pc:spChg chg="mod">
          <ac:chgData name="Luis Carlos Guevara Hernandez" userId="946bcc4c-b146-4724-978c-751fab731e0a" providerId="ADAL" clId="{E8E95438-7D72-4151-95E2-CCAFE31D1FDF}" dt="2026-01-30T20:56:18.669" v="799" actId="404"/>
          <ac:spMkLst>
            <pc:docMk/>
            <pc:sldMk cId="3025289161" sldId="608"/>
            <ac:spMk id="14" creationId="{A6DE3CC5-8384-4CA6-5D98-AC77663A329E}"/>
          </ac:spMkLst>
        </pc:spChg>
        <pc:spChg chg="mod">
          <ac:chgData name="Luis Carlos Guevara Hernandez" userId="946bcc4c-b146-4724-978c-751fab731e0a" providerId="ADAL" clId="{E8E95438-7D72-4151-95E2-CCAFE31D1FDF}" dt="2026-01-30T20:56:16.044" v="798" actId="404"/>
          <ac:spMkLst>
            <pc:docMk/>
            <pc:sldMk cId="3025289161" sldId="608"/>
            <ac:spMk id="21" creationId="{83625A75-7F41-3185-1ECB-DE2BDA5199C8}"/>
          </ac:spMkLst>
        </pc:spChg>
        <pc:spChg chg="mod">
          <ac:chgData name="Luis Carlos Guevara Hernandez" userId="946bcc4c-b146-4724-978c-751fab731e0a" providerId="ADAL" clId="{E8E95438-7D72-4151-95E2-CCAFE31D1FDF}" dt="2026-01-30T20:55:22.622" v="785" actId="1076"/>
          <ac:spMkLst>
            <pc:docMk/>
            <pc:sldMk cId="3025289161" sldId="608"/>
            <ac:spMk id="22" creationId="{66DB84BA-CAB1-4982-AC43-B33D902A3A66}"/>
          </ac:spMkLst>
        </pc:spChg>
        <pc:graphicFrameChg chg="mod modGraphic">
          <ac:chgData name="Luis Carlos Guevara Hernandez" userId="946bcc4c-b146-4724-978c-751fab731e0a" providerId="ADAL" clId="{E8E95438-7D72-4151-95E2-CCAFE31D1FDF}" dt="2026-01-30T20:54:27.521" v="765" actId="13926"/>
          <ac:graphicFrameMkLst>
            <pc:docMk/>
            <pc:sldMk cId="3025289161" sldId="608"/>
            <ac:graphicFrameMk id="3" creationId="{ACC8D7A3-1115-4BB4-7856-9B1197D3034B}"/>
          </ac:graphicFrameMkLst>
        </pc:graphicFrameChg>
        <pc:cxnChg chg="mod">
          <ac:chgData name="Luis Carlos Guevara Hernandez" userId="946bcc4c-b146-4724-978c-751fab731e0a" providerId="ADAL" clId="{E8E95438-7D72-4151-95E2-CCAFE31D1FDF}" dt="2026-01-30T20:55:19.567" v="784" actId="1076"/>
          <ac:cxnSpMkLst>
            <pc:docMk/>
            <pc:sldMk cId="3025289161" sldId="608"/>
            <ac:cxnSpMk id="24" creationId="{670ADCA5-23E4-BA63-5E04-AA4FEC098AAE}"/>
          </ac:cxnSpMkLst>
        </pc:cxnChg>
      </pc:sldChg>
      <pc:sldChg chg="addSp delSp modSp add mod delAnim modAnim">
        <pc:chgData name="Luis Carlos Guevara Hernandez" userId="946bcc4c-b146-4724-978c-751fab731e0a" providerId="ADAL" clId="{E8E95438-7D72-4151-95E2-CCAFE31D1FDF}" dt="2026-01-30T21:14:15.748" v="980" actId="1076"/>
        <pc:sldMkLst>
          <pc:docMk/>
          <pc:sldMk cId="2913937727" sldId="609"/>
        </pc:sldMkLst>
        <pc:spChg chg="mod">
          <ac:chgData name="Luis Carlos Guevara Hernandez" userId="946bcc4c-b146-4724-978c-751fab731e0a" providerId="ADAL" clId="{E8E95438-7D72-4151-95E2-CCAFE31D1FDF}" dt="2026-01-30T21:14:00.871" v="976" actId="1076"/>
          <ac:spMkLst>
            <pc:docMk/>
            <pc:sldMk cId="2913937727" sldId="609"/>
            <ac:spMk id="5" creationId="{A3AFD12A-4FC9-E7AB-85E3-6283F8E88CC8}"/>
          </ac:spMkLst>
        </pc:spChg>
        <pc:spChg chg="mod">
          <ac:chgData name="Luis Carlos Guevara Hernandez" userId="946bcc4c-b146-4724-978c-751fab731e0a" providerId="ADAL" clId="{E8E95438-7D72-4151-95E2-CCAFE31D1FDF}" dt="2026-01-30T20:58:13.566" v="820" actId="20577"/>
          <ac:spMkLst>
            <pc:docMk/>
            <pc:sldMk cId="2913937727" sldId="609"/>
            <ac:spMk id="7" creationId="{8FF70C98-A791-D782-7410-D6B8358B3512}"/>
          </ac:spMkLst>
        </pc:spChg>
        <pc:spChg chg="add mod">
          <ac:chgData name="Luis Carlos Guevara Hernandez" userId="946bcc4c-b146-4724-978c-751fab731e0a" providerId="ADAL" clId="{E8E95438-7D72-4151-95E2-CCAFE31D1FDF}" dt="2026-01-30T21:14:10.744" v="979" actId="14100"/>
          <ac:spMkLst>
            <pc:docMk/>
            <pc:sldMk cId="2913937727" sldId="609"/>
            <ac:spMk id="10" creationId="{4CD301CC-F5A3-7EB7-1562-101B27B98596}"/>
          </ac:spMkLst>
        </pc:spChg>
        <pc:spChg chg="add mod">
          <ac:chgData name="Luis Carlos Guevara Hernandez" userId="946bcc4c-b146-4724-978c-751fab731e0a" providerId="ADAL" clId="{E8E95438-7D72-4151-95E2-CCAFE31D1FDF}" dt="2026-01-30T21:14:07.147" v="978" actId="1076"/>
          <ac:spMkLst>
            <pc:docMk/>
            <pc:sldMk cId="2913937727" sldId="609"/>
            <ac:spMk id="15" creationId="{A606C519-8F80-DE41-0DCB-588B87FADF99}"/>
          </ac:spMkLst>
        </pc:spChg>
        <pc:spChg chg="add mod">
          <ac:chgData name="Luis Carlos Guevara Hernandez" userId="946bcc4c-b146-4724-978c-751fab731e0a" providerId="ADAL" clId="{E8E95438-7D72-4151-95E2-CCAFE31D1FDF}" dt="2026-01-30T21:14:15.748" v="980" actId="1076"/>
          <ac:spMkLst>
            <pc:docMk/>
            <pc:sldMk cId="2913937727" sldId="609"/>
            <ac:spMk id="16" creationId="{C0CE0CB8-D763-D4C5-41BA-B082110DBC99}"/>
          </ac:spMkLst>
        </pc:spChg>
        <pc:spChg chg="add mod">
          <ac:chgData name="Luis Carlos Guevara Hernandez" userId="946bcc4c-b146-4724-978c-751fab731e0a" providerId="ADAL" clId="{E8E95438-7D72-4151-95E2-CCAFE31D1FDF}" dt="2026-01-30T21:14:15.748" v="980" actId="1076"/>
          <ac:spMkLst>
            <pc:docMk/>
            <pc:sldMk cId="2913937727" sldId="609"/>
            <ac:spMk id="17" creationId="{630952AA-04BE-4AE4-1D75-6759D64C3870}"/>
          </ac:spMkLst>
        </pc:spChg>
        <pc:graphicFrameChg chg="mod modGraphic">
          <ac:chgData name="Luis Carlos Guevara Hernandez" userId="946bcc4c-b146-4724-978c-751fab731e0a" providerId="ADAL" clId="{E8E95438-7D72-4151-95E2-CCAFE31D1FDF}" dt="2026-01-30T20:59:00.266" v="826" actId="20577"/>
          <ac:graphicFrameMkLst>
            <pc:docMk/>
            <pc:sldMk cId="2913937727" sldId="609"/>
            <ac:graphicFrameMk id="3" creationId="{918CFB92-4206-5296-A896-78038F79A162}"/>
          </ac:graphicFrameMkLst>
        </pc:graphicFrameChg>
      </pc:sldChg>
      <pc:sldChg chg="addSp delSp modSp add mod delAnim modAnim">
        <pc:chgData name="Luis Carlos Guevara Hernandez" userId="946bcc4c-b146-4724-978c-751fab731e0a" providerId="ADAL" clId="{E8E95438-7D72-4151-95E2-CCAFE31D1FDF}" dt="2026-01-30T21:14:32.567" v="987" actId="14100"/>
        <pc:sldMkLst>
          <pc:docMk/>
          <pc:sldMk cId="1049868823" sldId="610"/>
        </pc:sldMkLst>
        <pc:spChg chg="mod">
          <ac:chgData name="Luis Carlos Guevara Hernandez" userId="946bcc4c-b146-4724-978c-751fab731e0a" providerId="ADAL" clId="{E8E95438-7D72-4151-95E2-CCAFE31D1FDF}" dt="2026-01-30T21:14:25.881" v="984" actId="1076"/>
          <ac:spMkLst>
            <pc:docMk/>
            <pc:sldMk cId="1049868823" sldId="610"/>
            <ac:spMk id="5" creationId="{FDF12ADB-616A-9AD7-5FDA-CA83202819B1}"/>
          </ac:spMkLst>
        </pc:spChg>
        <pc:spChg chg="mod">
          <ac:chgData name="Luis Carlos Guevara Hernandez" userId="946bcc4c-b146-4724-978c-751fab731e0a" providerId="ADAL" clId="{E8E95438-7D72-4151-95E2-CCAFE31D1FDF}" dt="2026-01-30T21:02:32.229" v="860" actId="20577"/>
          <ac:spMkLst>
            <pc:docMk/>
            <pc:sldMk cId="1049868823" sldId="610"/>
            <ac:spMk id="7" creationId="{463A249E-DDA9-53FC-4666-8E79BE04DAB6}"/>
          </ac:spMkLst>
        </pc:spChg>
        <pc:spChg chg="add mod">
          <ac:chgData name="Luis Carlos Guevara Hernandez" userId="946bcc4c-b146-4724-978c-751fab731e0a" providerId="ADAL" clId="{E8E95438-7D72-4151-95E2-CCAFE31D1FDF}" dt="2026-01-30T21:14:32.567" v="987" actId="14100"/>
          <ac:spMkLst>
            <pc:docMk/>
            <pc:sldMk cId="1049868823" sldId="610"/>
            <ac:spMk id="10" creationId="{F56C0538-3182-7C39-81C6-FB893FA3357A}"/>
          </ac:spMkLst>
        </pc:spChg>
        <pc:spChg chg="add mod">
          <ac:chgData name="Luis Carlos Guevara Hernandez" userId="946bcc4c-b146-4724-978c-751fab731e0a" providerId="ADAL" clId="{E8E95438-7D72-4151-95E2-CCAFE31D1FDF}" dt="2026-01-30T21:14:29.426" v="986" actId="1076"/>
          <ac:spMkLst>
            <pc:docMk/>
            <pc:sldMk cId="1049868823" sldId="610"/>
            <ac:spMk id="14" creationId="{EF6389CE-C697-1A0B-245E-2A9192AA1DC4}"/>
          </ac:spMkLst>
        </pc:spChg>
        <pc:graphicFrameChg chg="mod modGraphic">
          <ac:chgData name="Luis Carlos Guevara Hernandez" userId="946bcc4c-b146-4724-978c-751fab731e0a" providerId="ADAL" clId="{E8E95438-7D72-4151-95E2-CCAFE31D1FDF}" dt="2026-01-30T21:04:06.470" v="863" actId="13926"/>
          <ac:graphicFrameMkLst>
            <pc:docMk/>
            <pc:sldMk cId="1049868823" sldId="610"/>
            <ac:graphicFrameMk id="3" creationId="{EADB77CA-2D0F-D73B-715A-4E3CB993A742}"/>
          </ac:graphicFrameMkLst>
        </pc:graphicFrameChg>
      </pc:sldChg>
      <pc:sldChg chg="addSp delSp modSp add mod delAnim modAnim">
        <pc:chgData name="Luis Carlos Guevara Hernandez" userId="946bcc4c-b146-4724-978c-751fab731e0a" providerId="ADAL" clId="{E8E95438-7D72-4151-95E2-CCAFE31D1FDF}" dt="2026-01-30T21:07:55.960" v="923" actId="20577"/>
        <pc:sldMkLst>
          <pc:docMk/>
          <pc:sldMk cId="4280199482" sldId="611"/>
        </pc:sldMkLst>
        <pc:spChg chg="mod">
          <ac:chgData name="Luis Carlos Guevara Hernandez" userId="946bcc4c-b146-4724-978c-751fab731e0a" providerId="ADAL" clId="{E8E95438-7D72-4151-95E2-CCAFE31D1FDF}" dt="2026-01-30T21:05:18.029" v="883" actId="20577"/>
          <ac:spMkLst>
            <pc:docMk/>
            <pc:sldMk cId="4280199482" sldId="611"/>
            <ac:spMk id="7" creationId="{0530D945-C65E-6F1C-7999-F0AF6B76CFB7}"/>
          </ac:spMkLst>
        </pc:spChg>
        <pc:spChg chg="add mod">
          <ac:chgData name="Luis Carlos Guevara Hernandez" userId="946bcc4c-b146-4724-978c-751fab731e0a" providerId="ADAL" clId="{E8E95438-7D72-4151-95E2-CCAFE31D1FDF}" dt="2026-01-30T21:07:17.746" v="912" actId="404"/>
          <ac:spMkLst>
            <pc:docMk/>
            <pc:sldMk cId="4280199482" sldId="611"/>
            <ac:spMk id="8" creationId="{129F6D4E-93B7-F8E8-B336-2C9D5E304EE2}"/>
          </ac:spMkLst>
        </pc:spChg>
        <pc:spChg chg="add mod">
          <ac:chgData name="Luis Carlos Guevara Hernandez" userId="946bcc4c-b146-4724-978c-751fab731e0a" providerId="ADAL" clId="{E8E95438-7D72-4151-95E2-CCAFE31D1FDF}" dt="2026-01-30T21:06:54.846" v="907" actId="1076"/>
          <ac:spMkLst>
            <pc:docMk/>
            <pc:sldMk cId="4280199482" sldId="611"/>
            <ac:spMk id="10" creationId="{7CA047AF-51D6-97A4-0E17-CED63B201AC4}"/>
          </ac:spMkLst>
        </pc:spChg>
        <pc:spChg chg="add mod">
          <ac:chgData name="Luis Carlos Guevara Hernandez" userId="946bcc4c-b146-4724-978c-751fab731e0a" providerId="ADAL" clId="{E8E95438-7D72-4151-95E2-CCAFE31D1FDF}" dt="2026-01-30T21:07:55.960" v="923" actId="20577"/>
          <ac:spMkLst>
            <pc:docMk/>
            <pc:sldMk cId="4280199482" sldId="611"/>
            <ac:spMk id="12" creationId="{1E71C6A1-6AF1-B74E-DF90-CFE5F253480C}"/>
          </ac:spMkLst>
        </pc:spChg>
        <pc:spChg chg="mod">
          <ac:chgData name="Luis Carlos Guevara Hernandez" userId="946bcc4c-b146-4724-978c-751fab731e0a" providerId="ADAL" clId="{E8E95438-7D72-4151-95E2-CCAFE31D1FDF}" dt="2026-01-30T21:06:48.913" v="905" actId="14100"/>
          <ac:spMkLst>
            <pc:docMk/>
            <pc:sldMk cId="4280199482" sldId="611"/>
            <ac:spMk id="21" creationId="{D58B9451-2EB7-349D-0E0A-D7FE8A556F26}"/>
          </ac:spMkLst>
        </pc:spChg>
        <pc:spChg chg="mod">
          <ac:chgData name="Luis Carlos Guevara Hernandez" userId="946bcc4c-b146-4724-978c-751fab731e0a" providerId="ADAL" clId="{E8E95438-7D72-4151-95E2-CCAFE31D1FDF}" dt="2026-01-30T21:06:27.702" v="899" actId="1076"/>
          <ac:spMkLst>
            <pc:docMk/>
            <pc:sldMk cId="4280199482" sldId="611"/>
            <ac:spMk id="22" creationId="{B8335C4C-43C7-DA2C-5BD0-A6EFD9318317}"/>
          </ac:spMkLst>
        </pc:spChg>
        <pc:graphicFrameChg chg="mod modGraphic">
          <ac:chgData name="Luis Carlos Guevara Hernandez" userId="946bcc4c-b146-4724-978c-751fab731e0a" providerId="ADAL" clId="{E8E95438-7D72-4151-95E2-CCAFE31D1FDF}" dt="2026-01-30T21:06:08.817" v="896" actId="20577"/>
          <ac:graphicFrameMkLst>
            <pc:docMk/>
            <pc:sldMk cId="4280199482" sldId="611"/>
            <ac:graphicFrameMk id="3" creationId="{FC78BD1C-8543-1829-896D-DCA58ADD8F94}"/>
          </ac:graphicFrameMkLst>
        </pc:graphicFrameChg>
      </pc:sldChg>
      <pc:sldChg chg="addSp delSp modSp add mod delAnim modAnim">
        <pc:chgData name="Luis Carlos Guevara Hernandez" userId="946bcc4c-b146-4724-978c-751fab731e0a" providerId="ADAL" clId="{E8E95438-7D72-4151-95E2-CCAFE31D1FDF}" dt="2026-01-30T21:12:49.163" v="956" actId="20577"/>
        <pc:sldMkLst>
          <pc:docMk/>
          <pc:sldMk cId="3346293530" sldId="612"/>
        </pc:sldMkLst>
        <pc:spChg chg="mod">
          <ac:chgData name="Luis Carlos Guevara Hernandez" userId="946bcc4c-b146-4724-978c-751fab731e0a" providerId="ADAL" clId="{E8E95438-7D72-4151-95E2-CCAFE31D1FDF}" dt="2026-01-30T21:09:49.644" v="938" actId="20577"/>
          <ac:spMkLst>
            <pc:docMk/>
            <pc:sldMk cId="3346293530" sldId="612"/>
            <ac:spMk id="7" creationId="{8957ACCC-7319-C4A9-BE81-84BA441C5F85}"/>
          </ac:spMkLst>
        </pc:spChg>
        <pc:spChg chg="mod">
          <ac:chgData name="Luis Carlos Guevara Hernandez" userId="946bcc4c-b146-4724-978c-751fab731e0a" providerId="ADAL" clId="{E8E95438-7D72-4151-95E2-CCAFE31D1FDF}" dt="2026-01-30T21:12:49.163" v="956" actId="20577"/>
          <ac:spMkLst>
            <pc:docMk/>
            <pc:sldMk cId="3346293530" sldId="612"/>
            <ac:spMk id="12" creationId="{7FBA317A-EF91-5EB3-1F4D-7FDB9F1FE3E3}"/>
          </ac:spMkLst>
        </pc:spChg>
        <pc:graphicFrameChg chg="mod modGraphic">
          <ac:chgData name="Luis Carlos Guevara Hernandez" userId="946bcc4c-b146-4724-978c-751fab731e0a" providerId="ADAL" clId="{E8E95438-7D72-4151-95E2-CCAFE31D1FDF}" dt="2026-01-30T21:12:00.579" v="944" actId="13926"/>
          <ac:graphicFrameMkLst>
            <pc:docMk/>
            <pc:sldMk cId="3346293530" sldId="612"/>
            <ac:graphicFrameMk id="3" creationId="{0601E194-C9D8-AA8E-DEAE-D528D7F78F2A}"/>
          </ac:graphicFrameMkLst>
        </pc:graphicFrameChg>
      </pc:sldChg>
      <pc:sldChg chg="add">
        <pc:chgData name="Luis Carlos Guevara Hernandez" userId="946bcc4c-b146-4724-978c-751fab731e0a" providerId="ADAL" clId="{E8E95438-7D72-4151-95E2-CCAFE31D1FDF}" dt="2026-01-30T21:18:23.010" v="1025"/>
        <pc:sldMkLst>
          <pc:docMk/>
          <pc:sldMk cId="1513725572" sldId="6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FB681-422F-492A-A538-67B2BCA02B73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808D-F8FF-4F45-9B49-F778C5ECC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9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F883-26F1-C88D-39E0-05B1585B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26A0A-87C0-6E67-F54D-D27C4ADA9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1D0EB-8CB2-3809-1281-4193917DE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198D-9C4B-1CE6-9ACF-0A487F50D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231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0460-9FDB-289B-09F1-5C112266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60EA9-45A7-CD61-E7FC-0D3415F0E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76D46-14AE-24BA-E2CD-DD095150E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31E7B-FD46-72CE-BCC8-C29D5AAD5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3764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8808D-F8FF-4F45-9B49-F778C5ECCDC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0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81D6-6BBC-B345-CB67-7D90847E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356B4-54B2-200A-3AC4-7E6303DC0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16B37-485A-8224-DFE2-E22C3DC44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678DF-E0C1-798F-3C57-C0DA4B40A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294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B0C1-B9BF-BD99-9166-740B8040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57649-A7B1-AF2C-F907-C8FBBBBBE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A2380-B92C-51C3-8705-B0DFABEF4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B2857-D48B-3A39-14B3-E617C398E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8808D-F8FF-4F45-9B49-F778C5ECCDC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145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0B5D-FC5A-D4C9-C530-19C74121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62E9B-5139-5596-AA2B-5A55835AE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9E274-5C8C-62B9-2E82-7FB80F2E1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0416D-22CE-C280-3CA3-BD57BEE94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8808D-F8FF-4F45-9B49-F778C5ECCDC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191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8808D-F8FF-4F45-9B49-F778C5ECCDC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235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C9F4-9E74-4A4F-7DB4-B227FFF0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87F05-8B00-35B6-52BA-6B80D9F7D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09CD4-9CA5-D243-CD1E-263FE2EA2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40545-BC90-524D-DCF5-F1EA741FF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772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75FA-DA90-906E-3F1E-6D564462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D6C2-B2DB-8DF1-04D5-FA5D52DED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AB779-AD22-BA6B-85A6-88966E6C9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3FC0D-8E2D-4849-5A44-5B7F509BA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588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F5CF5-CBA0-D055-26F8-9655A39B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44D3F-D333-D3F1-ADC1-055E7262D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3F331-66D0-C821-55E7-6C8784BCB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9697C-3A64-BEF9-2F75-2744A9C80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735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0D83-28ED-C3B5-FCF4-1CDF52F8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70174-11E9-9210-ADB4-7CF311276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412E9-0AFE-A19D-FAC3-978F02A99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5A9DE-45C3-B9D4-7AD6-3D01FFC1B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460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1F57-41BF-B385-56DD-19AB07C4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A5AE2-EB0E-400D-61C0-F7021918D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F46E3-0A59-0CF8-9C63-3A10DCEEB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1CF2E-3C92-80D7-9F56-668B94819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384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BD98-9EE2-44BC-642D-BA95F412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E3C7C-8AB7-F593-17EC-9A45293DB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43C6D-D74A-8893-999D-C2F315AC6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D3530-BA57-CFDF-C971-DEA7EA41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155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8AD0-2978-134F-BDE6-6B3DE456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57270-C7D9-E5E2-F00E-21FFF9314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1AD04-3470-4872-1A3D-15D903DFD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D695D-D992-A38E-230F-0B6D803F2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642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5767-CA4F-5DE1-9296-C71C625B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6ADCD-765D-2A9B-262A-A930A170E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DB8CD-05EC-4A21-153A-C73D781D3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4F00D-51BA-B0F8-2124-04B9AAE1D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096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D576-82B5-7D23-7ED9-3F5270E56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95CBD-7677-718A-9D60-AC8BFBB50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D8870-5EB3-D237-47A0-AEE0BA6A4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7072-9835-1E70-7CC5-737CB965A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648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2B8BD-84E6-A4E4-78CA-56338BC1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58602-6055-D3C8-E4CB-4B398D4E3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4692A-DFD3-AF7C-F825-FE68062F2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F91F-4465-8E32-1A94-96AF8973E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159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A8B4-2714-2616-71B3-8F85230E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97851-D93A-86BB-7A7B-A1A40FECB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C5A5A-25AC-8F56-52FD-37F1686F1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17A37-CA87-5EAF-1B60-CE1645B9F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50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7979" y="635574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8/02/2026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 dirty="0"/>
              <a:t>Data </a:t>
            </a:r>
            <a:r>
              <a:rPr lang="es-CO" dirty="0" err="1"/>
              <a:t>analysis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8/02/2026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1618DE-C54F-193B-DBCC-D6A939FB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8/02/2026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4ED399-6FD4-2535-A835-ACCAD9E6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0C23ED-7B40-1209-1274-53B29E23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8/02/2026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503D-13EA-A43F-9429-828FB64E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8/02/2026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7C0C2EF-D2C8-DD6B-2319-FAFD5B82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8/02/2026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9FFDD5-6692-2401-BAB9-B10D4972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8/02/2026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F9FF4A-A10B-6320-ECE3-A7B5A711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8/02/2026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5E806EC-8377-227F-578A-BEE63E01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>
            <a:lvl1pPr>
              <a:defRPr/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8/02/2026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69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>
            <a:lvl1pPr>
              <a:defRPr/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8/02/2026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77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00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8/02/2026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6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8/02/2026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320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8/02/2026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01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8/02/2026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Métodos cuantitativos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44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8/02/2026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Métodos cuantitativos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306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8/02/2026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40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73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2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 noProof="0" dirty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8/02/2026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1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externadoedu-my.sharepoint.com/:w:/g/personal/luis_guevara_uexternado_edu_co/IQBNpEtpRTa9T79RVke-3aOBAcq_WbM3ciuQ-ungugUZkjA?e=wkO88d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6788-9B09-5349-D118-4E4BEB03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BF3657-58D6-DBBE-F1CE-E5426413E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65082"/>
          </a:xfrm>
          <a:prstGeom prst="rect">
            <a:avLst/>
          </a:prstGeom>
          <a:gradFill flip="none" rotWithShape="1">
            <a:gsLst>
              <a:gs pos="85000">
                <a:srgbClr val="F22D1C"/>
              </a:gs>
              <a:gs pos="7000">
                <a:srgbClr val="FF5050">
                  <a:alpha val="94902"/>
                </a:srgbClr>
              </a:gs>
              <a:gs pos="0">
                <a:srgbClr val="FF7C80"/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97998-24A6-E58B-7427-10108A76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noProof="0" smtClean="0">
                <a:solidFill>
                  <a:schemeClr val="bg1"/>
                </a:solidFill>
              </a:rPr>
              <a:t>1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85BBE-6A3C-76BC-1E4E-4633B31C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45D0-70B0-405D-A6BF-798C9CBE9027}" type="datetime1">
              <a:rPr lang="en-US" noProof="0" smtClean="0">
                <a:solidFill>
                  <a:schemeClr val="bg1"/>
                </a:solidFill>
              </a:rPr>
              <a:t>2/8/2026</a:t>
            </a:fld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2050" name="Picture 2" descr="Foro Enseñanza e Investigación de las Políticas Públicas en Colombia – En  homenaje a Luis Fernando Aguilar Villanueva">
            <a:extLst>
              <a:ext uri="{FF2B5EF4-FFF2-40B4-BE49-F238E27FC236}">
                <a16:creationId xmlns:a16="http://schemas.microsoft.com/office/drawing/2014/main" id="{3D5ACA37-D931-9F8A-4AB4-8B3006B03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39588"/>
          <a:stretch/>
        </p:blipFill>
        <p:spPr bwMode="auto">
          <a:xfrm>
            <a:off x="1063942" y="266365"/>
            <a:ext cx="1843086" cy="6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66C288-8C3D-F6F4-52D9-66CA6570B7E9}"/>
              </a:ext>
            </a:extLst>
          </p:cNvPr>
          <p:cNvSpPr txBox="1"/>
          <p:nvPr/>
        </p:nvSpPr>
        <p:spPr>
          <a:xfrm>
            <a:off x="1071562" y="1671726"/>
            <a:ext cx="6487478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sz="4800" noProof="0">
                <a:solidFill>
                  <a:schemeClr val="bg1"/>
                </a:solidFill>
                <a:latin typeface="Aptos Black" panose="020F0502020204030204" pitchFamily="34" charset="0"/>
              </a:rPr>
              <a:t>Problem and research questions</a:t>
            </a:r>
            <a:endParaRPr lang="en-US" sz="4800" noProof="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A8BC9B29-8E8B-E72B-CDF0-B164A72AA9EA}"/>
              </a:ext>
            </a:extLst>
          </p:cNvPr>
          <p:cNvSpPr txBox="1">
            <a:spLocks/>
          </p:cNvSpPr>
          <p:nvPr/>
        </p:nvSpPr>
        <p:spPr>
          <a:xfrm>
            <a:off x="1071562" y="3899334"/>
            <a:ext cx="7557871" cy="15766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 noProof="0" dirty="0">
                <a:solidFill>
                  <a:schemeClr val="bg1"/>
                </a:solidFill>
                <a:latin typeface="Corbel Light" panose="020B0303020204020204" pitchFamily="34" charset="0"/>
              </a:rPr>
              <a:t>Luis Carlos Guevara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noProof="0" dirty="0">
              <a:solidFill>
                <a:schemeClr val="bg1"/>
              </a:solidFill>
              <a:latin typeface="Corbel Light" panose="020B0303020204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noProof="0" dirty="0">
                <a:solidFill>
                  <a:schemeClr val="bg1"/>
                </a:solidFill>
                <a:latin typeface="Corbel Light" panose="020B0303020204020204" pitchFamily="34" charset="0"/>
              </a:rPr>
              <a:t>Faculty of Finance, </a:t>
            </a:r>
            <a:br>
              <a:rPr lang="en-US" sz="1800" noProof="0" dirty="0">
                <a:solidFill>
                  <a:schemeClr val="bg1"/>
                </a:solidFill>
                <a:latin typeface="Corbel Light" panose="020B0303020204020204" pitchFamily="34" charset="0"/>
              </a:rPr>
            </a:br>
            <a:r>
              <a:rPr lang="en-US" sz="1800" noProof="0" dirty="0">
                <a:solidFill>
                  <a:schemeClr val="bg1"/>
                </a:solidFill>
                <a:latin typeface="Corbel Light" panose="020B0303020204020204" pitchFamily="34" charset="0"/>
              </a:rPr>
              <a:t>Government and International Relations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800" noProof="0" dirty="0">
                <a:solidFill>
                  <a:schemeClr val="bg1"/>
                </a:solidFill>
                <a:latin typeface="Corbel Light" panose="020B0303020204020204" pitchFamily="34" charset="0"/>
              </a:rPr>
            </a:br>
            <a:r>
              <a:rPr lang="en-US" sz="1800" noProof="0" dirty="0">
                <a:solidFill>
                  <a:schemeClr val="bg1"/>
                </a:solidFill>
                <a:latin typeface="Corbel Light" panose="020B0303020204020204" pitchFamily="34" charset="0"/>
              </a:rPr>
              <a:t>2026-I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E1E167-E5FC-5136-BA5F-036AD5F1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3800" y="3257462"/>
            <a:ext cx="1097280" cy="120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82B1AA-2EB1-99B4-4581-9B66D03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5855" y="3268161"/>
            <a:ext cx="1097280" cy="1209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E4C797-F63C-9B00-DFDE-05C361538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97910" y="3268161"/>
            <a:ext cx="1097280" cy="120915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CE886-DF80-E6D9-2F50-B3620DC1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9965" y="3268161"/>
            <a:ext cx="1097280" cy="120915"/>
          </a:xfrm>
          <a:prstGeom prst="rect">
            <a:avLst/>
          </a:prstGeom>
          <a:solidFill>
            <a:srgbClr val="C0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758066-8FBA-CB7E-D1F0-6013F1582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3448" y="3268161"/>
            <a:ext cx="1097280" cy="1209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1188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075B2-818C-3B39-EB65-1CA47271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B12AE-2C65-A55C-F4D0-36ACB33C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67F66-C804-0243-0C5F-93631C3F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65FA-8C59-11E9-28ED-79A95421A32E}"/>
              </a:ext>
            </a:extLst>
          </p:cNvPr>
          <p:cNvSpPr txBox="1"/>
          <p:nvPr/>
        </p:nvSpPr>
        <p:spPr>
          <a:xfrm>
            <a:off x="2560280" y="2323064"/>
            <a:ext cx="181786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Philosophical assumptions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08134-45FE-324D-0EE2-8B55013B794A}"/>
              </a:ext>
            </a:extLst>
          </p:cNvPr>
          <p:cNvSpPr txBox="1"/>
          <p:nvPr/>
        </p:nvSpPr>
        <p:spPr>
          <a:xfrm>
            <a:off x="7870579" y="2301648"/>
            <a:ext cx="1593605" cy="54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Research designs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103D3-1822-42A4-D8B4-9E4396C30463}"/>
              </a:ext>
            </a:extLst>
          </p:cNvPr>
          <p:cNvSpPr txBox="1"/>
          <p:nvPr/>
        </p:nvSpPr>
        <p:spPr>
          <a:xfrm>
            <a:off x="5050631" y="4628188"/>
            <a:ext cx="1935004" cy="77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Methods for data collection, analysis, and interpretation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9BB486-6A97-26E4-7926-E91AF99E8A9D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>
            <a:off x="3469214" y="2825766"/>
            <a:ext cx="1581417" cy="2190862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424CCC-CD99-176E-30D5-81AB210C9A01}"/>
              </a:ext>
            </a:extLst>
          </p:cNvPr>
          <p:cNvSpPr txBox="1"/>
          <p:nvPr/>
        </p:nvSpPr>
        <p:spPr>
          <a:xfrm>
            <a:off x="2614955" y="2929930"/>
            <a:ext cx="11989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Positivist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Constructivist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Transformative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Pragmatic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D641D4-8608-B4FF-5870-CCD0DD120B2F}"/>
              </a:ext>
            </a:extLst>
          </p:cNvPr>
          <p:cNvSpPr txBox="1"/>
          <p:nvPr/>
        </p:nvSpPr>
        <p:spPr>
          <a:xfrm>
            <a:off x="5177475" y="5417025"/>
            <a:ext cx="1823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Questions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Collection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Interpretation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Validation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5BA668-AAC7-4F4F-56F7-3993BC889CBF}"/>
              </a:ext>
            </a:extLst>
          </p:cNvPr>
          <p:cNvCxnSpPr>
            <a:cxnSpLocks/>
            <a:stCxn id="10" idx="3"/>
            <a:endCxn id="8" idx="2"/>
          </p:cNvCxnSpPr>
          <p:nvPr/>
        </p:nvCxnSpPr>
        <p:spPr>
          <a:xfrm flipV="1">
            <a:off x="6985635" y="2847182"/>
            <a:ext cx="1681747" cy="2169446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2DDBA0-41CE-DC45-83A0-13C78CDB213F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4378148" y="2574415"/>
            <a:ext cx="3492431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2B071A-A2FE-0812-3138-97A74E13FC9E}"/>
              </a:ext>
            </a:extLst>
          </p:cNvPr>
          <p:cNvSpPr txBox="1"/>
          <p:nvPr/>
        </p:nvSpPr>
        <p:spPr>
          <a:xfrm>
            <a:off x="8527113" y="3014568"/>
            <a:ext cx="172490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Quantitative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Qualitative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Mixed Methods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DDD9B7-9054-8848-F5A6-649E2795994A}"/>
              </a:ext>
            </a:extLst>
          </p:cNvPr>
          <p:cNvSpPr txBox="1"/>
          <p:nvPr/>
        </p:nvSpPr>
        <p:spPr>
          <a:xfrm>
            <a:off x="4904923" y="3252839"/>
            <a:ext cx="2223141" cy="566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Approaches to research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ED493A15-B354-177B-A641-AE5F46E18F29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A Framework for Research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51047D-935F-AF36-6C7E-1FFCCF942653}"/>
              </a:ext>
            </a:extLst>
          </p:cNvPr>
          <p:cNvSpPr/>
          <p:nvPr/>
        </p:nvSpPr>
        <p:spPr>
          <a:xfrm>
            <a:off x="176554" y="6355744"/>
            <a:ext cx="2531135" cy="41335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172A9-76D1-98ED-666F-783A589B8F11}"/>
              </a:ext>
            </a:extLst>
          </p:cNvPr>
          <p:cNvSpPr txBox="1"/>
          <p:nvPr/>
        </p:nvSpPr>
        <p:spPr>
          <a:xfrm>
            <a:off x="7661028" y="897559"/>
            <a:ext cx="2012817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Research problem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2185B-EFC4-FA1F-E256-119927F1FD56}"/>
              </a:ext>
            </a:extLst>
          </p:cNvPr>
          <p:cNvSpPr txBox="1"/>
          <p:nvPr/>
        </p:nvSpPr>
        <p:spPr>
          <a:xfrm>
            <a:off x="7661028" y="1600700"/>
            <a:ext cx="2012817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Research question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455FD5-15BF-88E4-D9BD-A3D7A783C43B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8667437" y="1212773"/>
            <a:ext cx="0" cy="387927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73DD61-1C11-7FEB-6EE6-88FFEE9B5DAE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8667382" y="1915914"/>
            <a:ext cx="55" cy="385734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F398DA6-7382-0927-23EB-B74BAB58E10E}"/>
              </a:ext>
            </a:extLst>
          </p:cNvPr>
          <p:cNvSpPr txBox="1"/>
          <p:nvPr/>
        </p:nvSpPr>
        <p:spPr>
          <a:xfrm>
            <a:off x="8527113" y="4743861"/>
            <a:ext cx="1593605" cy="546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Innovation in research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85CFC5-2DF8-9464-5168-A0C6E3F91E9B}"/>
              </a:ext>
            </a:extLst>
          </p:cNvPr>
          <p:cNvCxnSpPr>
            <a:cxnSpLocks/>
            <a:stCxn id="27" idx="1"/>
            <a:endCxn id="10" idx="3"/>
          </p:cNvCxnSpPr>
          <p:nvPr/>
        </p:nvCxnSpPr>
        <p:spPr>
          <a:xfrm flipH="1" flipV="1">
            <a:off x="6985635" y="5016628"/>
            <a:ext cx="1541478" cy="257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09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3" grpId="0"/>
      <p:bldP spid="18" grpId="0"/>
      <p:bldP spid="28" grpId="0"/>
      <p:bldP spid="31" grpId="0"/>
      <p:bldP spid="5" grpId="0"/>
      <p:bldP spid="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22724-660A-5391-C5DB-6B63A0AB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F59B1-E0DF-17D2-7508-EF7C3AE2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7A1BE-1277-DA7F-5466-EB7367E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B7CA7-7297-DD62-BEF9-CCE4BEE51982}"/>
              </a:ext>
            </a:extLst>
          </p:cNvPr>
          <p:cNvSpPr txBox="1"/>
          <p:nvPr/>
        </p:nvSpPr>
        <p:spPr>
          <a:xfrm>
            <a:off x="1004692" y="1910214"/>
            <a:ext cx="181786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600"/>
              </a:lnSpc>
              <a:defRPr/>
            </a:pPr>
            <a:r>
              <a:rPr lang="en-US" sz="1400" b="1" noProof="0" dirty="0">
                <a:solidFill>
                  <a:prstClr val="white"/>
                </a:solidFill>
                <a:latin typeface="Corbel" panose="020B0503020204020204" pitchFamily="34" charset="0"/>
              </a:rPr>
              <a:t>Philosophical assumptions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E502A-2DCC-4242-A153-297221BD11C4}"/>
              </a:ext>
            </a:extLst>
          </p:cNvPr>
          <p:cNvSpPr txBox="1"/>
          <p:nvPr/>
        </p:nvSpPr>
        <p:spPr>
          <a:xfrm>
            <a:off x="1116823" y="3322445"/>
            <a:ext cx="1593605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Research design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6A6B37-56D5-9BF4-D9A7-4AEB8252D70B}"/>
              </a:ext>
            </a:extLst>
          </p:cNvPr>
          <p:cNvCxnSpPr>
            <a:cxnSpLocks/>
            <a:stCxn id="25" idx="1"/>
            <a:endCxn id="8" idx="3"/>
          </p:cNvCxnSpPr>
          <p:nvPr/>
        </p:nvCxnSpPr>
        <p:spPr>
          <a:xfrm flipH="1">
            <a:off x="2710428" y="3473445"/>
            <a:ext cx="1099066" cy="6351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45065E-6739-8AD8-920F-79120CDF67AF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913626" y="2412916"/>
            <a:ext cx="0" cy="909529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ítulo 1">
            <a:extLst>
              <a:ext uri="{FF2B5EF4-FFF2-40B4-BE49-F238E27FC236}">
                <a16:creationId xmlns:a16="http://schemas.microsoft.com/office/drawing/2014/main" id="{9C4027DE-9A5C-AB99-98E4-ECC525DBBE61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7847800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A Framework for Research, from the problem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F6967E-0918-ACD2-43C1-3FD5824D4EA6}"/>
              </a:ext>
            </a:extLst>
          </p:cNvPr>
          <p:cNvSpPr txBox="1"/>
          <p:nvPr/>
        </p:nvSpPr>
        <p:spPr>
          <a:xfrm>
            <a:off x="3809494" y="3316094"/>
            <a:ext cx="1015445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Sampling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D1CBDA-557A-7B45-4281-8177B12A4F17}"/>
              </a:ext>
            </a:extLst>
          </p:cNvPr>
          <p:cNvSpPr txBox="1"/>
          <p:nvPr/>
        </p:nvSpPr>
        <p:spPr>
          <a:xfrm>
            <a:off x="5329250" y="3322445"/>
            <a:ext cx="894838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Ethics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A688729-7AFA-8000-57D9-A23C20901609}"/>
              </a:ext>
            </a:extLst>
          </p:cNvPr>
          <p:cNvCxnSpPr>
            <a:cxnSpLocks/>
            <a:stCxn id="32" idx="1"/>
            <a:endCxn id="25" idx="3"/>
          </p:cNvCxnSpPr>
          <p:nvPr/>
        </p:nvCxnSpPr>
        <p:spPr>
          <a:xfrm flipH="1" flipV="1">
            <a:off x="4824939" y="3473445"/>
            <a:ext cx="504311" cy="5422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90ED84-73E7-5048-C205-382F8E418AA3}"/>
              </a:ext>
            </a:extLst>
          </p:cNvPr>
          <p:cNvSpPr txBox="1"/>
          <p:nvPr/>
        </p:nvSpPr>
        <p:spPr>
          <a:xfrm>
            <a:off x="6695111" y="3322445"/>
            <a:ext cx="1252961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Measurement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3666A0-8DCA-E62E-D3CB-ABBA4ECD1766}"/>
              </a:ext>
            </a:extLst>
          </p:cNvPr>
          <p:cNvCxnSpPr>
            <a:cxnSpLocks/>
            <a:stCxn id="39" idx="1"/>
            <a:endCxn id="32" idx="3"/>
          </p:cNvCxnSpPr>
          <p:nvPr/>
        </p:nvCxnSpPr>
        <p:spPr>
          <a:xfrm flipH="1">
            <a:off x="6224088" y="3478867"/>
            <a:ext cx="471023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81D45B3-CD8E-567A-8C17-4211A9109521}"/>
              </a:ext>
            </a:extLst>
          </p:cNvPr>
          <p:cNvSpPr txBox="1"/>
          <p:nvPr/>
        </p:nvSpPr>
        <p:spPr>
          <a:xfrm>
            <a:off x="8378235" y="3322444"/>
            <a:ext cx="942048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Analysis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016BA4-8F82-23D9-F8A5-B3F38FEA42C2}"/>
              </a:ext>
            </a:extLst>
          </p:cNvPr>
          <p:cNvCxnSpPr>
            <a:cxnSpLocks/>
            <a:stCxn id="41" idx="1"/>
            <a:endCxn id="39" idx="3"/>
          </p:cNvCxnSpPr>
          <p:nvPr/>
        </p:nvCxnSpPr>
        <p:spPr>
          <a:xfrm flipH="1">
            <a:off x="7948072" y="3478866"/>
            <a:ext cx="430163" cy="1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940BDCC-F7AD-C3F3-C780-77AF01D14748}"/>
              </a:ext>
            </a:extLst>
          </p:cNvPr>
          <p:cNvSpPr txBox="1"/>
          <p:nvPr/>
        </p:nvSpPr>
        <p:spPr>
          <a:xfrm>
            <a:off x="5665180" y="4203955"/>
            <a:ext cx="1593605" cy="100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800"/>
              </a:lnSpc>
              <a:defRPr/>
            </a:pPr>
            <a:r>
              <a:rPr lang="en-US" sz="1400" b="1" noProof="0" dirty="0">
                <a:solidFill>
                  <a:prstClr val="white"/>
                </a:solidFill>
              </a:rPr>
              <a:t>Methods for data collection, analysis, and interpretation </a:t>
            </a: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5F89659B-ECD5-F675-0855-2731AC9090F8}"/>
              </a:ext>
            </a:extLst>
          </p:cNvPr>
          <p:cNvSpPr/>
          <p:nvPr/>
        </p:nvSpPr>
        <p:spPr>
          <a:xfrm rot="5400000">
            <a:off x="6256143" y="1410919"/>
            <a:ext cx="411681" cy="5043119"/>
          </a:xfrm>
          <a:prstGeom prst="rightBrace">
            <a:avLst>
              <a:gd name="adj1" fmla="val 126878"/>
              <a:gd name="adj2" fmla="val 50000"/>
            </a:avLst>
          </a:prstGeom>
          <a:ln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832E2922-8344-969D-D48E-C68715DF90FC}"/>
              </a:ext>
            </a:extLst>
          </p:cNvPr>
          <p:cNvCxnSpPr>
            <a:cxnSpLocks/>
            <a:stCxn id="32" idx="0"/>
            <a:endCxn id="25" idx="0"/>
          </p:cNvCxnSpPr>
          <p:nvPr/>
        </p:nvCxnSpPr>
        <p:spPr>
          <a:xfrm rot="16200000" flipV="1">
            <a:off x="5043768" y="2589544"/>
            <a:ext cx="6351" cy="1459452"/>
          </a:xfrm>
          <a:prstGeom prst="curvedConnector3">
            <a:avLst>
              <a:gd name="adj1" fmla="val 3699433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CCCCCC5F-3303-7B09-D4F7-301FEB83B283}"/>
              </a:ext>
            </a:extLst>
          </p:cNvPr>
          <p:cNvCxnSpPr>
            <a:cxnSpLocks/>
            <a:stCxn id="39" idx="0"/>
            <a:endCxn id="32" idx="0"/>
          </p:cNvCxnSpPr>
          <p:nvPr/>
        </p:nvCxnSpPr>
        <p:spPr>
          <a:xfrm rot="16200000" flipV="1">
            <a:off x="6549131" y="2549983"/>
            <a:ext cx="12700" cy="1544923"/>
          </a:xfrm>
          <a:prstGeom prst="curvedConnector3">
            <a:avLst>
              <a:gd name="adj1" fmla="val 180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8C3013D6-34BE-1663-8FE6-5EBE40AA6908}"/>
              </a:ext>
            </a:extLst>
          </p:cNvPr>
          <p:cNvCxnSpPr>
            <a:cxnSpLocks/>
            <a:stCxn id="41" idx="0"/>
            <a:endCxn id="39" idx="0"/>
          </p:cNvCxnSpPr>
          <p:nvPr/>
        </p:nvCxnSpPr>
        <p:spPr>
          <a:xfrm rot="16200000" flipH="1" flipV="1">
            <a:off x="8085425" y="2558610"/>
            <a:ext cx="1" cy="1527667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B8C6C18-2E28-E267-6A2C-AF3352759558}"/>
              </a:ext>
            </a:extLst>
          </p:cNvPr>
          <p:cNvSpPr txBox="1"/>
          <p:nvPr/>
        </p:nvSpPr>
        <p:spPr>
          <a:xfrm>
            <a:off x="7881628" y="1875483"/>
            <a:ext cx="3600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noProof="0" dirty="0">
                <a:solidFill>
                  <a:prstClr val="white"/>
                </a:solidFill>
              </a:rPr>
              <a:t>The distinction between qualitative and quantitative is important for processes such as coding, measurement, and analysis; </a:t>
            </a:r>
            <a:r>
              <a:rPr lang="en-US" sz="1200" noProof="0" dirty="0">
                <a:solidFill>
                  <a:prstClr val="white"/>
                </a:solidFill>
                <a:highlight>
                  <a:srgbClr val="000000"/>
                </a:highlight>
              </a:rPr>
              <a:t>however, it is not a distinction that defines a research design</a:t>
            </a:r>
            <a:r>
              <a:rPr lang="en-US" sz="1200" noProof="0" dirty="0">
                <a:solidFill>
                  <a:prstClr val="white"/>
                </a:solidFill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BC0D8C3-E68C-DBE5-4B03-7C465DFBBFC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913626" y="3637147"/>
            <a:ext cx="0" cy="1475979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720B48D-C26A-754B-2511-C0F32EA45EC2}"/>
              </a:ext>
            </a:extLst>
          </p:cNvPr>
          <p:cNvSpPr txBox="1"/>
          <p:nvPr/>
        </p:nvSpPr>
        <p:spPr>
          <a:xfrm>
            <a:off x="1106075" y="5164267"/>
            <a:ext cx="1593605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r>
              <a:rPr lang="en-US" noProof="0" dirty="0"/>
              <a:t>Question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8AF9D5-DF90-CC6E-706E-F9D1B953781A}"/>
              </a:ext>
            </a:extLst>
          </p:cNvPr>
          <p:cNvSpPr txBox="1"/>
          <p:nvPr/>
        </p:nvSpPr>
        <p:spPr>
          <a:xfrm>
            <a:off x="1106074" y="5785193"/>
            <a:ext cx="1593605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Problem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D98465C-ED21-BB7B-6B5D-924C7FE0E59D}"/>
              </a:ext>
            </a:extLst>
          </p:cNvPr>
          <p:cNvCxnSpPr>
            <a:cxnSpLocks/>
            <a:stCxn id="74" idx="2"/>
            <a:endCxn id="75" idx="0"/>
          </p:cNvCxnSpPr>
          <p:nvPr/>
        </p:nvCxnSpPr>
        <p:spPr>
          <a:xfrm flipH="1">
            <a:off x="1902877" y="5478969"/>
            <a:ext cx="1" cy="306224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7C1C7B6-9E8F-E060-9423-9CD7360256F2}"/>
              </a:ext>
            </a:extLst>
          </p:cNvPr>
          <p:cNvCxnSpPr>
            <a:cxnSpLocks/>
            <a:stCxn id="47" idx="2"/>
            <a:endCxn id="8" idx="3"/>
          </p:cNvCxnSpPr>
          <p:nvPr/>
        </p:nvCxnSpPr>
        <p:spPr>
          <a:xfrm rot="5400000" flipH="1">
            <a:off x="3720270" y="2469955"/>
            <a:ext cx="1731871" cy="3751555"/>
          </a:xfrm>
          <a:prstGeom prst="curvedConnector4">
            <a:avLst>
              <a:gd name="adj1" fmla="val -13200"/>
              <a:gd name="adj2" fmla="val 80525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AB28B405-0ACA-A75B-8E6F-4DBCDAA21164}"/>
              </a:ext>
            </a:extLst>
          </p:cNvPr>
          <p:cNvCxnSpPr>
            <a:cxnSpLocks/>
            <a:stCxn id="39" idx="0"/>
            <a:endCxn id="67" idx="1"/>
          </p:cNvCxnSpPr>
          <p:nvPr/>
        </p:nvCxnSpPr>
        <p:spPr>
          <a:xfrm rot="5400000" flipH="1" flipV="1">
            <a:off x="7085879" y="2526696"/>
            <a:ext cx="1031463" cy="560036"/>
          </a:xfrm>
          <a:prstGeom prst="curvedConnector2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EF8548-FD43-16F5-DD18-806A675E3B1F}"/>
              </a:ext>
            </a:extLst>
          </p:cNvPr>
          <p:cNvSpPr txBox="1"/>
          <p:nvPr/>
        </p:nvSpPr>
        <p:spPr>
          <a:xfrm>
            <a:off x="7881628" y="4998452"/>
            <a:ext cx="36009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1200">
                <a:solidFill>
                  <a:prstClr val="white"/>
                </a:solidFill>
              </a:defRPr>
            </a:lvl1pPr>
          </a:lstStyle>
          <a:p>
            <a:r>
              <a:rPr lang="en-US" noProof="0" dirty="0">
                <a:highlight>
                  <a:srgbClr val="000000"/>
                </a:highlight>
              </a:rPr>
              <a:t>All research designs can generate quantitative data, qualitative data, or both</a:t>
            </a:r>
            <a:r>
              <a:rPr lang="en-US" noProof="0" dirty="0"/>
              <a:t>. Research designs should therefore not be </a:t>
            </a:r>
            <a:r>
              <a:rPr lang="en-US" noProof="0" dirty="0" err="1"/>
              <a:t>categorised</a:t>
            </a:r>
            <a:r>
              <a:rPr lang="en-US" noProof="0" dirty="0"/>
              <a:t> based on the type of data they might produce, because data categories are not mutually exclusive</a:t>
            </a:r>
          </a:p>
        </p:txBody>
      </p: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E5B050BB-2E2E-BC50-9C63-67AEDD864146}"/>
              </a:ext>
            </a:extLst>
          </p:cNvPr>
          <p:cNvCxnSpPr>
            <a:cxnSpLocks/>
            <a:stCxn id="47" idx="3"/>
            <a:endCxn id="63" idx="1"/>
          </p:cNvCxnSpPr>
          <p:nvPr/>
        </p:nvCxnSpPr>
        <p:spPr>
          <a:xfrm>
            <a:off x="7258785" y="4707811"/>
            <a:ext cx="622843" cy="798473"/>
          </a:xfrm>
          <a:prstGeom prst="curved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87D11DF6-B01D-A008-A983-3070DF5F5E12}"/>
              </a:ext>
            </a:extLst>
          </p:cNvPr>
          <p:cNvSpPr/>
          <p:nvPr/>
        </p:nvSpPr>
        <p:spPr>
          <a:xfrm>
            <a:off x="176554" y="6355744"/>
            <a:ext cx="2531135" cy="413355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476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32" grpId="0"/>
      <p:bldP spid="39" grpId="0"/>
      <p:bldP spid="41" grpId="0"/>
      <p:bldP spid="47" grpId="0"/>
      <p:bldP spid="48" grpId="0" animBg="1"/>
      <p:bldP spid="67" grpId="0"/>
      <p:bldP spid="74" grpId="0"/>
      <p:bldP spid="75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C4EC-2E50-8C8C-11E3-4120AD09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00E9C-2F43-68E8-DE22-235CA5E0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C3384-F681-0A01-22E5-F569BD7ED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45D0-70B0-405D-A6BF-798C9CBE9027}" type="datetime1">
              <a:rPr lang="en-US" noProof="0" smtClean="0"/>
              <a:t>2/8/2026</a:t>
            </a:fld>
            <a:endParaRPr lang="en-US" noProof="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FF7025A-2199-0420-7A4B-82366E95303F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How to select the right method?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8076313-AD6F-D8F7-8376-E4496947AE1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07689" y="6355745"/>
            <a:ext cx="4114800" cy="365125"/>
          </a:xfrm>
        </p:spPr>
        <p:txBody>
          <a:bodyPr/>
          <a:lstStyle/>
          <a:p>
            <a:pPr algn="l"/>
            <a:r>
              <a:rPr lang="en-US" sz="1100" noProof="0" dirty="0">
                <a:solidFill>
                  <a:schemeClr val="bg1">
                    <a:lumMod val="85000"/>
                  </a:schemeClr>
                </a:solidFill>
              </a:rPr>
              <a:t>Data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5C099-652B-3ABD-D44F-BAEEBDEA96DC}"/>
              </a:ext>
            </a:extLst>
          </p:cNvPr>
          <p:cNvSpPr txBox="1"/>
          <p:nvPr/>
        </p:nvSpPr>
        <p:spPr>
          <a:xfrm>
            <a:off x="891590" y="1444854"/>
            <a:ext cx="10112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The question “Which method?” is particularly important when selecting research designs, because </a:t>
            </a:r>
            <a:r>
              <a:rPr lang="en-US" b="1" noProof="0" dirty="0">
                <a:highlight>
                  <a:srgbClr val="FFC000"/>
                </a:highlight>
              </a:rPr>
              <a:t>the choice of design significantly influences most of the subsequent decisions a researcher must make</a:t>
            </a:r>
            <a:r>
              <a:rPr lang="en-US" noProof="0" dirty="0"/>
              <a:t>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2BF0C3B-2A79-9439-4DAF-281EE2CBACC8}"/>
              </a:ext>
            </a:extLst>
          </p:cNvPr>
          <p:cNvSpPr/>
          <p:nvPr/>
        </p:nvSpPr>
        <p:spPr>
          <a:xfrm>
            <a:off x="1396820" y="2837146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5D834-864D-1C0D-22A9-3C3AE48CE2E7}"/>
              </a:ext>
            </a:extLst>
          </p:cNvPr>
          <p:cNvSpPr txBox="1"/>
          <p:nvPr/>
        </p:nvSpPr>
        <p:spPr>
          <a:xfrm>
            <a:off x="1704464" y="2761243"/>
            <a:ext cx="7696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FF0000"/>
                </a:solidFill>
              </a:rPr>
              <a:t>Focus on the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782CD8-6A5B-16AB-A469-AE26F378D85D}"/>
              </a:ext>
            </a:extLst>
          </p:cNvPr>
          <p:cNvSpPr txBox="1"/>
          <p:nvPr/>
        </p:nvSpPr>
        <p:spPr>
          <a:xfrm>
            <a:off x="1396820" y="3161353"/>
            <a:ext cx="960679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Research designs are most effective, and have the greatest potential for innovation, when they are determined by the nature of the research problem.</a:t>
            </a:r>
          </a:p>
          <a:p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This choice is central to innovation because, if researchers do not approach it consciously</a:t>
            </a:r>
            <a:r>
              <a:rPr lang="en-US" sz="1600" noProof="0" dirty="0">
                <a:latin typeface="Aptos Light" panose="020B0004020202020204" pitchFamily="34" charset="0"/>
              </a:rPr>
              <a:t>, </a:t>
            </a:r>
            <a:r>
              <a:rPr lang="en-US" sz="1600" b="1" noProof="0" dirty="0">
                <a:highlight>
                  <a:srgbClr val="FFC000"/>
                </a:highlight>
                <a:latin typeface="Aptos Light" panose="020B0004020202020204" pitchFamily="34" charset="0"/>
              </a:rPr>
              <a:t>they may simply maintain the status quo of an existing paradigm</a:t>
            </a:r>
            <a:r>
              <a:rPr lang="en-US" sz="1600" noProof="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, following established traditions without making deliberate methodological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Therefore, you should </a:t>
            </a:r>
            <a:r>
              <a:rPr lang="en-US" sz="1600" b="1" noProof="0" dirty="0">
                <a:highlight>
                  <a:srgbClr val="FFC000"/>
                </a:highlight>
                <a:latin typeface="Aptos Light" panose="020B0004020202020204" pitchFamily="34" charset="0"/>
              </a:rPr>
              <a:t>actively seek the most effective methods</a:t>
            </a:r>
            <a:r>
              <a:rPr lang="en-US" sz="1600" noProof="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, rather than simply following conventional or pre‑existing methodological paths.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446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2160-D054-F5B0-2AE0-6B0054DE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CE261-42C9-AA25-2774-6312CF8C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EE48D3E-371B-1229-A017-D0EC9A9D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fld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B56D1AC-A2F1-D160-1C12-24D25BF64E6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845D0-70B0-405D-A6BF-798C9CBE9027}" type="datetime1">
              <a:rPr lang="en-US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2/8/2026</a:t>
            </a:fld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A2AE9-623D-DCA4-8FDB-2527F0784EB2}"/>
              </a:ext>
            </a:extLst>
          </p:cNvPr>
          <p:cNvSpPr txBox="1"/>
          <p:nvPr/>
        </p:nvSpPr>
        <p:spPr>
          <a:xfrm>
            <a:off x="1553561" y="2735534"/>
            <a:ext cx="1758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n-US" noProof="0" dirty="0"/>
              <a:t>Surveys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AAF53F8-89AE-8294-52E9-B304C4A956F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133382" y="3129573"/>
            <a:ext cx="0" cy="74953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192D2E-0C0A-700B-46C6-22A869C135FF}"/>
              </a:ext>
            </a:extLst>
          </p:cNvPr>
          <p:cNvSpPr txBox="1"/>
          <p:nvPr/>
        </p:nvSpPr>
        <p:spPr>
          <a:xfrm>
            <a:off x="1608464" y="3879103"/>
            <a:ext cx="1049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pPr algn="ctr"/>
            <a:r>
              <a:rPr lang="en-US" sz="1600" noProof="0" dirty="0"/>
              <a:t>Quant</a:t>
            </a:r>
            <a:endParaRPr lang="en-US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780CB-381A-F50C-D6D2-272D672CA8F3}"/>
              </a:ext>
            </a:extLst>
          </p:cNvPr>
          <p:cNvSpPr txBox="1"/>
          <p:nvPr/>
        </p:nvSpPr>
        <p:spPr>
          <a:xfrm>
            <a:off x="944744" y="1453678"/>
            <a:ext cx="4551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/>
              <a:t>There’s non‑exclusivity of Methods within Research Designs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698D4-1213-4DBB-6351-68EF1285A403}"/>
              </a:ext>
            </a:extLst>
          </p:cNvPr>
          <p:cNvSpPr txBox="1"/>
          <p:nvPr/>
        </p:nvSpPr>
        <p:spPr>
          <a:xfrm>
            <a:off x="2713204" y="2766010"/>
            <a:ext cx="7870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sz="1600" b="1" noProof="0" dirty="0">
                <a:highlight>
                  <a:srgbClr val="FFC000"/>
                </a:highlight>
              </a:rPr>
              <a:t>Survey design requires multiple iterations of question phrasing and structural refinement</a:t>
            </a:r>
            <a:r>
              <a:rPr lang="en-US" sz="1600" noProof="0" dirty="0"/>
              <a:t>, particularly about the audience’s comprehension of the content and purpose of each question.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C30A54-1FCB-3DC0-7C9C-A6B6E8642C32}"/>
              </a:ext>
            </a:extLst>
          </p:cNvPr>
          <p:cNvSpPr txBox="1"/>
          <p:nvPr/>
        </p:nvSpPr>
        <p:spPr>
          <a:xfrm>
            <a:off x="1608464" y="4555909"/>
            <a:ext cx="897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Although the analysis of survey data is frequently quantitative, it is not exclusively so. </a:t>
            </a:r>
            <a:r>
              <a:rPr lang="en-US" sz="1600" b="1" dirty="0">
                <a:highlight>
                  <a:srgbClr val="FFC000"/>
                </a:highlight>
              </a:rPr>
              <a:t>Surveys may be used to collect qualitative, quantitative, or mixed forms of evidence</a:t>
            </a:r>
            <a:endParaRPr lang="en-US" sz="1600" b="1" noProof="0" dirty="0">
              <a:highlight>
                <a:srgbClr val="FFC000"/>
              </a:highlight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FCDC42A-A613-12E9-1694-B7DD9EEF79A8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How to select the right method?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5E47DF7-DFA8-2D7B-3AE1-4D6929BEAFA6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noProof="0" dirty="0">
                <a:solidFill>
                  <a:schemeClr val="bg1">
                    <a:lumMod val="85000"/>
                  </a:schemeClr>
                </a:solidFill>
              </a:rPr>
              <a:t>Data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BB79-FE81-211B-450B-98663B71A8E1}"/>
              </a:ext>
            </a:extLst>
          </p:cNvPr>
          <p:cNvSpPr txBox="1"/>
          <p:nvPr/>
        </p:nvSpPr>
        <p:spPr>
          <a:xfrm>
            <a:off x="3437157" y="3658561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solidFill>
                  <a:schemeClr val="bg1">
                    <a:lumMod val="75000"/>
                  </a:schemeClr>
                </a:solidFill>
              </a:rPr>
              <a:t>This is true even for items whose </a:t>
            </a:r>
            <a:br>
              <a:rPr lang="en-US" sz="1600" noProof="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1600" noProof="0" dirty="0">
                <a:solidFill>
                  <a:schemeClr val="bg1">
                    <a:lumMod val="75000"/>
                  </a:schemeClr>
                </a:solidFill>
              </a:rPr>
              <a:t>responses are ultimately </a:t>
            </a:r>
            <a:r>
              <a:rPr lang="en-US" sz="1600" b="1" u="sng" noProof="0" dirty="0">
                <a:solidFill>
                  <a:schemeClr val="bg1">
                    <a:lumMod val="75000"/>
                  </a:schemeClr>
                </a:solidFill>
              </a:rPr>
              <a:t>numerically coded</a:t>
            </a:r>
            <a:r>
              <a:rPr lang="en-US" sz="1800" noProof="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EDD53-11F0-F08C-BCC0-3D053C4F33E6}"/>
              </a:ext>
            </a:extLst>
          </p:cNvPr>
          <p:cNvSpPr txBox="1"/>
          <p:nvPr/>
        </p:nvSpPr>
        <p:spPr>
          <a:xfrm>
            <a:off x="2658299" y="3597007"/>
            <a:ext cx="10498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noProof="0" dirty="0"/>
              <a:t>🖼️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89044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/>
      <p:bldP spid="12" grpId="0"/>
      <p:bldP spid="11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6418-78BB-E79F-00E4-7E9E0587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D23DE-FE35-8E31-93EA-6D5CE9D5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45D0-70B0-405D-A6BF-798C9CBE9027}" type="datetime1">
              <a:rPr lang="en-US" noProof="0" smtClean="0">
                <a:solidFill>
                  <a:schemeClr val="bg1"/>
                </a:solidFill>
              </a:rPr>
              <a:t>2/8/2026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844CBBD8-DC35-FD07-C536-5DF43217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fld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4518B1F-FBD4-8627-9F2D-6CF66A11B85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845D0-70B0-405D-A6BF-798C9CBE9027}" type="datetime1">
              <a:rPr lang="en-US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2/8/2026</a:t>
            </a:fld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CF29ACC-C9A1-AA79-3130-2747314569CE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noProof="0" dirty="0">
                <a:solidFill>
                  <a:schemeClr val="bg1">
                    <a:lumMod val="85000"/>
                  </a:schemeClr>
                </a:solidFill>
              </a:rPr>
              <a:t>Data analysis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BC8ACE1-C6DD-7AAC-2FDD-CDF40A497AE6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Design BEFORE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112C2-9859-0B16-B7E2-3AB904FB241C}"/>
              </a:ext>
            </a:extLst>
          </p:cNvPr>
          <p:cNvSpPr txBox="1"/>
          <p:nvPr/>
        </p:nvSpPr>
        <p:spPr>
          <a:xfrm>
            <a:off x="2114218" y="2473968"/>
            <a:ext cx="3625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Design Shapes the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BBD97-6AC8-ECFD-7804-7F41D82FEACF}"/>
              </a:ext>
            </a:extLst>
          </p:cNvPr>
          <p:cNvSpPr txBox="1"/>
          <p:nvPr/>
        </p:nvSpPr>
        <p:spPr>
          <a:xfrm>
            <a:off x="1520544" y="2361233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5A5D2-CA57-56AB-34B3-9D5C6EE6819E}"/>
              </a:ext>
            </a:extLst>
          </p:cNvPr>
          <p:cNvSpPr txBox="1"/>
          <p:nvPr/>
        </p:nvSpPr>
        <p:spPr>
          <a:xfrm>
            <a:off x="7039622" y="2473968"/>
            <a:ext cx="396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Changing</a:t>
            </a:r>
            <a:r>
              <a:rPr lang="en-US" b="1" dirty="0">
                <a:solidFill>
                  <a:srgbClr val="FF0000"/>
                </a:solidFill>
              </a:rPr>
              <a:t> the design to accommodate the methods is costly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7E1CF-CDD6-810A-1C8D-9526D67317D0}"/>
              </a:ext>
            </a:extLst>
          </p:cNvPr>
          <p:cNvSpPr txBox="1"/>
          <p:nvPr/>
        </p:nvSpPr>
        <p:spPr>
          <a:xfrm>
            <a:off x="6500438" y="2361233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noProof="0">
                <a:solidFill>
                  <a:srgbClr val="FF0000"/>
                </a:solidFill>
                <a:latin typeface="Aptos Black" panose="020B0004020202020204" pitchFamily="34" charset="0"/>
              </a:rPr>
              <a:t>2.</a:t>
            </a:r>
            <a:endParaRPr lang="es-CO" sz="3200" b="1" noProof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4066A-8B80-CA24-62BC-9253DF8A2F1F}"/>
              </a:ext>
            </a:extLst>
          </p:cNvPr>
          <p:cNvSpPr txBox="1"/>
          <p:nvPr/>
        </p:nvSpPr>
        <p:spPr>
          <a:xfrm>
            <a:off x="1571782" y="2858563"/>
            <a:ext cx="411978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noProof="0" dirty="0">
              <a:solidFill>
                <a:srgbClr val="FF0000"/>
              </a:solidFill>
            </a:endParaRPr>
          </a:p>
          <a:p>
            <a:r>
              <a:rPr lang="en-US" sz="1600" b="1" dirty="0">
                <a:highlight>
                  <a:srgbClr val="FFC000"/>
                </a:highlight>
              </a:rPr>
              <a:t>Research design informs the development of methodological procedures</a:t>
            </a:r>
            <a:r>
              <a:rPr lang="en-US" sz="1600" dirty="0"/>
              <a:t>, including: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Sample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Ethical considerations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construction of instruments or strategies for data collection</a:t>
            </a:r>
            <a:r>
              <a:rPr lang="en-US" sz="1400" dirty="0"/>
              <a:t>.</a:t>
            </a:r>
            <a:endParaRPr lang="es-CO" b="1" noProof="0" dirty="0">
              <a:solidFill>
                <a:srgbClr val="DF102C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03FB0-0DE2-E582-1826-8DD7310649F6}"/>
              </a:ext>
            </a:extLst>
          </p:cNvPr>
          <p:cNvSpPr txBox="1"/>
          <p:nvPr/>
        </p:nvSpPr>
        <p:spPr>
          <a:xfrm>
            <a:off x="6500438" y="3287497"/>
            <a:ext cx="47035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Changing the design is costly</a:t>
            </a:r>
            <a:r>
              <a:rPr lang="en-US" sz="1600" b="1" dirty="0">
                <a:highlight>
                  <a:srgbClr val="FFC000"/>
                </a:highlight>
              </a:rPr>
              <a:t>. Changing the design requires starting again from the beginning</a:t>
            </a:r>
            <a:r>
              <a:rPr lang="en-US" sz="1600" dirty="0"/>
              <a:t>, as it determines the entire structure of the research process.</a:t>
            </a:r>
            <a:endParaRPr lang="en-US" sz="2000" b="1" noProof="0" dirty="0">
              <a:solidFill>
                <a:srgbClr val="DF10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31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1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80CC-B1C4-4A54-2F8F-CA4BB661E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E3176-703F-2008-EC39-C880B5F6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45D0-70B0-405D-A6BF-798C9CBE9027}" type="datetime1">
              <a:rPr lang="en-US" noProof="0" smtClean="0">
                <a:solidFill>
                  <a:schemeClr val="bg1"/>
                </a:solidFill>
              </a:rPr>
              <a:t>2/8/2026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BA77873-7CED-938D-63E7-58251C2B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fld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0A923F0-A0F0-CACD-42A4-DCFA2E3F7FA4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845D0-70B0-405D-A6BF-798C9CBE9027}" type="datetime1">
              <a:rPr lang="en-US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2/8/2026</a:t>
            </a:fld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02C997-95DE-F2FB-3053-AA1B849C0F55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noProof="0" dirty="0">
                <a:solidFill>
                  <a:schemeClr val="bg1">
                    <a:lumMod val="85000"/>
                  </a:schemeClr>
                </a:solidFill>
              </a:rPr>
              <a:t>Data analysis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87A676C-2FF7-88EC-90E1-5909B616659C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How to select the right method?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89295D-4482-30A3-AD46-630DA7BF4EF8}"/>
              </a:ext>
            </a:extLst>
          </p:cNvPr>
          <p:cNvSpPr txBox="1"/>
          <p:nvPr/>
        </p:nvSpPr>
        <p:spPr>
          <a:xfrm>
            <a:off x="1364200" y="4743577"/>
            <a:ext cx="4389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Students are leaving university early, but why they leave is not clearly understood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What is the essence of the problem?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850E82-B7D7-BD6E-582D-694BD6CEB24A}"/>
              </a:ext>
            </a:extLst>
          </p:cNvPr>
          <p:cNvSpPr txBox="1"/>
          <p:nvPr/>
        </p:nvSpPr>
        <p:spPr>
          <a:xfrm>
            <a:off x="1364200" y="4343467"/>
            <a:ext cx="3873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B98D20-D9FB-3EA7-034A-28C0CA8C994D}"/>
              </a:ext>
            </a:extLst>
          </p:cNvPr>
          <p:cNvSpPr txBox="1"/>
          <p:nvPr/>
        </p:nvSpPr>
        <p:spPr>
          <a:xfrm>
            <a:off x="1364201" y="2030757"/>
            <a:ext cx="3873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FF0000"/>
                </a:solidFill>
              </a:rPr>
              <a:t>Question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050AD9-95C6-092A-ADCC-A4EB4B59771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300950" y="3893909"/>
            <a:ext cx="0" cy="449558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122056-D4E3-DB1E-8849-602458B63610}"/>
              </a:ext>
            </a:extLst>
          </p:cNvPr>
          <p:cNvSpPr txBox="1"/>
          <p:nvPr/>
        </p:nvSpPr>
        <p:spPr>
          <a:xfrm>
            <a:off x="1364199" y="2484722"/>
            <a:ext cx="43893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Which are the main factors driving the dropout rates in the university?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Which type of knowledge is needed to address this question?</a:t>
            </a:r>
            <a:endParaRPr lang="en-US" noProof="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9DC8E1-15BC-324A-E966-53B679463EDC}"/>
              </a:ext>
            </a:extLst>
          </p:cNvPr>
          <p:cNvCxnSpPr>
            <a:cxnSpLocks/>
            <a:stCxn id="25" idx="1"/>
            <a:endCxn id="19" idx="3"/>
          </p:cNvCxnSpPr>
          <p:nvPr/>
        </p:nvCxnSpPr>
        <p:spPr>
          <a:xfrm flipH="1">
            <a:off x="5753526" y="3069497"/>
            <a:ext cx="513709" cy="1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B17B49-D889-83B5-0275-DB2EC04E7524}"/>
              </a:ext>
            </a:extLst>
          </p:cNvPr>
          <p:cNvSpPr txBox="1"/>
          <p:nvPr/>
        </p:nvSpPr>
        <p:spPr>
          <a:xfrm>
            <a:off x="6267235" y="2030757"/>
            <a:ext cx="3873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FF0000"/>
                </a:solidFill>
              </a:rPr>
              <a:t>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25A36C-0DBC-B0E4-D205-E01F98129ABE}"/>
              </a:ext>
            </a:extLst>
          </p:cNvPr>
          <p:cNvSpPr txBox="1"/>
          <p:nvPr/>
        </p:nvSpPr>
        <p:spPr>
          <a:xfrm>
            <a:off x="6267235" y="2376999"/>
            <a:ext cx="43893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Mixed methods, sequential explanatory design to: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Understanding students lived experiences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Determining which factors statistically predict dropout</a:t>
            </a:r>
            <a:endParaRPr lang="en-US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B6C1D0-B98A-4B76-AB23-BA450C1883EB}"/>
              </a:ext>
            </a:extLst>
          </p:cNvPr>
          <p:cNvSpPr txBox="1"/>
          <p:nvPr/>
        </p:nvSpPr>
        <p:spPr>
          <a:xfrm>
            <a:off x="6267235" y="4063880"/>
            <a:ext cx="438932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Sample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Who, where, when?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Ethics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 noProof="0" dirty="0"/>
              <a:t>Measurement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noProof="0" dirty="0">
                <a:solidFill>
                  <a:prstClr val="white">
                    <a:lumMod val="65000"/>
                  </a:prstClr>
                </a:solidFill>
                <a:latin typeface="Aptos Light" panose="020B0004020202020204" pitchFamily="34" charset="0"/>
              </a:rPr>
              <a:t>How?</a:t>
            </a:r>
            <a:endParaRPr lang="en-US" noProof="0" dirty="0"/>
          </a:p>
          <a:p>
            <a:pPr lvl="0">
              <a:defRPr/>
            </a:pPr>
            <a:r>
              <a:rPr lang="en-US" noProof="0" dirty="0"/>
              <a:t>Analysis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A57B53-3A2F-BE46-C78A-70FB77982FA4}"/>
              </a:ext>
            </a:extLst>
          </p:cNvPr>
          <p:cNvCxnSpPr>
            <a:cxnSpLocks/>
            <a:stCxn id="29" idx="0"/>
            <a:endCxn id="25" idx="2"/>
          </p:cNvCxnSpPr>
          <p:nvPr/>
        </p:nvCxnSpPr>
        <p:spPr>
          <a:xfrm flipV="1">
            <a:off x="8461897" y="3761994"/>
            <a:ext cx="2" cy="301886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ght Brace 34">
            <a:extLst>
              <a:ext uri="{FF2B5EF4-FFF2-40B4-BE49-F238E27FC236}">
                <a16:creationId xmlns:a16="http://schemas.microsoft.com/office/drawing/2014/main" id="{80BE7A47-14CB-B1E7-8433-4271F2A61F59}"/>
              </a:ext>
            </a:extLst>
          </p:cNvPr>
          <p:cNvSpPr/>
          <p:nvPr/>
        </p:nvSpPr>
        <p:spPr>
          <a:xfrm>
            <a:off x="9006158" y="4108236"/>
            <a:ext cx="411681" cy="1703341"/>
          </a:xfrm>
          <a:prstGeom prst="rightBrace">
            <a:avLst>
              <a:gd name="adj1" fmla="val 36055"/>
              <a:gd name="adj2" fmla="val 50000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69DCE4-5C4A-CA86-3376-36A7C6FEA6B0}"/>
              </a:ext>
            </a:extLst>
          </p:cNvPr>
          <p:cNvSpPr txBox="1"/>
          <p:nvPr/>
        </p:nvSpPr>
        <p:spPr>
          <a:xfrm>
            <a:off x="9528565" y="4765136"/>
            <a:ext cx="1224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n-US" noProof="0" dirty="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208588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9" grpId="0"/>
      <p:bldP spid="24" grpId="0"/>
      <p:bldP spid="25" grpId="0"/>
      <p:bldP spid="29" grpId="0"/>
      <p:bldP spid="35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198A7-971B-B2EA-2104-4FE2597F18C2}"/>
              </a:ext>
            </a:extLst>
          </p:cNvPr>
          <p:cNvSpPr/>
          <p:nvPr/>
        </p:nvSpPr>
        <p:spPr>
          <a:xfrm>
            <a:off x="0" y="-7082"/>
            <a:ext cx="12192000" cy="6865082"/>
          </a:xfrm>
          <a:prstGeom prst="rect">
            <a:avLst/>
          </a:prstGeom>
          <a:gradFill flip="none" rotWithShape="1">
            <a:gsLst>
              <a:gs pos="85000">
                <a:srgbClr val="F22D1C"/>
              </a:gs>
              <a:gs pos="7000">
                <a:srgbClr val="FF5050">
                  <a:alpha val="94902"/>
                </a:srgbClr>
              </a:gs>
              <a:gs pos="0">
                <a:srgbClr val="FF7C80"/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E21635F4-97DA-588C-F2E6-A18325B0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n-US" noProof="0" smtClean="0">
                <a:solidFill>
                  <a:schemeClr val="bg1"/>
                </a:solidFill>
              </a:rPr>
              <a:t>2/8/2026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652BBE-B809-0680-6130-191127E3B67D}"/>
              </a:ext>
            </a:extLst>
          </p:cNvPr>
          <p:cNvSpPr txBox="1"/>
          <p:nvPr/>
        </p:nvSpPr>
        <p:spPr>
          <a:xfrm>
            <a:off x="806898" y="2767280"/>
            <a:ext cx="72440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So, lets move from a problem, to a question to a design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6A80B91-F904-D05B-04D7-D39A8A0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noProof="0" smtClean="0">
                <a:solidFill>
                  <a:schemeClr val="bg1"/>
                </a:solidFill>
              </a:rPr>
              <a:t>8</a:t>
            </a:fld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33576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2D68E-B146-9221-26E9-7C5D3C66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15040-7B46-09E8-CC75-C3BCF49E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75CB-9871-65A7-AE34-4B16ABA6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08/02/2026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384AE58-00BF-0D0D-B95A-649A1A279EE3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2734480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Research designs 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F6FFDD4-05B1-6843-FFEB-6A70CF7859E7}"/>
              </a:ext>
            </a:extLst>
          </p:cNvPr>
          <p:cNvSpPr/>
          <p:nvPr/>
        </p:nvSpPr>
        <p:spPr>
          <a:xfrm rot="5400000">
            <a:off x="8409892" y="1167226"/>
            <a:ext cx="2197350" cy="2203321"/>
          </a:xfrm>
          <a:custGeom>
            <a:avLst/>
            <a:gdLst>
              <a:gd name="connsiteX0" fmla="*/ 0 w 2536641"/>
              <a:gd name="connsiteY0" fmla="*/ 2543534 h 2543534"/>
              <a:gd name="connsiteX1" fmla="*/ 10335 w 2536641"/>
              <a:gd name="connsiteY1" fmla="*/ 2338864 h 2543534"/>
              <a:gd name="connsiteX2" fmla="*/ 2339230 w 2536641"/>
              <a:gd name="connsiteY2" fmla="*/ 9969 h 2543534"/>
              <a:gd name="connsiteX3" fmla="*/ 2536641 w 2536641"/>
              <a:gd name="connsiteY3" fmla="*/ 0 h 2543534"/>
              <a:gd name="connsiteX4" fmla="*/ 2536641 w 2536641"/>
              <a:gd name="connsiteY4" fmla="*/ 536908 h 2543534"/>
              <a:gd name="connsiteX5" fmla="*/ 2394126 w 2536641"/>
              <a:gd name="connsiteY5" fmla="*/ 544105 h 2543534"/>
              <a:gd name="connsiteX6" fmla="*/ 544471 w 2536641"/>
              <a:gd name="connsiteY6" fmla="*/ 2393760 h 2543534"/>
              <a:gd name="connsiteX7" fmla="*/ 536908 w 2536641"/>
              <a:gd name="connsiteY7" fmla="*/ 2543534 h 2543534"/>
              <a:gd name="connsiteX8" fmla="*/ 0 w 2536641"/>
              <a:gd name="connsiteY8" fmla="*/ 2543534 h 2543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6641" h="2543534">
                <a:moveTo>
                  <a:pt x="0" y="2543534"/>
                </a:moveTo>
                <a:lnTo>
                  <a:pt x="10335" y="2338864"/>
                </a:lnTo>
                <a:cubicBezTo>
                  <a:pt x="135041" y="1110904"/>
                  <a:pt x="1111270" y="134675"/>
                  <a:pt x="2339230" y="9969"/>
                </a:cubicBezTo>
                <a:lnTo>
                  <a:pt x="2536641" y="0"/>
                </a:lnTo>
                <a:lnTo>
                  <a:pt x="2536641" y="536908"/>
                </a:lnTo>
                <a:lnTo>
                  <a:pt x="2394126" y="544105"/>
                </a:lnTo>
                <a:cubicBezTo>
                  <a:pt x="1418855" y="643149"/>
                  <a:pt x="643515" y="1418489"/>
                  <a:pt x="544471" y="2393760"/>
                </a:cubicBezTo>
                <a:lnTo>
                  <a:pt x="536908" y="2543534"/>
                </a:lnTo>
                <a:lnTo>
                  <a:pt x="0" y="254353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9B6F2F-C38A-155D-B7DF-FF9DF164F0C5}"/>
              </a:ext>
            </a:extLst>
          </p:cNvPr>
          <p:cNvSpPr/>
          <p:nvPr/>
        </p:nvSpPr>
        <p:spPr>
          <a:xfrm rot="5400000">
            <a:off x="6093016" y="1173831"/>
            <a:ext cx="2196715" cy="2190745"/>
          </a:xfrm>
          <a:custGeom>
            <a:avLst/>
            <a:gdLst>
              <a:gd name="connsiteX0" fmla="*/ 0 w 2535908"/>
              <a:gd name="connsiteY0" fmla="*/ 0 h 2529017"/>
              <a:gd name="connsiteX1" fmla="*/ 536908 w 2535908"/>
              <a:gd name="connsiteY1" fmla="*/ 0 h 2529017"/>
              <a:gd name="connsiteX2" fmla="*/ 543738 w 2535908"/>
              <a:gd name="connsiteY2" fmla="*/ 135257 h 2529017"/>
              <a:gd name="connsiteX3" fmla="*/ 2393393 w 2535908"/>
              <a:gd name="connsiteY3" fmla="*/ 1984912 h 2529017"/>
              <a:gd name="connsiteX4" fmla="*/ 2535908 w 2535908"/>
              <a:gd name="connsiteY4" fmla="*/ 1992109 h 2529017"/>
              <a:gd name="connsiteX5" fmla="*/ 2535908 w 2535908"/>
              <a:gd name="connsiteY5" fmla="*/ 2529017 h 2529017"/>
              <a:gd name="connsiteX6" fmla="*/ 2338497 w 2535908"/>
              <a:gd name="connsiteY6" fmla="*/ 2519048 h 2529017"/>
              <a:gd name="connsiteX7" fmla="*/ 9602 w 2535908"/>
              <a:gd name="connsiteY7" fmla="*/ 190153 h 2529017"/>
              <a:gd name="connsiteX8" fmla="*/ 0 w 2535908"/>
              <a:gd name="connsiteY8" fmla="*/ 0 h 252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5908" h="2529017">
                <a:moveTo>
                  <a:pt x="0" y="0"/>
                </a:moveTo>
                <a:lnTo>
                  <a:pt x="536908" y="0"/>
                </a:lnTo>
                <a:lnTo>
                  <a:pt x="543738" y="135257"/>
                </a:lnTo>
                <a:cubicBezTo>
                  <a:pt x="642782" y="1110528"/>
                  <a:pt x="1418122" y="1885868"/>
                  <a:pt x="2393393" y="1984912"/>
                </a:cubicBezTo>
                <a:lnTo>
                  <a:pt x="2535908" y="1992109"/>
                </a:lnTo>
                <a:lnTo>
                  <a:pt x="2535908" y="2529017"/>
                </a:lnTo>
                <a:lnTo>
                  <a:pt x="2338497" y="2519048"/>
                </a:lnTo>
                <a:cubicBezTo>
                  <a:pt x="1110537" y="2394342"/>
                  <a:pt x="134308" y="1418113"/>
                  <a:pt x="9602" y="19015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5840127-E04A-90EB-C974-7F2DC8E59539}"/>
              </a:ext>
            </a:extLst>
          </p:cNvPr>
          <p:cNvSpPr/>
          <p:nvPr/>
        </p:nvSpPr>
        <p:spPr>
          <a:xfrm rot="5400000">
            <a:off x="8409892" y="1904024"/>
            <a:ext cx="1460551" cy="1466522"/>
          </a:xfrm>
          <a:custGeom>
            <a:avLst/>
            <a:gdLst>
              <a:gd name="connsiteX0" fmla="*/ 0 w 1686074"/>
              <a:gd name="connsiteY0" fmla="*/ 1692967 h 1692967"/>
              <a:gd name="connsiteX1" fmla="*/ 5943 w 1686074"/>
              <a:gd name="connsiteY1" fmla="*/ 1575263 h 1692967"/>
              <a:gd name="connsiteX2" fmla="*/ 1575629 w 1686074"/>
              <a:gd name="connsiteY2" fmla="*/ 5577 h 1692967"/>
              <a:gd name="connsiteX3" fmla="*/ 1686074 w 1686074"/>
              <a:gd name="connsiteY3" fmla="*/ 0 h 1692967"/>
              <a:gd name="connsiteX4" fmla="*/ 1686074 w 1686074"/>
              <a:gd name="connsiteY4" fmla="*/ 1692967 h 1692967"/>
              <a:gd name="connsiteX5" fmla="*/ 0 w 1686074"/>
              <a:gd name="connsiteY5" fmla="*/ 1692967 h 169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6074" h="1692967">
                <a:moveTo>
                  <a:pt x="0" y="1692967"/>
                </a:moveTo>
                <a:lnTo>
                  <a:pt x="5943" y="1575263"/>
                </a:lnTo>
                <a:cubicBezTo>
                  <a:pt x="89996" y="747612"/>
                  <a:pt x="747978" y="89630"/>
                  <a:pt x="1575629" y="5577"/>
                </a:cubicBezTo>
                <a:lnTo>
                  <a:pt x="1686074" y="0"/>
                </a:lnTo>
                <a:lnTo>
                  <a:pt x="1686074" y="1692967"/>
                </a:lnTo>
                <a:lnTo>
                  <a:pt x="0" y="169296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lIns="457200" tIns="0" rIns="0" bIns="91440" rtlCol="0" anchor="ctr">
            <a:no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Convergent design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Sequential explanatory design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Sequential exploratory design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Embedded (nested) design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A76213-5B30-7823-35EE-A93D40F51B88}"/>
              </a:ext>
            </a:extLst>
          </p:cNvPr>
          <p:cNvSpPr/>
          <p:nvPr/>
        </p:nvSpPr>
        <p:spPr>
          <a:xfrm rot="5400000">
            <a:off x="6829814" y="1910630"/>
            <a:ext cx="1459916" cy="1453947"/>
          </a:xfrm>
          <a:custGeom>
            <a:avLst/>
            <a:gdLst>
              <a:gd name="connsiteX0" fmla="*/ 0 w 1685341"/>
              <a:gd name="connsiteY0" fmla="*/ 0 h 1678450"/>
              <a:gd name="connsiteX1" fmla="*/ 1685341 w 1685341"/>
              <a:gd name="connsiteY1" fmla="*/ 0 h 1678450"/>
              <a:gd name="connsiteX2" fmla="*/ 1685341 w 1685341"/>
              <a:gd name="connsiteY2" fmla="*/ 1678450 h 1678450"/>
              <a:gd name="connsiteX3" fmla="*/ 1574896 w 1685341"/>
              <a:gd name="connsiteY3" fmla="*/ 1672873 h 1678450"/>
              <a:gd name="connsiteX4" fmla="*/ 5210 w 1685341"/>
              <a:gd name="connsiteY4" fmla="*/ 103187 h 1678450"/>
              <a:gd name="connsiteX5" fmla="*/ 0 w 1685341"/>
              <a:gd name="connsiteY5" fmla="*/ 0 h 167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5341" h="1678450">
                <a:moveTo>
                  <a:pt x="0" y="0"/>
                </a:moveTo>
                <a:lnTo>
                  <a:pt x="1685341" y="0"/>
                </a:lnTo>
                <a:lnTo>
                  <a:pt x="1685341" y="1678450"/>
                </a:lnTo>
                <a:lnTo>
                  <a:pt x="1574896" y="1672873"/>
                </a:lnTo>
                <a:cubicBezTo>
                  <a:pt x="747245" y="1588820"/>
                  <a:pt x="89263" y="930838"/>
                  <a:pt x="5210" y="10318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lIns="0" tIns="0" rIns="0" bIns="457200" rtlCol="0" anchor="ctr">
            <a:noAutofit/>
          </a:bodyPr>
          <a:lstStyle/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Experiments</a:t>
            </a:r>
          </a:p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Surveys</a:t>
            </a:r>
          </a:p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Single‑subject designs</a:t>
            </a:r>
          </a:p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Longitudinal designs</a:t>
            </a:r>
          </a:p>
          <a:p>
            <a:pPr marL="57150" marR="0" lvl="0" indent="-57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Descriptive methods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8FAC42E-5C8A-BAA6-65AB-AA1A8CBBCB14}"/>
              </a:ext>
            </a:extLst>
          </p:cNvPr>
          <p:cNvSpPr/>
          <p:nvPr/>
        </p:nvSpPr>
        <p:spPr>
          <a:xfrm rot="5400000">
            <a:off x="7253080" y="2330642"/>
            <a:ext cx="2200067" cy="4514227"/>
          </a:xfrm>
          <a:custGeom>
            <a:avLst/>
            <a:gdLst>
              <a:gd name="connsiteX0" fmla="*/ 0 w 2539778"/>
              <a:gd name="connsiteY0" fmla="*/ 5211266 h 5211266"/>
              <a:gd name="connsiteX1" fmla="*/ 0 w 2539778"/>
              <a:gd name="connsiteY1" fmla="*/ 4674358 h 5211266"/>
              <a:gd name="connsiteX2" fmla="*/ 142516 w 2539778"/>
              <a:gd name="connsiteY2" fmla="*/ 4667161 h 5211266"/>
              <a:gd name="connsiteX3" fmla="*/ 2002870 w 2539778"/>
              <a:gd name="connsiteY3" fmla="*/ 2605633 h 5211266"/>
              <a:gd name="connsiteX4" fmla="*/ 142516 w 2539778"/>
              <a:gd name="connsiteY4" fmla="*/ 544105 h 5211266"/>
              <a:gd name="connsiteX5" fmla="*/ 0 w 2539778"/>
              <a:gd name="connsiteY5" fmla="*/ 536908 h 5211266"/>
              <a:gd name="connsiteX6" fmla="*/ 0 w 2539778"/>
              <a:gd name="connsiteY6" fmla="*/ 0 h 5211266"/>
              <a:gd name="connsiteX7" fmla="*/ 197412 w 2539778"/>
              <a:gd name="connsiteY7" fmla="*/ 9969 h 5211266"/>
              <a:gd name="connsiteX8" fmla="*/ 2539778 w 2539778"/>
              <a:gd name="connsiteY8" fmla="*/ 2605633 h 5211266"/>
              <a:gd name="connsiteX9" fmla="*/ 197412 w 2539778"/>
              <a:gd name="connsiteY9" fmla="*/ 5201297 h 5211266"/>
              <a:gd name="connsiteX10" fmla="*/ 0 w 2539778"/>
              <a:gd name="connsiteY10" fmla="*/ 5211266 h 521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39778" h="5211266">
                <a:moveTo>
                  <a:pt x="0" y="5211266"/>
                </a:moveTo>
                <a:lnTo>
                  <a:pt x="0" y="4674358"/>
                </a:lnTo>
                <a:lnTo>
                  <a:pt x="142516" y="4667161"/>
                </a:lnTo>
                <a:cubicBezTo>
                  <a:pt x="1187449" y="4561043"/>
                  <a:pt x="2002870" y="3678564"/>
                  <a:pt x="2002870" y="2605633"/>
                </a:cubicBezTo>
                <a:cubicBezTo>
                  <a:pt x="2002870" y="1532703"/>
                  <a:pt x="1187449" y="650223"/>
                  <a:pt x="142516" y="544105"/>
                </a:cubicBezTo>
                <a:lnTo>
                  <a:pt x="0" y="536908"/>
                </a:lnTo>
                <a:lnTo>
                  <a:pt x="0" y="0"/>
                </a:lnTo>
                <a:lnTo>
                  <a:pt x="197412" y="9969"/>
                </a:lnTo>
                <a:cubicBezTo>
                  <a:pt x="1513084" y="143583"/>
                  <a:pt x="2539778" y="1254710"/>
                  <a:pt x="2539778" y="2605633"/>
                </a:cubicBezTo>
                <a:cubicBezTo>
                  <a:pt x="2539778" y="3956557"/>
                  <a:pt x="1513083" y="5067684"/>
                  <a:pt x="197412" y="5201297"/>
                </a:cubicBezTo>
                <a:lnTo>
                  <a:pt x="0" y="5211266"/>
                </a:lnTo>
                <a:close/>
              </a:path>
            </a:pathLst>
          </a:cu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7223FD-11C3-0EDD-F41F-89190D059FC0}"/>
              </a:ext>
            </a:extLst>
          </p:cNvPr>
          <p:cNvSpPr/>
          <p:nvPr/>
        </p:nvSpPr>
        <p:spPr>
          <a:xfrm rot="5400000">
            <a:off x="7621480" y="2699041"/>
            <a:ext cx="1463269" cy="3040630"/>
          </a:xfrm>
          <a:custGeom>
            <a:avLst/>
            <a:gdLst>
              <a:gd name="connsiteX0" fmla="*/ 0 w 1689211"/>
              <a:gd name="connsiteY0" fmla="*/ 3510132 h 3510132"/>
              <a:gd name="connsiteX1" fmla="*/ 0 w 1689211"/>
              <a:gd name="connsiteY1" fmla="*/ 0 h 3510132"/>
              <a:gd name="connsiteX2" fmla="*/ 110446 w 1689211"/>
              <a:gd name="connsiteY2" fmla="*/ 5577 h 3510132"/>
              <a:gd name="connsiteX3" fmla="*/ 1689211 w 1689211"/>
              <a:gd name="connsiteY3" fmla="*/ 1755066 h 3510132"/>
              <a:gd name="connsiteX4" fmla="*/ 110446 w 1689211"/>
              <a:gd name="connsiteY4" fmla="*/ 3504555 h 3510132"/>
              <a:gd name="connsiteX5" fmla="*/ 0 w 1689211"/>
              <a:gd name="connsiteY5" fmla="*/ 3510132 h 35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9211" h="3510132">
                <a:moveTo>
                  <a:pt x="0" y="3510132"/>
                </a:moveTo>
                <a:lnTo>
                  <a:pt x="0" y="0"/>
                </a:lnTo>
                <a:lnTo>
                  <a:pt x="110446" y="5577"/>
                </a:lnTo>
                <a:cubicBezTo>
                  <a:pt x="997215" y="95634"/>
                  <a:pt x="1689211" y="844538"/>
                  <a:pt x="1689211" y="1755066"/>
                </a:cubicBezTo>
                <a:cubicBezTo>
                  <a:pt x="1689211" y="2665594"/>
                  <a:pt x="997214" y="3414499"/>
                  <a:pt x="110446" y="3504555"/>
                </a:cubicBezTo>
                <a:lnTo>
                  <a:pt x="0" y="3510132"/>
                </a:lnTo>
                <a:close/>
              </a:path>
            </a:pathLst>
          </a:cu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lIns="274320" tIns="91440" rIns="548640" bIns="1097280" rtlCol="0" anchor="ctr">
            <a:no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Narratives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Phenomenology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Ethnography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Case studies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Grounded theory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89CF2-06F3-DE74-B887-C22F62A8F587}"/>
              </a:ext>
            </a:extLst>
          </p:cNvPr>
          <p:cNvSpPr txBox="1"/>
          <p:nvPr/>
        </p:nvSpPr>
        <p:spPr>
          <a:xfrm rot="10800000">
            <a:off x="7585609" y="5071152"/>
            <a:ext cx="1402275" cy="37757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887417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Qualitative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E9E766-24FA-105C-5C15-2CD260381FF2}"/>
              </a:ext>
            </a:extLst>
          </p:cNvPr>
          <p:cNvSpPr txBox="1"/>
          <p:nvPr/>
        </p:nvSpPr>
        <p:spPr>
          <a:xfrm rot="18576765">
            <a:off x="6323787" y="1999329"/>
            <a:ext cx="1402275" cy="37757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887417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Quantitative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715291-A6D5-7ED5-9996-7F0C7EF3F144}"/>
              </a:ext>
            </a:extLst>
          </p:cNvPr>
          <p:cNvSpPr txBox="1"/>
          <p:nvPr/>
        </p:nvSpPr>
        <p:spPr>
          <a:xfrm rot="2739026">
            <a:off x="8947525" y="1972167"/>
            <a:ext cx="1402275" cy="37757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887417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Mixed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804405-1341-89B8-2427-1450250866C6}"/>
              </a:ext>
            </a:extLst>
          </p:cNvPr>
          <p:cNvSpPr txBox="1"/>
          <p:nvPr/>
        </p:nvSpPr>
        <p:spPr>
          <a:xfrm>
            <a:off x="891589" y="2083634"/>
            <a:ext cx="43192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Within the available methods (quantitative, qualitative, and mixed methods),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YOU, as a researcher, must select the specific designs used to develop the project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Research designs are types of inquiry within methodological approaches that provide a specific direction for the procedures to be carried out in a study.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33BFA-68CE-BD1C-CD1E-0B510A6E71A5}"/>
              </a:ext>
            </a:extLst>
          </p:cNvPr>
          <p:cNvSpPr/>
          <p:nvPr/>
        </p:nvSpPr>
        <p:spPr>
          <a:xfrm>
            <a:off x="176555" y="6356348"/>
            <a:ext cx="2574266" cy="412752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86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1" grpId="0" animBg="1"/>
      <p:bldP spid="19" grpId="0" animBg="1"/>
      <p:bldP spid="18" grpId="0" animBg="1"/>
      <p:bldP spid="12" grpId="0" animBg="1"/>
      <p:bldP spid="11" grpId="0" animBg="1"/>
      <p:bldP spid="41" grpId="0"/>
      <p:bldP spid="4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BB016-A9DA-027B-FE76-D246A6B2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DAD023-C1FE-0C6A-CE47-A1FF25F0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63980-94C2-EA94-6F06-581169A5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8/02/2026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A86586F5-2CD1-DC48-208F-AA49529B7054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dirty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Research</a:t>
            </a:r>
            <a:br>
              <a:rPr lang="en-GB" sz="3200" b="1" dirty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</a:br>
            <a:r>
              <a:rPr lang="en-GB" sz="3200" b="1" dirty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designs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74F5AC-4D26-A739-570D-A1CDA2356D87}"/>
              </a:ext>
            </a:extLst>
          </p:cNvPr>
          <p:cNvSpPr txBox="1"/>
          <p:nvPr/>
        </p:nvSpPr>
        <p:spPr>
          <a:xfrm>
            <a:off x="891589" y="1721213"/>
            <a:ext cx="10591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Research designs require the researcher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choose, from among available quantitative, qualitative, and mixed‑methods approaches, the specific design that will be used to develop the project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white"/>
              </a:solidFill>
              <a:latin typeface="Aptos" panose="020B000402020202020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Research designs are types of inquiry within methodological approaches that provide a specific direction for the procedures to be carried out in a study.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D9BA7-7B8B-28D0-EC14-FB0397723485}"/>
              </a:ext>
            </a:extLst>
          </p:cNvPr>
          <p:cNvSpPr txBox="1"/>
          <p:nvPr/>
        </p:nvSpPr>
        <p:spPr>
          <a:xfrm>
            <a:off x="3527132" y="3331589"/>
            <a:ext cx="5319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“A research design is a plan for collecting evidence that can be used to answer a research question.”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B034AA-98B0-3D02-EA42-70360971F269}"/>
              </a:ext>
            </a:extLst>
          </p:cNvPr>
          <p:cNvSpPr/>
          <p:nvPr/>
        </p:nvSpPr>
        <p:spPr>
          <a:xfrm>
            <a:off x="176554" y="6356348"/>
            <a:ext cx="3659721" cy="412752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0C1FA-857D-8AB2-A8A1-21749D6327DA}"/>
              </a:ext>
            </a:extLst>
          </p:cNvPr>
          <p:cNvSpPr txBox="1"/>
          <p:nvPr/>
        </p:nvSpPr>
        <p:spPr>
          <a:xfrm>
            <a:off x="891589" y="4820156"/>
            <a:ext cx="1059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000000"/>
                </a:highlight>
              </a:rPr>
              <a:t>A sound research design must be justified in relation to the research question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a minimum, the researcher should provide a clear rationale demonstrating that the chosen design is effective for addressing the task posed by the question.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263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666B-F4AD-30D2-DF2F-6FE53FFC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2FAF-58C1-563B-9908-65F7D037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0FF7C00-AAC7-5F47-6457-D307EA5E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040860E-8EF5-FA77-80AC-A066FCDCE28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D336EB-37EA-21CC-F382-71D2F1041D46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50D10-827A-3F0C-3CAB-F7E265411737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FFFF9-494E-E737-7C36-80BBDD185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541049"/>
              </p:ext>
            </p:extLst>
          </p:nvPr>
        </p:nvGraphicFramePr>
        <p:xfrm>
          <a:off x="1038225" y="2314409"/>
          <a:ext cx="7999413" cy="1950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To address a research question, </a:t>
                      </a:r>
                      <a:r>
                        <a:rPr lang="en-US" sz="1400" noProof="0" dirty="0">
                          <a:solidFill>
                            <a:schemeClr val="tx1"/>
                          </a:solidFill>
                          <a:highlight>
                            <a:srgbClr val="FFC000"/>
                          </a:highlight>
                        </a:rPr>
                        <a:t>YOU</a:t>
                      </a:r>
                      <a:r>
                        <a:rPr lang="en-US" sz="1400" noProof="0" dirty="0"/>
                        <a:t> must determine whether the study requires: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Causal inference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Generalization from the cases studied (sample) to a wider population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15668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Analysis of change over time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25323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Interaction with participants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5977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Generation of primary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549972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The use of more than one design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893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99481B-753C-F935-68AD-B21F67D5DB16}"/>
              </a:ext>
            </a:extLst>
          </p:cNvPr>
          <p:cNvSpPr txBox="1"/>
          <p:nvPr/>
        </p:nvSpPr>
        <p:spPr>
          <a:xfrm>
            <a:off x="944744" y="4628690"/>
            <a:ext cx="80928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C000"/>
                </a:highlight>
              </a:rPr>
              <a:t>Decisions about how to code and </a:t>
            </a:r>
            <a:r>
              <a:rPr lang="en-US" sz="1600" b="1" dirty="0" err="1">
                <a:highlight>
                  <a:srgbClr val="FFC000"/>
                </a:highlight>
              </a:rPr>
              <a:t>analyse</a:t>
            </a:r>
            <a:r>
              <a:rPr lang="en-US" sz="1600" b="1" dirty="0">
                <a:highlight>
                  <a:srgbClr val="FFC000"/>
                </a:highlight>
              </a:rPr>
              <a:t> the evidence, that is, decisions about methods, </a:t>
            </a:r>
            <a:r>
              <a:rPr lang="en-US" sz="1600" b="1" dirty="0">
                <a:solidFill>
                  <a:schemeClr val="bg1"/>
                </a:solidFill>
                <a:highlight>
                  <a:srgbClr val="FF0000"/>
                </a:highlight>
              </a:rPr>
              <a:t>must not determine the answers to these questions.</a:t>
            </a:r>
          </a:p>
          <a:p>
            <a:endParaRPr lang="en-US" sz="1600" dirty="0"/>
          </a:p>
          <a:p>
            <a:r>
              <a:rPr lang="en-US" sz="1600" dirty="0"/>
              <a:t>If this happens, </a:t>
            </a:r>
            <a:r>
              <a:rPr lang="en-US" sz="1600" b="1" u="sng" dirty="0"/>
              <a:t>the researcher risks confusing the aim of answering the research question with the nature of the evidence used to answer it</a:t>
            </a:r>
            <a:r>
              <a:rPr lang="en-US" sz="1600" dirty="0"/>
              <a:t>.</a:t>
            </a:r>
            <a:endParaRPr lang="es-CO" sz="1400" noProof="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724340C-8FC5-05B5-D2CD-0ECECB5C91CE}"/>
              </a:ext>
            </a:extLst>
          </p:cNvPr>
          <p:cNvSpPr/>
          <p:nvPr/>
        </p:nvSpPr>
        <p:spPr>
          <a:xfrm>
            <a:off x="9113838" y="2625192"/>
            <a:ext cx="134937" cy="740584"/>
          </a:xfrm>
          <a:prstGeom prst="rightBrace">
            <a:avLst>
              <a:gd name="adj1" fmla="val 35113"/>
              <a:gd name="adj2" fmla="val 13023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noProof="0">
              <a:highlight>
                <a:srgbClr val="FF00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538D4-DF9D-ABA0-1A92-35CFDBBCB7E0}"/>
              </a:ext>
            </a:extLst>
          </p:cNvPr>
          <p:cNvSpPr txBox="1"/>
          <p:nvPr/>
        </p:nvSpPr>
        <p:spPr>
          <a:xfrm>
            <a:off x="9324974" y="2577634"/>
            <a:ext cx="2276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Aptos Light" panose="020B0004020202020204" pitchFamily="34" charset="0"/>
              </a:rPr>
              <a:t>Nature of the answers needed to address the research problem.</a:t>
            </a:r>
            <a:endParaRPr lang="es-CO" sz="1200" dirty="0">
              <a:solidFill>
                <a:prstClr val="white">
                  <a:lumMod val="65000"/>
                </a:prstClr>
              </a:solidFill>
              <a:latin typeface="Aptos Light" panose="020B0004020202020204" pitchFamily="34" charset="0"/>
            </a:endParaRP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A42784DC-9958-E44A-0D9E-FC1E7BDDBA97}"/>
              </a:ext>
            </a:extLst>
          </p:cNvPr>
          <p:cNvSpPr/>
          <p:nvPr/>
        </p:nvSpPr>
        <p:spPr>
          <a:xfrm>
            <a:off x="9113838" y="3479279"/>
            <a:ext cx="134937" cy="740584"/>
          </a:xfrm>
          <a:prstGeom prst="rightBrace">
            <a:avLst>
              <a:gd name="adj1" fmla="val 52760"/>
              <a:gd name="adj2" fmla="val 21383"/>
            </a:avLst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noProof="0">
              <a:highlight>
                <a:srgbClr val="FF00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500566-CDFA-AD14-10C8-9B72C7499222}"/>
              </a:ext>
            </a:extLst>
          </p:cNvPr>
          <p:cNvSpPr txBox="1"/>
          <p:nvPr/>
        </p:nvSpPr>
        <p:spPr>
          <a:xfrm>
            <a:off x="9324975" y="3436057"/>
            <a:ext cx="2276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Aptos Light" panose="020B0004020202020204" pitchFamily="34" charset="0"/>
              </a:rPr>
              <a:t>Nature of the data or sources of evidence required to address the problem.</a:t>
            </a:r>
            <a:endParaRPr lang="es-CO" sz="1200" dirty="0">
              <a:solidFill>
                <a:prstClr val="white">
                  <a:lumMod val="65000"/>
                </a:prstClr>
              </a:solidFill>
              <a:latin typeface="Aptos Light" panose="020B0004020202020204" pitchFamily="34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FF262C5-6977-1AC2-7903-6D4657F86293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</p:spTree>
    <p:extLst>
      <p:ext uri="{BB962C8B-B14F-4D97-AF65-F5344CB8AC3E}">
        <p14:creationId xmlns:p14="http://schemas.microsoft.com/office/powerpoint/2010/main" val="90895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5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5CAB-35CC-AF93-75B1-85FB5614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AC87-40FF-DF30-6A5B-67C5FAD7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1BF06EFA-595F-A5A8-D71B-1BC758E7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AE43E9F-809C-8C45-1A62-E0B815ED9A1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95313-31A5-0317-F11B-27EA66B9A3D7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23968-4F1F-A73C-1AE5-B78E38B38981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3FC190-26D4-219C-4EAE-9CEB7A827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24471"/>
              </p:ext>
            </p:extLst>
          </p:nvPr>
        </p:nvGraphicFramePr>
        <p:xfrm>
          <a:off x="1625599" y="2490447"/>
          <a:ext cx="7999413" cy="57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Ask yourself: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To answer the research question, is there need to make </a:t>
                      </a:r>
                      <a:r>
                        <a:rPr lang="en-US" sz="1200" b="1" noProof="0" dirty="0">
                          <a:highlight>
                            <a:srgbClr val="FFC000"/>
                          </a:highlight>
                        </a:rPr>
                        <a:t>Causal inferences</a:t>
                      </a:r>
                      <a:r>
                        <a:rPr lang="en-US" sz="1200" noProof="0" dirty="0"/>
                        <a:t>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93480E-549F-826B-BBAB-E196ED545205}"/>
              </a:ext>
            </a:extLst>
          </p:cNvPr>
          <p:cNvSpPr txBox="1"/>
          <p:nvPr/>
        </p:nvSpPr>
        <p:spPr>
          <a:xfrm>
            <a:off x="1031925" y="4368875"/>
            <a:ext cx="8364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</a:rPr>
              <a:t>Any effort to relate one thing to another (one variable to another, or one phenomenon to another) is ultimately causal.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12DDE121-A766-D8B0-6FBD-B08780148BFC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94F5F-BE05-AC7C-0997-271C151AFB1B}"/>
              </a:ext>
            </a:extLst>
          </p:cNvPr>
          <p:cNvSpPr txBox="1"/>
          <p:nvPr/>
        </p:nvSpPr>
        <p:spPr>
          <a:xfrm>
            <a:off x="1031925" y="2490447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4F4BF-A989-0165-25AF-ED5DE7151D76}"/>
              </a:ext>
            </a:extLst>
          </p:cNvPr>
          <p:cNvSpPr txBox="1"/>
          <p:nvPr/>
        </p:nvSpPr>
        <p:spPr>
          <a:xfrm>
            <a:off x="1625599" y="4979078"/>
            <a:ext cx="79994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There are multiple methods for making causal inferences (e.g., experiments and quasi‑experiments).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A causal approach does not exclude non‑causal descriptive elements within a piece of research.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E19CB-1EBE-FDBC-FEA3-733F6C46A6D3}"/>
              </a:ext>
            </a:extLst>
          </p:cNvPr>
          <p:cNvSpPr txBox="1"/>
          <p:nvPr/>
        </p:nvSpPr>
        <p:spPr>
          <a:xfrm>
            <a:off x="1567278" y="3295237"/>
            <a:ext cx="80577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ptos" panose="020B0004020202020204"/>
              </a:rPr>
              <a:t>Because justified causal inferences arise more from the design than from measurement or analysis,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  <a:latin typeface="Aptos" panose="020B0004020202020204"/>
              </a:rPr>
              <a:t>it is crucial to incorporate causal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considerations at the early stages of planning a research project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995242A-79ED-28BF-0E42-6DC5C50AC3EF}"/>
              </a:ext>
            </a:extLst>
          </p:cNvPr>
          <p:cNvSpPr/>
          <p:nvPr/>
        </p:nvSpPr>
        <p:spPr>
          <a:xfrm>
            <a:off x="1186279" y="3364485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636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  <p:bldP spid="21" grpId="0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DFEA-0AAF-9265-5928-103A94CB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C75EE-D9DF-95CE-B54C-DF970B4A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804451A5-B375-23F9-196D-42232C2F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7FC7A2A-4D0F-90DE-58AD-0AD71AE5816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BC959C-24F8-C73C-F0C2-BF27C2D7D543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783490-8C0B-B69C-9352-7B97F080C557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C8D7A3-1115-4BB4-7856-9B1197D30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10662"/>
              </p:ext>
            </p:extLst>
          </p:nvPr>
        </p:nvGraphicFramePr>
        <p:xfrm>
          <a:off x="1625599" y="2490447"/>
          <a:ext cx="7999413" cy="762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Ask yourself: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To answer the research question, is there need </a:t>
                      </a:r>
                      <a:r>
                        <a:rPr lang="en-US" sz="1200" b="1" noProof="0" dirty="0">
                          <a:highlight>
                            <a:srgbClr val="FFC000"/>
                          </a:highlight>
                        </a:rPr>
                        <a:t>to generalise from the cases studied (the sample) to a wider group (the population)</a:t>
                      </a:r>
                      <a:r>
                        <a:rPr lang="en-US" sz="1200" noProof="0" dirty="0"/>
                        <a:t>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18ABC3-780D-0B23-EB98-39B40FACB500}"/>
              </a:ext>
            </a:extLst>
          </p:cNvPr>
          <p:cNvSpPr txBox="1"/>
          <p:nvPr/>
        </p:nvSpPr>
        <p:spPr>
          <a:xfrm>
            <a:off x="944745" y="3597786"/>
            <a:ext cx="43511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</a:rPr>
              <a:t>It is essential to determine whether the primary interest lies in the specific cases within the sample, or whether the intention is to generalise.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73082CD-0A60-2958-3BC1-977CA6C7E73C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29C14-C884-594D-E84E-4A1F9B11B4C1}"/>
              </a:ext>
            </a:extLst>
          </p:cNvPr>
          <p:cNvSpPr txBox="1"/>
          <p:nvPr/>
        </p:nvSpPr>
        <p:spPr>
          <a:xfrm>
            <a:off x="1031925" y="2490447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DE3CC5-8384-4CA6-5D98-AC77663A329E}"/>
              </a:ext>
            </a:extLst>
          </p:cNvPr>
          <p:cNvSpPr txBox="1"/>
          <p:nvPr/>
        </p:nvSpPr>
        <p:spPr>
          <a:xfrm>
            <a:off x="1031925" y="4755963"/>
            <a:ext cx="42639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Although generalisation is not a purely dichotomous decision (since any processing of results entails some degree of generalization) clarity on this point is necessary.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624CC2-78EF-3F18-DD26-6140C390048C}"/>
              </a:ext>
            </a:extLst>
          </p:cNvPr>
          <p:cNvGrpSpPr/>
          <p:nvPr/>
        </p:nvGrpSpPr>
        <p:grpSpPr>
          <a:xfrm>
            <a:off x="5737062" y="3655331"/>
            <a:ext cx="5266553" cy="1015663"/>
            <a:chOff x="5737062" y="3655331"/>
            <a:chExt cx="5266553" cy="101566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625A75-7F41-3185-1ECB-DE2BDA5199C8}"/>
                </a:ext>
              </a:extLst>
            </p:cNvPr>
            <p:cNvSpPr txBox="1"/>
            <p:nvPr/>
          </p:nvSpPr>
          <p:spPr>
            <a:xfrm>
              <a:off x="6206636" y="3655331"/>
              <a:ext cx="479697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When the principal aim of the research is to generalise</a:t>
              </a:r>
              <a:r>
                <a:rPr lang="en-US" sz="1600" dirty="0">
                  <a:solidFill>
                    <a:prstClr val="black"/>
                  </a:solidFill>
                  <a:latin typeface="Aptos" panose="020B0004020202020204"/>
                </a:rPr>
                <a:t>,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particular attention must be paid to selecting a sample from which legitimate generalisation is possible (e.g., random, stratified, or probability-based sampling)</a:t>
              </a:r>
              <a:endPara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6DB84BA-CAB1-4982-AC43-B33D902A3A66}"/>
                </a:ext>
              </a:extLst>
            </p:cNvPr>
            <p:cNvSpPr/>
            <p:nvPr/>
          </p:nvSpPr>
          <p:spPr>
            <a:xfrm>
              <a:off x="5737062" y="3706179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0ADCA5-23E4-BA63-5E04-AA4FEC098AAE}"/>
              </a:ext>
            </a:extLst>
          </p:cNvPr>
          <p:cNvCxnSpPr/>
          <p:nvPr/>
        </p:nvCxnSpPr>
        <p:spPr>
          <a:xfrm>
            <a:off x="5498514" y="3597786"/>
            <a:ext cx="0" cy="2514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BC7098-85FB-BBCF-850E-B0D7C516524C}"/>
              </a:ext>
            </a:extLst>
          </p:cNvPr>
          <p:cNvGrpSpPr/>
          <p:nvPr/>
        </p:nvGrpSpPr>
        <p:grpSpPr>
          <a:xfrm>
            <a:off x="5737062" y="5032306"/>
            <a:ext cx="5266553" cy="769441"/>
            <a:chOff x="5737062" y="5032306"/>
            <a:chExt cx="5266553" cy="7694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5E1940-8373-1DB1-23D5-74C1FF436C7B}"/>
                </a:ext>
              </a:extLst>
            </p:cNvPr>
            <p:cNvSpPr txBox="1"/>
            <p:nvPr/>
          </p:nvSpPr>
          <p:spPr>
            <a:xfrm>
              <a:off x="6206636" y="5032306"/>
              <a:ext cx="479697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When the principal aim is not to generalise</a:t>
              </a:r>
              <a:r>
                <a:rPr lang="en-US" sz="1600" dirty="0">
                  <a:solidFill>
                    <a:prstClr val="black"/>
                  </a:solidFill>
                  <a:latin typeface="Aptos" panose="020B0004020202020204"/>
                </a:rPr>
                <a:t>,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as in case studies, generalisation may instead be employed as a tool to help describe and explain the specific case.</a:t>
              </a:r>
              <a:endPara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001377C-1D8D-A263-5105-7559C8091F49}"/>
                </a:ext>
              </a:extLst>
            </p:cNvPr>
            <p:cNvSpPr/>
            <p:nvPr/>
          </p:nvSpPr>
          <p:spPr>
            <a:xfrm>
              <a:off x="5737062" y="5083154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528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B81CC-2391-BB09-9E9F-3DA00F70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DDFD-F1E1-50D7-D812-AD6D82CF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12DB360C-B643-2A04-C49A-3F809F8B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F670C9B-9EDA-CFE5-0F34-3D0B7938945A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8C2B3B-E450-5A6E-94B0-F229D5B464C1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B14FB-F11E-D332-708E-60DD6CC5A16D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8CFB92-4206-5296-A896-78038F79A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63311"/>
              </p:ext>
            </p:extLst>
          </p:nvPr>
        </p:nvGraphicFramePr>
        <p:xfrm>
          <a:off x="1625599" y="2490447"/>
          <a:ext cx="7999413" cy="57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Ask yourself: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To answer the research question, is there need </a:t>
                      </a:r>
                      <a:r>
                        <a:rPr lang="en-US" sz="1200" b="1" noProof="0" dirty="0">
                          <a:highlight>
                            <a:srgbClr val="FFC000"/>
                          </a:highlight>
                        </a:rPr>
                        <a:t>to examine change over time</a:t>
                      </a:r>
                      <a:r>
                        <a:rPr lang="en-US" sz="1200" noProof="0" dirty="0"/>
                        <a:t>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AFD12A-4FC9-E7AB-85E3-6283F8E88CC8}"/>
              </a:ext>
            </a:extLst>
          </p:cNvPr>
          <p:cNvSpPr txBox="1"/>
          <p:nvPr/>
        </p:nvSpPr>
        <p:spPr>
          <a:xfrm>
            <a:off x="953502" y="3281332"/>
            <a:ext cx="86715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</a:rPr>
              <a:t>It is necessary to determine whether the interest lies in studying:</a:t>
            </a:r>
          </a:p>
          <a:p>
            <a:endParaRPr lang="en-US" sz="1600" b="1" dirty="0">
              <a:highlight>
                <a:srgbClr val="FF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FF"/>
                </a:highlight>
              </a:rPr>
              <a:t>Individuals, cases, or variables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FF"/>
                </a:highlight>
              </a:rPr>
              <a:t>Or whether a cross‑sectional approach is sufficient.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389FD0E-E33C-D0A8-6596-1BA7170B59BA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70C98-A791-D782-7410-D6B8358B3512}"/>
              </a:ext>
            </a:extLst>
          </p:cNvPr>
          <p:cNvSpPr txBox="1"/>
          <p:nvPr/>
        </p:nvSpPr>
        <p:spPr>
          <a:xfrm>
            <a:off x="1031925" y="2490447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3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64C3AF-7BEA-873F-A78B-1C1B9960AAA6}"/>
              </a:ext>
            </a:extLst>
          </p:cNvPr>
          <p:cNvGrpSpPr/>
          <p:nvPr/>
        </p:nvGrpSpPr>
        <p:grpSpPr>
          <a:xfrm>
            <a:off x="977364" y="4564660"/>
            <a:ext cx="8647648" cy="553998"/>
            <a:chOff x="977364" y="4564660"/>
            <a:chExt cx="8647648" cy="5539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D301CC-F5A3-7EB7-1562-101B27B98596}"/>
                </a:ext>
              </a:extLst>
            </p:cNvPr>
            <p:cNvSpPr txBox="1"/>
            <p:nvPr/>
          </p:nvSpPr>
          <p:spPr>
            <a:xfrm>
              <a:off x="1446938" y="4564660"/>
              <a:ext cx="817807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In experimental settings,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the time that elapses between the treatment and the measurement becomes a confounding variable, producing “history effects</a:t>
              </a:r>
              <a:r>
                <a:rPr lang="en-US" sz="1400" b="1" dirty="0">
                  <a:solidFill>
                    <a:prstClr val="black"/>
                  </a:solidFill>
                  <a:latin typeface="Aptos" panose="020B0004020202020204"/>
                </a:rPr>
                <a:t>”.</a:t>
              </a:r>
              <a:endPara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06C519-8F80-DE41-0DCB-588B87FADF99}"/>
                </a:ext>
              </a:extLst>
            </p:cNvPr>
            <p:cNvSpPr/>
            <p:nvPr/>
          </p:nvSpPr>
          <p:spPr>
            <a:xfrm>
              <a:off x="977364" y="4615508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AF9AC-C376-1799-2D79-2851F442C980}"/>
              </a:ext>
            </a:extLst>
          </p:cNvPr>
          <p:cNvGrpSpPr/>
          <p:nvPr/>
        </p:nvGrpSpPr>
        <p:grpSpPr>
          <a:xfrm>
            <a:off x="977364" y="5187569"/>
            <a:ext cx="8647648" cy="338554"/>
            <a:chOff x="977364" y="5187569"/>
            <a:chExt cx="8647648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CE0CB8-D763-D4C5-41BA-B082110DBC99}"/>
                </a:ext>
              </a:extLst>
            </p:cNvPr>
            <p:cNvSpPr txBox="1"/>
            <p:nvPr/>
          </p:nvSpPr>
          <p:spPr>
            <a:xfrm>
              <a:off x="1446938" y="5187569"/>
              <a:ext cx="81780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In prospective studies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or retrospective historical studies, time is the central focus of the research.</a:t>
              </a:r>
              <a:endParaRPr kumimoji="0" lang="es-CO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0952AA-04BE-4AE4-1D75-6759D64C3870}"/>
                </a:ext>
              </a:extLst>
            </p:cNvPr>
            <p:cNvSpPr/>
            <p:nvPr/>
          </p:nvSpPr>
          <p:spPr>
            <a:xfrm>
              <a:off x="977364" y="5238417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93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DD3B-7E95-0A4A-6912-58204471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6138-A67B-6319-3158-8960E3FA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358823F6-C27D-5708-DDBC-209367C0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61C97E0-85AF-5F1B-7B52-C5AC303D78F5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3DD6A3A-5673-76D6-80F4-55E5F63B17F7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A674E9-2446-11E6-8E82-B377C23DD376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DB77CA-2D0F-D73B-715A-4E3CB993A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672629"/>
              </p:ext>
            </p:extLst>
          </p:nvPr>
        </p:nvGraphicFramePr>
        <p:xfrm>
          <a:off x="1625599" y="2490447"/>
          <a:ext cx="7999413" cy="57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Ask yourself: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To answer the research question, is there need </a:t>
                      </a:r>
                      <a:r>
                        <a:rPr lang="en-US" sz="1200" b="1" noProof="0" dirty="0">
                          <a:highlight>
                            <a:srgbClr val="FFC000"/>
                          </a:highlight>
                        </a:rPr>
                        <a:t>to Interact with the subjects/participants</a:t>
                      </a:r>
                      <a:r>
                        <a:rPr lang="en-US" sz="1200" noProof="0" dirty="0"/>
                        <a:t>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F12ADB-616A-9AD7-5FDA-CA83202819B1}"/>
              </a:ext>
            </a:extLst>
          </p:cNvPr>
          <p:cNvSpPr txBox="1"/>
          <p:nvPr/>
        </p:nvSpPr>
        <p:spPr>
          <a:xfrm>
            <a:off x="944745" y="3429000"/>
            <a:ext cx="86802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FFFF"/>
                </a:highlight>
              </a:rPr>
              <a:t>It is necessary to determine whether direct interaction with the objects of study will provide information that could not be obtained otherwise. </a:t>
            </a:r>
          </a:p>
          <a:p>
            <a:endParaRPr lang="en-US" sz="1600" b="1" dirty="0">
              <a:highlight>
                <a:srgbClr val="FF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FF"/>
                </a:highlight>
              </a:rPr>
              <a:t>Interaction may also bias the results and the data‑generation process.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1D13940C-C2EC-3423-FD47-AF43E992D50E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A249E-DDA9-53FC-4666-8E79BE04DAB6}"/>
              </a:ext>
            </a:extLst>
          </p:cNvPr>
          <p:cNvSpPr txBox="1"/>
          <p:nvPr/>
        </p:nvSpPr>
        <p:spPr>
          <a:xfrm>
            <a:off x="1031925" y="2490447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FF0000"/>
                </a:solidFill>
                <a:latin typeface="Aptos Black" panose="020B0004020202020204" pitchFamily="34" charset="0"/>
              </a:rPr>
              <a:t>4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C92A12-3A2B-62BC-0CAE-B3FF1362C97F}"/>
              </a:ext>
            </a:extLst>
          </p:cNvPr>
          <p:cNvGrpSpPr/>
          <p:nvPr/>
        </p:nvGrpSpPr>
        <p:grpSpPr>
          <a:xfrm>
            <a:off x="1004483" y="4815428"/>
            <a:ext cx="8620529" cy="769441"/>
            <a:chOff x="1004483" y="4815428"/>
            <a:chExt cx="8620529" cy="7694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6C0538-3182-7C39-81C6-FB893FA3357A}"/>
                </a:ext>
              </a:extLst>
            </p:cNvPr>
            <p:cNvSpPr txBox="1"/>
            <p:nvPr/>
          </p:nvSpPr>
          <p:spPr>
            <a:xfrm>
              <a:off x="1474057" y="4815428"/>
              <a:ext cx="815095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In both medical and social research, a pluralistic approach is often the most effective;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combining perspectives from different data sources can be an important means of generating new insights and methodological innovations.</a:t>
              </a:r>
              <a:endParaRPr kumimoji="0" lang="es-CO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F6389CE-C697-1A0B-245E-2A9192AA1DC4}"/>
                </a:ext>
              </a:extLst>
            </p:cNvPr>
            <p:cNvSpPr/>
            <p:nvPr/>
          </p:nvSpPr>
          <p:spPr>
            <a:xfrm>
              <a:off x="1004483" y="4866276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986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9B88-AF85-0CB5-773D-4C906B5F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7F0F3-BB44-A9B0-BD21-6C829861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5CFD9121-89CD-4060-8F07-E6272038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34D0D98-DD74-727A-D126-0AB45B70F89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4435509-7BB8-12E7-C062-E5838C809407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9E0F8C-B19E-6ED5-06FA-01521C4690EB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78BD1C-8543-1829-896D-DCA58ADD8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51258"/>
              </p:ext>
            </p:extLst>
          </p:nvPr>
        </p:nvGraphicFramePr>
        <p:xfrm>
          <a:off x="1625599" y="2490447"/>
          <a:ext cx="7999413" cy="57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Ask yourself: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To answer the research question, is there need </a:t>
                      </a:r>
                      <a:r>
                        <a:rPr lang="en-US" sz="1200" b="1" noProof="0" dirty="0">
                          <a:highlight>
                            <a:srgbClr val="FFC000"/>
                          </a:highlight>
                        </a:rPr>
                        <a:t>to generate your own sources and data?</a:t>
                      </a:r>
                      <a:endParaRPr lang="en-US" sz="1200" noProof="0" dirty="0">
                        <a:highlight>
                          <a:srgbClr val="FFC000"/>
                        </a:highlight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</a:tbl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CA4E019D-8C8E-E03F-BEA4-AEB1E71C84E2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0D945-C65E-6F1C-7999-F0AF6B76CFB7}"/>
              </a:ext>
            </a:extLst>
          </p:cNvPr>
          <p:cNvSpPr txBox="1"/>
          <p:nvPr/>
        </p:nvSpPr>
        <p:spPr>
          <a:xfrm>
            <a:off x="1031925" y="2490447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5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963BB0-4A42-D80E-48BD-83130C19036A}"/>
              </a:ext>
            </a:extLst>
          </p:cNvPr>
          <p:cNvGrpSpPr/>
          <p:nvPr/>
        </p:nvGrpSpPr>
        <p:grpSpPr>
          <a:xfrm>
            <a:off x="1031925" y="3429000"/>
            <a:ext cx="8593087" cy="553998"/>
            <a:chOff x="1031925" y="3429000"/>
            <a:chExt cx="8593087" cy="55399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58B9451-2EB7-349D-0E0A-D7FE8A556F26}"/>
                </a:ext>
              </a:extLst>
            </p:cNvPr>
            <p:cNvSpPr txBox="1"/>
            <p:nvPr/>
          </p:nvSpPr>
          <p:spPr>
            <a:xfrm>
              <a:off x="1501499" y="3429000"/>
              <a:ext cx="812351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Data sources: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The question concerns whether it is necessary to produce original data or whether publicly available records or archival datasets can be used</a:t>
              </a:r>
              <a:endParaRPr kumimoji="0" lang="es-CO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8335C4C-43C7-DA2C-5BD0-A6EFD9318317}"/>
                </a:ext>
              </a:extLst>
            </p:cNvPr>
            <p:cNvSpPr/>
            <p:nvPr/>
          </p:nvSpPr>
          <p:spPr>
            <a:xfrm>
              <a:off x="1031925" y="3479848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921171-4952-A4CA-4BEC-72282C10EADF}"/>
              </a:ext>
            </a:extLst>
          </p:cNvPr>
          <p:cNvGrpSpPr/>
          <p:nvPr/>
        </p:nvGrpSpPr>
        <p:grpSpPr>
          <a:xfrm>
            <a:off x="1031925" y="4132778"/>
            <a:ext cx="8593087" cy="553998"/>
            <a:chOff x="1031925" y="4132778"/>
            <a:chExt cx="8593087" cy="55399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9F6D4E-93B7-F8E8-B336-2C9D5E304EE2}"/>
                </a:ext>
              </a:extLst>
            </p:cNvPr>
            <p:cNvSpPr txBox="1"/>
            <p:nvPr/>
          </p:nvSpPr>
          <p:spPr>
            <a:xfrm>
              <a:off x="1501499" y="4132778"/>
              <a:ext cx="812351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Types of archival research: </a:t>
              </a:r>
              <a:r>
                <a:rPr lang="en-US" sz="1400" dirty="0">
                  <a:solidFill>
                    <a:prstClr val="black"/>
                  </a:solidFill>
                  <a:latin typeface="Aptos" panose="020B0004020202020204"/>
                </a:rPr>
                <a:t>Examples include historical research and meta‑analyses that rely on secondary sources.</a:t>
              </a:r>
              <a:endParaRPr kumimoji="0" lang="es-CO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CA047AF-51D6-97A4-0E17-CED63B201AC4}"/>
                </a:ext>
              </a:extLst>
            </p:cNvPr>
            <p:cNvSpPr/>
            <p:nvPr/>
          </p:nvSpPr>
          <p:spPr>
            <a:xfrm>
              <a:off x="1031925" y="4183626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71C6A1-6AF1-B74E-DF90-CFE5F253480C}"/>
              </a:ext>
            </a:extLst>
          </p:cNvPr>
          <p:cNvSpPr txBox="1"/>
          <p:nvPr/>
        </p:nvSpPr>
        <p:spPr>
          <a:xfrm>
            <a:off x="944745" y="4836556"/>
            <a:ext cx="86802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ptos" panose="020B0004020202020204"/>
              </a:rPr>
              <a:t>Determining the sources of data is crucial, as </a:t>
            </a: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  <a:latin typeface="Aptos" panose="020B0004020202020204"/>
              </a:rPr>
              <a:t>in some cases no alternative exists to answer the research question other than generating one’s own evidence.</a:t>
            </a:r>
            <a:endParaRPr kumimoji="0" lang="es-CO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19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1E5B-E2CA-265E-7E8B-2B57D042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9E7-8BAA-22F5-14F7-5592DC34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B994704-F524-842E-F798-5AC3E0CA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BA05959-915A-F9E3-F552-9C3E0CC580A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8866DA-F276-969C-6AC2-D600FA3938C1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70C33-EFA0-0F40-D9AA-F93C2DD99562}"/>
              </a:ext>
            </a:extLst>
          </p:cNvPr>
          <p:cNvSpPr txBox="1"/>
          <p:nvPr/>
        </p:nvSpPr>
        <p:spPr>
          <a:xfrm>
            <a:off x="944744" y="1632351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How do we move from a research question and problem to a research design?</a:t>
            </a:r>
            <a:endParaRPr lang="es-CO" b="1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01E194-C9D8-AA8E-DEAE-D528D7F78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307791"/>
              </p:ext>
            </p:extLst>
          </p:nvPr>
        </p:nvGraphicFramePr>
        <p:xfrm>
          <a:off x="1625599" y="2490447"/>
          <a:ext cx="7999413" cy="57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11324">
                  <a:extLst>
                    <a:ext uri="{9D8B030D-6E8A-4147-A177-3AD203B41FA5}">
                      <a16:colId xmlns:a16="http://schemas.microsoft.com/office/drawing/2014/main" val="291735037"/>
                    </a:ext>
                  </a:extLst>
                </a:gridCol>
                <a:gridCol w="506368">
                  <a:extLst>
                    <a:ext uri="{9D8B030D-6E8A-4147-A177-3AD203B41FA5}">
                      <a16:colId xmlns:a16="http://schemas.microsoft.com/office/drawing/2014/main" val="276517269"/>
                    </a:ext>
                  </a:extLst>
                </a:gridCol>
                <a:gridCol w="581721">
                  <a:extLst>
                    <a:ext uri="{9D8B030D-6E8A-4147-A177-3AD203B41FA5}">
                      <a16:colId xmlns:a16="http://schemas.microsoft.com/office/drawing/2014/main" val="2914595179"/>
                    </a:ext>
                  </a:extLst>
                </a:gridCol>
              </a:tblGrid>
              <a:tr h="22831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Ask yourself:</a:t>
                      </a:r>
                      <a:endParaRPr lang="es-CO" sz="1400" noProof="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noProof="0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58426"/>
                  </a:ext>
                </a:extLst>
              </a:tr>
              <a:tr h="22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To answer the research question, is there need </a:t>
                      </a:r>
                      <a:r>
                        <a:rPr lang="en-US" sz="1200" b="1" noProof="0" dirty="0">
                          <a:highlight>
                            <a:srgbClr val="FFC000"/>
                          </a:highlight>
                        </a:rPr>
                        <a:t>use more than one design?</a:t>
                      </a:r>
                      <a:endParaRPr lang="en-US" sz="1200" noProof="0" dirty="0">
                        <a:highlight>
                          <a:srgbClr val="FFC000"/>
                        </a:highlight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93095"/>
                  </a:ext>
                </a:extLst>
              </a:tr>
            </a:tbl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15202FD8-0890-54B7-7B4C-C7135C4DAF44}"/>
              </a:ext>
            </a:extLst>
          </p:cNvPr>
          <p:cNvSpPr txBox="1">
            <a:spLocks/>
          </p:cNvSpPr>
          <p:nvPr/>
        </p:nvSpPr>
        <p:spPr>
          <a:xfrm>
            <a:off x="891590" y="501650"/>
            <a:ext cx="3873499" cy="9690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noProof="0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7ACCC-7319-C4A9-BE81-84BA441C5F85}"/>
              </a:ext>
            </a:extLst>
          </p:cNvPr>
          <p:cNvSpPr txBox="1"/>
          <p:nvPr/>
        </p:nvSpPr>
        <p:spPr>
          <a:xfrm>
            <a:off x="1031925" y="2490447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FF0000"/>
                </a:solidFill>
                <a:latin typeface="Aptos Black" panose="020B0004020202020204" pitchFamily="34" charset="0"/>
              </a:rPr>
              <a:t>6</a:t>
            </a:r>
            <a:endParaRPr lang="es-CO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7FAF39-F804-D582-05DE-82E1406B8179}"/>
              </a:ext>
            </a:extLst>
          </p:cNvPr>
          <p:cNvGrpSpPr/>
          <p:nvPr/>
        </p:nvGrpSpPr>
        <p:grpSpPr>
          <a:xfrm>
            <a:off x="1031925" y="3367280"/>
            <a:ext cx="8977104" cy="830997"/>
            <a:chOff x="1031925" y="3367280"/>
            <a:chExt cx="8977104" cy="83099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CED347-DE8C-B4FF-EC5C-8FFD9C52420E}"/>
                </a:ext>
              </a:extLst>
            </p:cNvPr>
            <p:cNvSpPr/>
            <p:nvPr/>
          </p:nvSpPr>
          <p:spPr>
            <a:xfrm>
              <a:off x="1031925" y="3479848"/>
              <a:ext cx="248304" cy="248304"/>
            </a:xfrm>
            <a:custGeom>
              <a:avLst/>
              <a:gdLst>
                <a:gd name="connsiteX0" fmla="*/ 124152 w 248304"/>
                <a:gd name="connsiteY0" fmla="*/ 0 h 248304"/>
                <a:gd name="connsiteX1" fmla="*/ 0 w 248304"/>
                <a:gd name="connsiteY1" fmla="*/ 124152 h 248304"/>
                <a:gd name="connsiteX2" fmla="*/ 124152 w 248304"/>
                <a:gd name="connsiteY2" fmla="*/ 248305 h 248304"/>
                <a:gd name="connsiteX3" fmla="*/ 248305 w 248304"/>
                <a:gd name="connsiteY3" fmla="*/ 124152 h 248304"/>
                <a:gd name="connsiteX4" fmla="*/ 124152 w 248304"/>
                <a:gd name="connsiteY4" fmla="*/ 0 h 248304"/>
                <a:gd name="connsiteX5" fmla="*/ 106501 w 248304"/>
                <a:gd name="connsiteY5" fmla="*/ 174699 h 248304"/>
                <a:gd name="connsiteX6" fmla="*/ 52398 w 248304"/>
                <a:gd name="connsiteY6" fmla="*/ 120590 h 248304"/>
                <a:gd name="connsiteX7" fmla="*/ 70783 w 248304"/>
                <a:gd name="connsiteY7" fmla="*/ 102204 h 248304"/>
                <a:gd name="connsiteX8" fmla="*/ 106501 w 248304"/>
                <a:gd name="connsiteY8" fmla="*/ 137922 h 248304"/>
                <a:gd name="connsiteX9" fmla="*/ 179654 w 248304"/>
                <a:gd name="connsiteY9" fmla="*/ 64775 h 248304"/>
                <a:gd name="connsiteX10" fmla="*/ 198039 w 248304"/>
                <a:gd name="connsiteY10" fmla="*/ 83160 h 248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304" h="248304">
                  <a:moveTo>
                    <a:pt x="124152" y="0"/>
                  </a:moveTo>
                  <a:cubicBezTo>
                    <a:pt x="55585" y="0"/>
                    <a:pt x="0" y="55585"/>
                    <a:pt x="0" y="124152"/>
                  </a:cubicBezTo>
                  <a:cubicBezTo>
                    <a:pt x="0" y="192719"/>
                    <a:pt x="55585" y="248305"/>
                    <a:pt x="124152" y="248305"/>
                  </a:cubicBezTo>
                  <a:cubicBezTo>
                    <a:pt x="192720" y="248305"/>
                    <a:pt x="248305" y="192719"/>
                    <a:pt x="248305" y="124152"/>
                  </a:cubicBezTo>
                  <a:cubicBezTo>
                    <a:pt x="248227" y="55617"/>
                    <a:pt x="192688" y="77"/>
                    <a:pt x="124152" y="0"/>
                  </a:cubicBezTo>
                  <a:close/>
                  <a:moveTo>
                    <a:pt x="106501" y="174699"/>
                  </a:moveTo>
                  <a:lnTo>
                    <a:pt x="52398" y="120590"/>
                  </a:lnTo>
                  <a:lnTo>
                    <a:pt x="70783" y="102204"/>
                  </a:lnTo>
                  <a:lnTo>
                    <a:pt x="106501" y="137922"/>
                  </a:lnTo>
                  <a:lnTo>
                    <a:pt x="179654" y="64775"/>
                  </a:lnTo>
                  <a:lnTo>
                    <a:pt x="198039" y="83160"/>
                  </a:lnTo>
                  <a:close/>
                </a:path>
              </a:pathLst>
            </a:custGeom>
            <a:solidFill>
              <a:srgbClr val="FF0000"/>
            </a:solidFill>
            <a:ln w="53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BA317A-EF91-5EB3-1F4D-7FDB9F1FE3E3}"/>
                </a:ext>
              </a:extLst>
            </p:cNvPr>
            <p:cNvSpPr txBox="1"/>
            <p:nvPr/>
          </p:nvSpPr>
          <p:spPr>
            <a:xfrm>
              <a:off x="1328762" y="3367280"/>
              <a:ext cx="868026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Aptos" panose="020B0004020202020204"/>
                </a:rPr>
                <a:t>It is necessary to determine whether the costs of employing more than one design are outweighed by the benefits of doing so: </a:t>
              </a:r>
              <a:r>
                <a:rPr lang="en-US" sz="1600" dirty="0">
                  <a:solidFill>
                    <a:prstClr val="black"/>
                  </a:solidFill>
                  <a:latin typeface="Aptos" panose="020B0004020202020204"/>
                </a:rPr>
                <a:t>particularly when the use of multiple designs may combine their strengths and mitigate the weaknesses of single‑design approaches.</a:t>
              </a:r>
              <a:endParaRPr kumimoji="0" lang="es-CO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629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8B623-AFA0-CEF9-4CDE-184ACBFC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076F1-CA04-B50B-34B4-B25A3E5D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2C26D-0080-C110-0C31-2C14ED72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8/02/2026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E733BB25-1FEC-0ACC-C969-FA6C24AC94F6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Problem, question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and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BAAE8-3060-6F2E-EC49-BC59ACE48A83}"/>
              </a:ext>
            </a:extLst>
          </p:cNvPr>
          <p:cNvSpPr txBox="1"/>
          <p:nvPr/>
        </p:nvSpPr>
        <p:spPr>
          <a:xfrm>
            <a:off x="1445919" y="2459503"/>
            <a:ext cx="924113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“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Evaluating the six questions (proposed by Vogt)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helps to clarify the available design options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Designing a research project involves a long journey across somewhat unfamiliar terrain and requires many decisions.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These decisions must be made at an early stage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”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FE2DE4-3AF6-9727-1A05-6E791755CC69}"/>
              </a:ext>
            </a:extLst>
          </p:cNvPr>
          <p:cNvSpPr/>
          <p:nvPr/>
        </p:nvSpPr>
        <p:spPr>
          <a:xfrm>
            <a:off x="176554" y="6356348"/>
            <a:ext cx="3659721" cy="412752"/>
          </a:xfrm>
          <a:prstGeom prst="rect">
            <a:avLst/>
          </a:prstGeom>
          <a:solidFill>
            <a:srgbClr val="EA21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725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457D-D130-E0B6-1EAB-993192A7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8808-2625-E15B-78D6-B24821C3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D941DD-8DB5-5518-254F-D284DF2F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F7C937B-4646-3CFA-304D-84AB109EA2F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2/8/2026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3D1765B-9915-1088-44CF-C8CCD7589B50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B415B926-946C-F8FC-B254-C8F995C646E6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Problem, question </a:t>
            </a:r>
            <a:b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</a:b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and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E03D6-FD00-A598-A580-04DD1317FDBB}"/>
              </a:ext>
            </a:extLst>
          </p:cNvPr>
          <p:cNvSpPr txBox="1"/>
          <p:nvPr/>
        </p:nvSpPr>
        <p:spPr>
          <a:xfrm>
            <a:off x="1242885" y="2286556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3600" dirty="0">
                <a:solidFill>
                  <a:srgbClr val="FF0000"/>
                </a:solidFill>
                <a:latin typeface="Aptos Black" panose="020B0004020202020204" pitchFamily="34" charset="0"/>
              </a:rPr>
              <a:t>1</a:t>
            </a:r>
            <a:r>
              <a:rPr kumimoji="0" lang="es-CO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.</a:t>
            </a:r>
            <a:endParaRPr kumimoji="0" lang="es-CO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52960-685A-A8E2-728D-3EE2A1C9449E}"/>
              </a:ext>
            </a:extLst>
          </p:cNvPr>
          <p:cNvSpPr txBox="1"/>
          <p:nvPr/>
        </p:nvSpPr>
        <p:spPr>
          <a:xfrm>
            <a:off x="1806407" y="2506212"/>
            <a:ext cx="2656455" cy="30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600"/>
              </a:lnSpc>
            </a:pPr>
            <a:r>
              <a:rPr lang="en-US" sz="1600" noProof="0" dirty="0">
                <a:solidFill>
                  <a:prstClr val="black"/>
                </a:solidFill>
              </a:rPr>
              <a:t>Identify three topics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9F2A63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27787-A13F-D74D-362E-771EFB8819BC}"/>
              </a:ext>
            </a:extLst>
          </p:cNvPr>
          <p:cNvSpPr txBox="1"/>
          <p:nvPr/>
        </p:nvSpPr>
        <p:spPr>
          <a:xfrm>
            <a:off x="1226959" y="305973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36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kumimoji="0" lang="es-CO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.</a:t>
            </a:r>
            <a:endParaRPr kumimoji="0" lang="es-CO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945C6-75BB-CCAD-03B3-BE844F2FFA8C}"/>
              </a:ext>
            </a:extLst>
          </p:cNvPr>
          <p:cNvSpPr txBox="1"/>
          <p:nvPr/>
        </p:nvSpPr>
        <p:spPr>
          <a:xfrm>
            <a:off x="1790481" y="3091751"/>
            <a:ext cx="8679399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600"/>
              </a:lnSpc>
            </a:pPr>
            <a:r>
              <a:rPr lang="en-US" sz="1600" dirty="0">
                <a:solidFill>
                  <a:prstClr val="black"/>
                </a:solidFill>
              </a:rPr>
              <a:t>Develop the identification‑of‑design matrix: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https://uexternadoedu-my.sharepoint.com/:w:/g/personal/luis_guevara_uexternado_edu_co/IQBNpEtpRTa9T79RVke-3aOBAcq_WbM3ciuQ-ungugUZkjA?e=wkO88d</a:t>
            </a:r>
            <a:endParaRPr kumimoji="0" lang="es-CO" sz="160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22F5EE-7C43-305B-71FA-916306E501E4}"/>
              </a:ext>
            </a:extLst>
          </p:cNvPr>
          <p:cNvSpPr txBox="1"/>
          <p:nvPr/>
        </p:nvSpPr>
        <p:spPr>
          <a:xfrm>
            <a:off x="1257112" y="3925111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3600" dirty="0">
                <a:solidFill>
                  <a:srgbClr val="FF0000"/>
                </a:solidFill>
                <a:latin typeface="Aptos Black" panose="020B0004020202020204" pitchFamily="34" charset="0"/>
              </a:rPr>
              <a:t>3</a:t>
            </a:r>
            <a:r>
              <a:rPr kumimoji="0" lang="es-CO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.</a:t>
            </a:r>
            <a:endParaRPr kumimoji="0" lang="es-CO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AED41-A38E-F13C-4809-A2F4C1329644}"/>
              </a:ext>
            </a:extLst>
          </p:cNvPr>
          <p:cNvSpPr txBox="1"/>
          <p:nvPr/>
        </p:nvSpPr>
        <p:spPr>
          <a:xfrm>
            <a:off x="1820633" y="3957124"/>
            <a:ext cx="6224909" cy="50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600"/>
              </a:lnSpc>
            </a:pPr>
            <a:r>
              <a:rPr lang="en-US" sz="1600" b="1" dirty="0">
                <a:solidFill>
                  <a:prstClr val="black"/>
                </a:solidFill>
                <a:highlight>
                  <a:srgbClr val="FFC000"/>
                </a:highlight>
              </a:rPr>
              <a:t>Select one main topic</a:t>
            </a:r>
            <a:r>
              <a:rPr lang="en-US" sz="1600" dirty="0">
                <a:solidFill>
                  <a:prstClr val="black"/>
                </a:solidFill>
              </a:rPr>
              <a:t>, based on the feasibility of implementing the design and its capacity to answer the research question.</a:t>
            </a:r>
            <a:endParaRPr kumimoji="0" lang="es-CO" sz="1600" i="0" u="none" strike="noStrike" kern="1200" cap="none" spc="0" normalizeH="0" baseline="0" noProof="0" dirty="0">
              <a:ln>
                <a:noFill/>
              </a:ln>
              <a:solidFill>
                <a:srgbClr val="9F2A63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92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8" grpId="0"/>
      <p:bldP spid="19" grpId="0"/>
      <p:bldP spid="21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viridis inferno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FCFFA4"/>
    </a:accent1>
    <a:accent2>
      <a:srgbClr val="FAC228"/>
    </a:accent2>
    <a:accent3>
      <a:srgbClr val="F57D15"/>
    </a:accent3>
    <a:accent4>
      <a:srgbClr val="D44842"/>
    </a:accent4>
    <a:accent5>
      <a:srgbClr val="9F2A63"/>
    </a:accent5>
    <a:accent6>
      <a:srgbClr val="65156E"/>
    </a:accent6>
    <a:hlink>
      <a:srgbClr val="280B53"/>
    </a:hlink>
    <a:folHlink>
      <a:srgbClr val="0000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1090</TotalTime>
  <Words>1863</Words>
  <Application>Microsoft Office PowerPoint</Application>
  <PresentationFormat>Widescreen</PresentationFormat>
  <Paragraphs>282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Luis Carlos Guevara Hernandez</cp:lastModifiedBy>
  <cp:revision>10</cp:revision>
  <dcterms:created xsi:type="dcterms:W3CDTF">2024-06-30T19:22:33Z</dcterms:created>
  <dcterms:modified xsi:type="dcterms:W3CDTF">2026-02-09T01:01:03Z</dcterms:modified>
</cp:coreProperties>
</file>