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428" r:id="rId2"/>
    <p:sldId id="429" r:id="rId3"/>
    <p:sldId id="445" r:id="rId4"/>
    <p:sldId id="486" r:id="rId5"/>
    <p:sldId id="379" r:id="rId6"/>
    <p:sldId id="487" r:id="rId7"/>
    <p:sldId id="448" r:id="rId8"/>
    <p:sldId id="488" r:id="rId9"/>
    <p:sldId id="450" r:id="rId10"/>
    <p:sldId id="451" r:id="rId11"/>
    <p:sldId id="452" r:id="rId12"/>
    <p:sldId id="489" r:id="rId13"/>
    <p:sldId id="454" r:id="rId14"/>
    <p:sldId id="456" r:id="rId15"/>
    <p:sldId id="457" r:id="rId16"/>
    <p:sldId id="490" r:id="rId17"/>
    <p:sldId id="491" r:id="rId18"/>
    <p:sldId id="492" r:id="rId19"/>
    <p:sldId id="493" r:id="rId20"/>
    <p:sldId id="494" r:id="rId21"/>
    <p:sldId id="495" r:id="rId22"/>
    <p:sldId id="496" r:id="rId23"/>
    <p:sldId id="497" r:id="rId24"/>
    <p:sldId id="498" r:id="rId25"/>
    <p:sldId id="499" r:id="rId26"/>
    <p:sldId id="500" r:id="rId27"/>
    <p:sldId id="501" r:id="rId28"/>
    <p:sldId id="502" r:id="rId29"/>
    <p:sldId id="477" r:id="rId30"/>
    <p:sldId id="478" r:id="rId31"/>
    <p:sldId id="479" r:id="rId32"/>
    <p:sldId id="480" r:id="rId33"/>
    <p:sldId id="503" r:id="rId34"/>
    <p:sldId id="482" r:id="rId35"/>
    <p:sldId id="50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999"/>
    <a:srgbClr val="FF6666"/>
    <a:srgbClr val="FFFFFF"/>
    <a:srgbClr val="FFCCCC"/>
    <a:srgbClr val="FF0000"/>
    <a:srgbClr val="DA0000"/>
    <a:srgbClr val="E60000"/>
    <a:srgbClr val="E92023"/>
    <a:srgbClr val="FF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35D56-9CE2-4094-9419-310D8D38A871}" v="118" dt="2026-03-04T15:54:52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60" autoAdjust="0"/>
    <p:restoredTop sz="97386" autoAdjust="0"/>
  </p:normalViewPr>
  <p:slideViewPr>
    <p:cSldViewPr snapToGrid="0">
      <p:cViewPr varScale="1">
        <p:scale>
          <a:sx n="107" d="100"/>
          <a:sy n="107" d="100"/>
        </p:scale>
        <p:origin x="438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Carlos Guevara Hernandez" userId="946bcc4c-b146-4724-978c-751fab731e0a" providerId="ADAL" clId="{E8E95438-7D72-4151-95E2-CCAFE31D1FDF}"/>
    <pc:docChg chg="undo custSel addSld delSld modSld sldOrd modMainMaster">
      <pc:chgData name="Luis Carlos Guevara Hernandez" userId="946bcc4c-b146-4724-978c-751fab731e0a" providerId="ADAL" clId="{E8E95438-7D72-4151-95E2-CCAFE31D1FDF}" dt="2026-02-22T21:32:29.196" v="3910"/>
      <pc:docMkLst>
        <pc:docMk/>
      </pc:docMkLst>
      <pc:sldChg chg="addSp delSp modSp mod modAnim">
        <pc:chgData name="Luis Carlos Guevara Hernandez" userId="946bcc4c-b146-4724-978c-751fab731e0a" providerId="ADAL" clId="{E8E95438-7D72-4151-95E2-CCAFE31D1FDF}" dt="2026-02-22T15:47:26.394" v="405"/>
        <pc:sldMkLst>
          <pc:docMk/>
          <pc:sldMk cId="1831261329" sldId="379"/>
        </pc:sldMkLst>
        <pc:spChg chg="add mod">
          <ac:chgData name="Luis Carlos Guevara Hernandez" userId="946bcc4c-b146-4724-978c-751fab731e0a" providerId="ADAL" clId="{E8E95438-7D72-4151-95E2-CCAFE31D1FDF}" dt="2026-02-22T15:45:18.754" v="375" actId="164"/>
          <ac:spMkLst>
            <pc:docMk/>
            <pc:sldMk cId="1831261329" sldId="379"/>
            <ac:spMk id="3" creationId="{67F71FFE-EB1D-CCB9-EDC0-D5FC1D061BEC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831261329" sldId="379"/>
            <ac:spMk id="4" creationId="{63934CC7-C02A-EEA2-D81C-BD068A1C81F3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831261329" sldId="379"/>
            <ac:spMk id="5" creationId="{B90C8843-FFA9-87F5-0EDD-172EB90996AE}"/>
          </ac:spMkLst>
        </pc:spChg>
        <pc:spChg chg="mod">
          <ac:chgData name="Luis Carlos Guevara Hernandez" userId="946bcc4c-b146-4724-978c-751fab731e0a" providerId="ADAL" clId="{E8E95438-7D72-4151-95E2-CCAFE31D1FDF}" dt="2026-02-22T15:36:13.036" v="261" actId="113"/>
          <ac:spMkLst>
            <pc:docMk/>
            <pc:sldMk cId="1831261329" sldId="379"/>
            <ac:spMk id="7" creationId="{61E552C3-B5FA-E32B-0BAD-D0766C6FAE4A}"/>
          </ac:spMkLst>
        </pc:spChg>
        <pc:spChg chg="mod">
          <ac:chgData name="Luis Carlos Guevara Hernandez" userId="946bcc4c-b146-4724-978c-751fab731e0a" providerId="ADAL" clId="{E8E95438-7D72-4151-95E2-CCAFE31D1FDF}" dt="2026-02-22T15:38:40.847" v="289" actId="113"/>
          <ac:spMkLst>
            <pc:docMk/>
            <pc:sldMk cId="1831261329" sldId="379"/>
            <ac:spMk id="8" creationId="{F9CB3AF5-11B2-EB5C-BB99-87FC71E256BC}"/>
          </ac:spMkLst>
        </pc:spChg>
        <pc:spChg chg="mod">
          <ac:chgData name="Luis Carlos Guevara Hernandez" userId="946bcc4c-b146-4724-978c-751fab731e0a" providerId="ADAL" clId="{E8E95438-7D72-4151-95E2-CCAFE31D1FDF}" dt="2026-02-22T15:39:00.978" v="293" actId="113"/>
          <ac:spMkLst>
            <pc:docMk/>
            <pc:sldMk cId="1831261329" sldId="379"/>
            <ac:spMk id="9" creationId="{2D7AA4EB-B6DA-2032-D32B-268ACA227220}"/>
          </ac:spMkLst>
        </pc:spChg>
        <pc:spChg chg="mod">
          <ac:chgData name="Luis Carlos Guevara Hernandez" userId="946bcc4c-b146-4724-978c-751fab731e0a" providerId="ADAL" clId="{E8E95438-7D72-4151-95E2-CCAFE31D1FDF}" dt="2026-02-22T15:39:18.843" v="296" actId="113"/>
          <ac:spMkLst>
            <pc:docMk/>
            <pc:sldMk cId="1831261329" sldId="379"/>
            <ac:spMk id="12" creationId="{58981B94-65AE-317A-13F4-27125F81F198}"/>
          </ac:spMkLst>
        </pc:spChg>
        <pc:spChg chg="mod">
          <ac:chgData name="Luis Carlos Guevara Hernandez" userId="946bcc4c-b146-4724-978c-751fab731e0a" providerId="ADAL" clId="{E8E95438-7D72-4151-95E2-CCAFE31D1FDF}" dt="2026-02-22T15:39:57.202" v="301" actId="113"/>
          <ac:spMkLst>
            <pc:docMk/>
            <pc:sldMk cId="1831261329" sldId="379"/>
            <ac:spMk id="13" creationId="{D80A7573-2EB6-F724-1C9A-06145BBDA59B}"/>
          </ac:spMkLst>
        </pc:spChg>
        <pc:spChg chg="mod">
          <ac:chgData name="Luis Carlos Guevara Hernandez" userId="946bcc4c-b146-4724-978c-751fab731e0a" providerId="ADAL" clId="{E8E95438-7D72-4151-95E2-CCAFE31D1FDF}" dt="2026-02-22T15:40:35.914" v="318" actId="404"/>
          <ac:spMkLst>
            <pc:docMk/>
            <pc:sldMk cId="1831261329" sldId="379"/>
            <ac:spMk id="14" creationId="{4D1FBD92-DA51-7F69-60BB-A293367D5916}"/>
          </ac:spMkLst>
        </pc:spChg>
        <pc:spChg chg="add mod">
          <ac:chgData name="Luis Carlos Guevara Hernandez" userId="946bcc4c-b146-4724-978c-751fab731e0a" providerId="ADAL" clId="{E8E95438-7D72-4151-95E2-CCAFE31D1FDF}" dt="2026-02-22T15:45:23.480" v="376" actId="164"/>
          <ac:spMkLst>
            <pc:docMk/>
            <pc:sldMk cId="1831261329" sldId="379"/>
            <ac:spMk id="15" creationId="{1FE8ED7A-3D63-E383-941D-983AFAC2C3A5}"/>
          </ac:spMkLst>
        </pc:spChg>
        <pc:spChg chg="mod">
          <ac:chgData name="Luis Carlos Guevara Hernandez" userId="946bcc4c-b146-4724-978c-751fab731e0a" providerId="ADAL" clId="{E8E95438-7D72-4151-95E2-CCAFE31D1FDF}" dt="2026-02-22T15:46:08.585" v="383" actId="207"/>
          <ac:spMkLst>
            <pc:docMk/>
            <pc:sldMk cId="1831261329" sldId="379"/>
            <ac:spMk id="16" creationId="{FE85C46A-1F77-C363-EAAA-D457EE15C770}"/>
          </ac:spMkLst>
        </pc:spChg>
        <pc:spChg chg="add mod">
          <ac:chgData name="Luis Carlos Guevara Hernandez" userId="946bcc4c-b146-4724-978c-751fab731e0a" providerId="ADAL" clId="{E8E95438-7D72-4151-95E2-CCAFE31D1FDF}" dt="2026-02-22T15:45:26.498" v="377" actId="164"/>
          <ac:spMkLst>
            <pc:docMk/>
            <pc:sldMk cId="1831261329" sldId="379"/>
            <ac:spMk id="17" creationId="{5A779F66-185F-4C88-E0E6-83E1A5C53671}"/>
          </ac:spMkLst>
        </pc:spChg>
        <pc:spChg chg="add mod">
          <ac:chgData name="Luis Carlos Guevara Hernandez" userId="946bcc4c-b146-4724-978c-751fab731e0a" providerId="ADAL" clId="{E8E95438-7D72-4151-95E2-CCAFE31D1FDF}" dt="2026-02-22T15:45:29.437" v="378" actId="164"/>
          <ac:spMkLst>
            <pc:docMk/>
            <pc:sldMk cId="1831261329" sldId="379"/>
            <ac:spMk id="18" creationId="{E9C19849-6432-3669-CE2E-F7D2EF05A124}"/>
          </ac:spMkLst>
        </pc:spChg>
        <pc:spChg chg="add mod">
          <ac:chgData name="Luis Carlos Guevara Hernandez" userId="946bcc4c-b146-4724-978c-751fab731e0a" providerId="ADAL" clId="{E8E95438-7D72-4151-95E2-CCAFE31D1FDF}" dt="2026-02-22T15:45:32.247" v="379" actId="164"/>
          <ac:spMkLst>
            <pc:docMk/>
            <pc:sldMk cId="1831261329" sldId="379"/>
            <ac:spMk id="19" creationId="{E4412045-33F4-3105-B877-D43A3E0ED728}"/>
          </ac:spMkLst>
        </pc:spChg>
        <pc:spChg chg="add mod">
          <ac:chgData name="Luis Carlos Guevara Hernandez" userId="946bcc4c-b146-4724-978c-751fab731e0a" providerId="ADAL" clId="{E8E95438-7D72-4151-95E2-CCAFE31D1FDF}" dt="2026-02-22T15:45:37.568" v="380" actId="164"/>
          <ac:spMkLst>
            <pc:docMk/>
            <pc:sldMk cId="1831261329" sldId="379"/>
            <ac:spMk id="20" creationId="{55ED427D-BDF5-638D-2D1A-139B027B8DE0}"/>
          </ac:spMkLst>
        </pc:spChg>
        <pc:spChg chg="mod">
          <ac:chgData name="Luis Carlos Guevara Hernandez" userId="946bcc4c-b146-4724-978c-751fab731e0a" providerId="ADAL" clId="{E8E95438-7D72-4151-95E2-CCAFE31D1FDF}" dt="2026-02-22T15:46:46.876" v="397" actId="207"/>
          <ac:spMkLst>
            <pc:docMk/>
            <pc:sldMk cId="1831261329" sldId="379"/>
            <ac:spMk id="21" creationId="{5EDDBF2D-7E15-B548-AE3F-01DE66D35E82}"/>
          </ac:spMkLst>
        </pc:spChg>
        <pc:spChg chg="mod">
          <ac:chgData name="Luis Carlos Guevara Hernandez" userId="946bcc4c-b146-4724-978c-751fab731e0a" providerId="ADAL" clId="{E8E95438-7D72-4151-95E2-CCAFE31D1FDF}" dt="2026-02-22T15:46:43.498" v="396" actId="207"/>
          <ac:spMkLst>
            <pc:docMk/>
            <pc:sldMk cId="1831261329" sldId="379"/>
            <ac:spMk id="24" creationId="{30F1CB69-DBBF-C3C9-50AC-BB13F2EEFA34}"/>
          </ac:spMkLst>
        </pc:spChg>
        <pc:spChg chg="mod">
          <ac:chgData name="Luis Carlos Guevara Hernandez" userId="946bcc4c-b146-4724-978c-751fab731e0a" providerId="ADAL" clId="{E8E95438-7D72-4151-95E2-CCAFE31D1FDF}" dt="2026-02-22T15:46:40.447" v="395" actId="207"/>
          <ac:spMkLst>
            <pc:docMk/>
            <pc:sldMk cId="1831261329" sldId="379"/>
            <ac:spMk id="26" creationId="{5DF68FE2-A406-DB73-EEDF-0984205EF7AB}"/>
          </ac:spMkLst>
        </pc:spChg>
        <pc:spChg chg="mod">
          <ac:chgData name="Luis Carlos Guevara Hernandez" userId="946bcc4c-b146-4724-978c-751fab731e0a" providerId="ADAL" clId="{E8E95438-7D72-4151-95E2-CCAFE31D1FDF}" dt="2026-02-22T15:46:36.017" v="394" actId="207"/>
          <ac:spMkLst>
            <pc:docMk/>
            <pc:sldMk cId="1831261329" sldId="379"/>
            <ac:spMk id="30" creationId="{EF8D20E4-1FEA-06CF-F324-37EF382B6682}"/>
          </ac:spMkLst>
        </pc:spChg>
        <pc:spChg chg="mod">
          <ac:chgData name="Luis Carlos Guevara Hernandez" userId="946bcc4c-b146-4724-978c-751fab731e0a" providerId="ADAL" clId="{E8E95438-7D72-4151-95E2-CCAFE31D1FDF}" dt="2026-02-22T15:46:28.475" v="392" actId="207"/>
          <ac:spMkLst>
            <pc:docMk/>
            <pc:sldMk cId="1831261329" sldId="379"/>
            <ac:spMk id="32" creationId="{A634E2D2-A5B2-0356-7EBD-6938A71FDD62}"/>
          </ac:spMkLst>
        </pc:spChg>
        <pc:spChg chg="mod">
          <ac:chgData name="Luis Carlos Guevara Hernandez" userId="946bcc4c-b146-4724-978c-751fab731e0a" providerId="ADAL" clId="{E8E95438-7D72-4151-95E2-CCAFE31D1FDF}" dt="2026-02-22T15:30:44.338" v="244"/>
          <ac:spMkLst>
            <pc:docMk/>
            <pc:sldMk cId="1831261329" sldId="379"/>
            <ac:spMk id="36" creationId="{2731B62B-4BDE-17D2-E23D-9156BB2FB543}"/>
          </ac:spMkLst>
        </pc:spChg>
        <pc:grpChg chg="add mod">
          <ac:chgData name="Luis Carlos Guevara Hernandez" userId="946bcc4c-b146-4724-978c-751fab731e0a" providerId="ADAL" clId="{E8E95438-7D72-4151-95E2-CCAFE31D1FDF}" dt="2026-02-22T15:45:18.754" v="375" actId="164"/>
          <ac:grpSpMkLst>
            <pc:docMk/>
            <pc:sldMk cId="1831261329" sldId="379"/>
            <ac:grpSpMk id="22" creationId="{6ED20257-EA9A-BDC6-9096-B1CC848F6534}"/>
          </ac:grpSpMkLst>
        </pc:grpChg>
        <pc:grpChg chg="add mod">
          <ac:chgData name="Luis Carlos Guevara Hernandez" userId="946bcc4c-b146-4724-978c-751fab731e0a" providerId="ADAL" clId="{E8E95438-7D72-4151-95E2-CCAFE31D1FDF}" dt="2026-02-22T15:45:51.950" v="381" actId="465"/>
          <ac:grpSpMkLst>
            <pc:docMk/>
            <pc:sldMk cId="1831261329" sldId="379"/>
            <ac:grpSpMk id="23" creationId="{1C5C3B5F-F9F7-7909-746F-A19832379FE8}"/>
          </ac:grpSpMkLst>
        </pc:grpChg>
        <pc:grpChg chg="add mod">
          <ac:chgData name="Luis Carlos Guevara Hernandez" userId="946bcc4c-b146-4724-978c-751fab731e0a" providerId="ADAL" clId="{E8E95438-7D72-4151-95E2-CCAFE31D1FDF}" dt="2026-02-22T15:45:51.950" v="381" actId="465"/>
          <ac:grpSpMkLst>
            <pc:docMk/>
            <pc:sldMk cId="1831261329" sldId="379"/>
            <ac:grpSpMk id="25" creationId="{C0B71A76-89C0-3B5F-FE67-1979C61EB40B}"/>
          </ac:grpSpMkLst>
        </pc:grpChg>
        <pc:grpChg chg="add mod">
          <ac:chgData name="Luis Carlos Guevara Hernandez" userId="946bcc4c-b146-4724-978c-751fab731e0a" providerId="ADAL" clId="{E8E95438-7D72-4151-95E2-CCAFE31D1FDF}" dt="2026-02-22T15:45:51.950" v="381" actId="465"/>
          <ac:grpSpMkLst>
            <pc:docMk/>
            <pc:sldMk cId="1831261329" sldId="379"/>
            <ac:grpSpMk id="27" creationId="{AA637CBF-34B1-7CFE-5030-A37F69AEFED7}"/>
          </ac:grpSpMkLst>
        </pc:grpChg>
        <pc:grpChg chg="add mod">
          <ac:chgData name="Luis Carlos Guevara Hernandez" userId="946bcc4c-b146-4724-978c-751fab731e0a" providerId="ADAL" clId="{E8E95438-7D72-4151-95E2-CCAFE31D1FDF}" dt="2026-02-22T15:45:51.950" v="381" actId="465"/>
          <ac:grpSpMkLst>
            <pc:docMk/>
            <pc:sldMk cId="1831261329" sldId="379"/>
            <ac:grpSpMk id="28" creationId="{0B21026B-F6AC-2822-208F-E12F77E0E866}"/>
          </ac:grpSpMkLst>
        </pc:grpChg>
        <pc:grpChg chg="add mod">
          <ac:chgData name="Luis Carlos Guevara Hernandez" userId="946bcc4c-b146-4724-978c-751fab731e0a" providerId="ADAL" clId="{E8E95438-7D72-4151-95E2-CCAFE31D1FDF}" dt="2026-02-22T15:45:37.568" v="380" actId="164"/>
          <ac:grpSpMkLst>
            <pc:docMk/>
            <pc:sldMk cId="1831261329" sldId="379"/>
            <ac:grpSpMk id="29" creationId="{41A87224-4D23-CE39-5FE3-8AAEB3D5750B}"/>
          </ac:grpSpMkLst>
        </pc:grpChg>
      </pc:sldChg>
      <pc:sldChg chg="addSp delSp modSp mod setBg">
        <pc:chgData name="Luis Carlos Guevara Hernandez" userId="946bcc4c-b146-4724-978c-751fab731e0a" providerId="ADAL" clId="{E8E95438-7D72-4151-95E2-CCAFE31D1FDF}" dt="2026-02-22T21:32:07.580" v="3906" actId="14100"/>
        <pc:sldMkLst>
          <pc:docMk/>
          <pc:sldMk cId="1500461336" sldId="428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500461336" sldId="428"/>
            <ac:spMk id="3" creationId="{7B0A4452-3F2C-EB65-F516-2A4699E3316D}"/>
          </ac:spMkLst>
        </pc:spChg>
        <pc:spChg chg="add mod">
          <ac:chgData name="Luis Carlos Guevara Hernandez" userId="946bcc4c-b146-4724-978c-751fab731e0a" providerId="ADAL" clId="{E8E95438-7D72-4151-95E2-CCAFE31D1FDF}" dt="2026-02-22T15:56:35.346" v="451"/>
          <ac:spMkLst>
            <pc:docMk/>
            <pc:sldMk cId="1500461336" sldId="428"/>
            <ac:spMk id="5" creationId="{E7614A80-C941-CF4B-4045-C44CAC6F73CD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500461336" sldId="428"/>
            <ac:spMk id="10" creationId="{C921B808-721E-5FF4-916E-9FED9C2353F4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500461336" sldId="428"/>
            <ac:spMk id="11" creationId="{D91EB8E5-1680-26D8-65C5-BD548B5E019A}"/>
          </ac:spMkLst>
        </pc:spChg>
        <pc:spChg chg="mod">
          <ac:chgData name="Luis Carlos Guevara Hernandez" userId="946bcc4c-b146-4724-978c-751fab731e0a" providerId="ADAL" clId="{E8E95438-7D72-4151-95E2-CCAFE31D1FDF}" dt="2026-02-22T21:32:07.580" v="3906" actId="14100"/>
          <ac:spMkLst>
            <pc:docMk/>
            <pc:sldMk cId="1500461336" sldId="428"/>
            <ac:spMk id="15" creationId="{F5EB545B-7F0D-ADA1-0449-DF9449391352}"/>
          </ac:spMkLst>
        </pc:spChg>
      </pc:sldChg>
      <pc:sldChg chg="delSp modSp mod">
        <pc:chgData name="Luis Carlos Guevara Hernandez" userId="946bcc4c-b146-4724-978c-751fab731e0a" providerId="ADAL" clId="{E8E95438-7D72-4151-95E2-CCAFE31D1FDF}" dt="2026-02-22T15:19:15.764" v="90" actId="13926"/>
        <pc:sldMkLst>
          <pc:docMk/>
          <pc:sldMk cId="2178594256" sldId="429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178594256" sldId="429"/>
            <ac:spMk id="4" creationId="{F0A5D127-D8DB-4A9A-D982-9D797CD92853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178594256" sldId="429"/>
            <ac:spMk id="5" creationId="{7B8614AD-55CA-3CE1-40AE-B6E1B54631C7}"/>
          </ac:spMkLst>
        </pc:spChg>
        <pc:spChg chg="mod">
          <ac:chgData name="Luis Carlos Guevara Hernandez" userId="946bcc4c-b146-4724-978c-751fab731e0a" providerId="ADAL" clId="{E8E95438-7D72-4151-95E2-CCAFE31D1FDF}" dt="2026-02-22T15:16:52.576" v="52" actId="13926"/>
          <ac:spMkLst>
            <pc:docMk/>
            <pc:sldMk cId="2178594256" sldId="429"/>
            <ac:spMk id="7" creationId="{52C9B17B-A334-9EBC-98EB-A95F90A57536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178594256" sldId="429"/>
            <ac:spMk id="8" creationId="{2622578D-652D-5DEB-AD6D-7165B2DBEE2C}"/>
          </ac:spMkLst>
        </pc:spChg>
        <pc:spChg chg="mod">
          <ac:chgData name="Luis Carlos Guevara Hernandez" userId="946bcc4c-b146-4724-978c-751fab731e0a" providerId="ADAL" clId="{E8E95438-7D72-4151-95E2-CCAFE31D1FDF}" dt="2026-02-22T15:18:02.020" v="69" actId="404"/>
          <ac:spMkLst>
            <pc:docMk/>
            <pc:sldMk cId="2178594256" sldId="429"/>
            <ac:spMk id="9" creationId="{371BD7BB-3181-EE27-8255-5E8050AE4D48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178594256" sldId="429"/>
            <ac:spMk id="10" creationId="{FD90BA18-5DB8-6458-E2DA-823C66057A9D}"/>
          </ac:spMkLst>
        </pc:spChg>
        <pc:spChg chg="mod">
          <ac:chgData name="Luis Carlos Guevara Hernandez" userId="946bcc4c-b146-4724-978c-751fab731e0a" providerId="ADAL" clId="{E8E95438-7D72-4151-95E2-CCAFE31D1FDF}" dt="2026-02-22T15:17:26.099" v="61" actId="13926"/>
          <ac:spMkLst>
            <pc:docMk/>
            <pc:sldMk cId="2178594256" sldId="429"/>
            <ac:spMk id="13" creationId="{AADA04D8-2314-2F0F-F913-98CDD5A65D40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178594256" sldId="429"/>
            <ac:spMk id="14" creationId="{31720611-9D8F-C1A6-8813-7DEC897E36CC}"/>
          </ac:spMkLst>
        </pc:spChg>
        <pc:spChg chg="mod">
          <ac:chgData name="Luis Carlos Guevara Hernandez" userId="946bcc4c-b146-4724-978c-751fab731e0a" providerId="ADAL" clId="{E8E95438-7D72-4151-95E2-CCAFE31D1FDF}" dt="2026-02-22T15:18:02.020" v="69" actId="404"/>
          <ac:spMkLst>
            <pc:docMk/>
            <pc:sldMk cId="2178594256" sldId="429"/>
            <ac:spMk id="15" creationId="{C1D281C9-3977-F915-E6B4-E51B9F5CB1EF}"/>
          </ac:spMkLst>
        </pc:spChg>
        <pc:spChg chg="mod">
          <ac:chgData name="Luis Carlos Guevara Hernandez" userId="946bcc4c-b146-4724-978c-751fab731e0a" providerId="ADAL" clId="{E8E95438-7D72-4151-95E2-CCAFE31D1FDF}" dt="2026-02-22T15:18:49.288" v="84" actId="208"/>
          <ac:spMkLst>
            <pc:docMk/>
            <pc:sldMk cId="2178594256" sldId="429"/>
            <ac:spMk id="16" creationId="{F12B4762-35FD-B56F-DD62-36D7E03BD640}"/>
          </ac:spMkLst>
        </pc:spChg>
        <pc:spChg chg="mod">
          <ac:chgData name="Luis Carlos Guevara Hernandez" userId="946bcc4c-b146-4724-978c-751fab731e0a" providerId="ADAL" clId="{E8E95438-7D72-4151-95E2-CCAFE31D1FDF}" dt="2026-02-22T15:19:15.764" v="90" actId="13926"/>
          <ac:spMkLst>
            <pc:docMk/>
            <pc:sldMk cId="2178594256" sldId="429"/>
            <ac:spMk id="18" creationId="{A53C94FE-5D0F-A610-F221-63343A4931DC}"/>
          </ac:spMkLst>
        </pc:spChg>
        <pc:spChg chg="mod">
          <ac:chgData name="Luis Carlos Guevara Hernandez" userId="946bcc4c-b146-4724-978c-751fab731e0a" providerId="ADAL" clId="{E8E95438-7D72-4151-95E2-CCAFE31D1FDF}" dt="2026-02-22T15:15:16.147" v="33" actId="14100"/>
          <ac:spMkLst>
            <pc:docMk/>
            <pc:sldMk cId="2178594256" sldId="429"/>
            <ac:spMk id="23" creationId="{7E474A39-2FBA-FD0A-B499-A5B6E2882AA4}"/>
          </ac:spMkLst>
        </pc:spChg>
        <pc:spChg chg="mod">
          <ac:chgData name="Luis Carlos Guevara Hernandez" userId="946bcc4c-b146-4724-978c-751fab731e0a" providerId="ADAL" clId="{E8E95438-7D72-4151-95E2-CCAFE31D1FDF}" dt="2026-02-22T15:13:44.714" v="29" actId="14100"/>
          <ac:spMkLst>
            <pc:docMk/>
            <pc:sldMk cId="2178594256" sldId="429"/>
            <ac:spMk id="36" creationId="{6E606454-B0D4-AF96-58C4-756C89B1153C}"/>
          </ac:spMkLst>
        </pc:spChg>
        <pc:grpChg chg="mod">
          <ac:chgData name="Luis Carlos Guevara Hernandez" userId="946bcc4c-b146-4724-978c-751fab731e0a" providerId="ADAL" clId="{E8E95438-7D72-4151-95E2-CCAFE31D1FDF}" dt="2026-02-22T15:17:16.482" v="58" actId="1076"/>
          <ac:grpSpMkLst>
            <pc:docMk/>
            <pc:sldMk cId="2178594256" sldId="429"/>
            <ac:grpSpMk id="12" creationId="{FE0A4B4D-3C22-7628-671C-8DEFC2BF824B}"/>
          </ac:grpSpMkLst>
        </pc:grpChg>
      </pc:sldChg>
      <pc:sldChg chg="addSp delSp modSp mod setBg modAnim">
        <pc:chgData name="Luis Carlos Guevara Hernandez" userId="946bcc4c-b146-4724-978c-751fab731e0a" providerId="ADAL" clId="{E8E95438-7D72-4151-95E2-CCAFE31D1FDF}" dt="2026-02-22T15:56:24.752" v="446"/>
        <pc:sldMkLst>
          <pc:docMk/>
          <pc:sldMk cId="77856306" sldId="445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77856306" sldId="445"/>
            <ac:spMk id="3" creationId="{9D197B0B-3CF1-EC17-EEBF-510D5285B165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77856306" sldId="445"/>
            <ac:spMk id="8" creationId="{9A41E3C7-3930-6E3D-B98F-FA0A3C11219E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77856306" sldId="445"/>
            <ac:spMk id="9" creationId="{F419BDB4-B3F0-216F-A0AE-55E2B0F024C1}"/>
          </ac:spMkLst>
        </pc:spChg>
        <pc:spChg chg="add mod">
          <ac:chgData name="Luis Carlos Guevara Hernandez" userId="946bcc4c-b146-4724-978c-751fab731e0a" providerId="ADAL" clId="{E8E95438-7D72-4151-95E2-CCAFE31D1FDF}" dt="2026-02-22T15:22:43.792" v="118" actId="164"/>
          <ac:spMkLst>
            <pc:docMk/>
            <pc:sldMk cId="77856306" sldId="445"/>
            <ac:spMk id="10" creationId="{19041B5C-2C0B-16A4-7DF6-66772AB23FDF}"/>
          </ac:spMkLst>
        </pc:spChg>
        <pc:spChg chg="mod">
          <ac:chgData name="Luis Carlos Guevara Hernandez" userId="946bcc4c-b146-4724-978c-751fab731e0a" providerId="ADAL" clId="{E8E95438-7D72-4151-95E2-CCAFE31D1FDF}" dt="2026-02-22T15:19:29.400" v="93" actId="14100"/>
          <ac:spMkLst>
            <pc:docMk/>
            <pc:sldMk cId="77856306" sldId="445"/>
            <ac:spMk id="13" creationId="{37D4ECB3-70FC-4B2C-F068-6DDD9CDD2E0E}"/>
          </ac:spMkLst>
        </pc:spChg>
        <pc:spChg chg="mod">
          <ac:chgData name="Luis Carlos Guevara Hernandez" userId="946bcc4c-b146-4724-978c-751fab731e0a" providerId="ADAL" clId="{E8E95438-7D72-4151-95E2-CCAFE31D1FDF}" dt="2026-02-22T15:22:43.792" v="118" actId="164"/>
          <ac:spMkLst>
            <pc:docMk/>
            <pc:sldMk cId="77856306" sldId="445"/>
            <ac:spMk id="15" creationId="{C0B1ECF2-B64D-5D92-386D-BC7C7C4B0C3A}"/>
          </ac:spMkLst>
        </pc:spChg>
        <pc:spChg chg="mod">
          <ac:chgData name="Luis Carlos Guevara Hernandez" userId="946bcc4c-b146-4724-978c-751fab731e0a" providerId="ADAL" clId="{E8E95438-7D72-4151-95E2-CCAFE31D1FDF}" dt="2026-02-22T15:23:26.790" v="143" actId="20577"/>
          <ac:spMkLst>
            <pc:docMk/>
            <pc:sldMk cId="77856306" sldId="445"/>
            <ac:spMk id="20" creationId="{8E1918A5-171B-5BA8-DE2D-A8965B79AE4F}"/>
          </ac:spMkLst>
        </pc:spChg>
        <pc:spChg chg="mod">
          <ac:chgData name="Luis Carlos Guevara Hernandez" userId="946bcc4c-b146-4724-978c-751fab731e0a" providerId="ADAL" clId="{E8E95438-7D72-4151-95E2-CCAFE31D1FDF}" dt="2026-02-22T15:22:44.966" v="119"/>
          <ac:spMkLst>
            <pc:docMk/>
            <pc:sldMk cId="77856306" sldId="445"/>
            <ac:spMk id="21" creationId="{0DDC7D6D-8C06-66D5-C2DF-1D5D7618427D}"/>
          </ac:spMkLst>
        </pc:spChg>
        <pc:spChg chg="mod">
          <ac:chgData name="Luis Carlos Guevara Hernandez" userId="946bcc4c-b146-4724-978c-751fab731e0a" providerId="ADAL" clId="{E8E95438-7D72-4151-95E2-CCAFE31D1FDF}" dt="2026-02-22T15:24:01.907" v="163" actId="207"/>
          <ac:spMkLst>
            <pc:docMk/>
            <pc:sldMk cId="77856306" sldId="445"/>
            <ac:spMk id="23" creationId="{E535CE26-98AD-6626-1F33-361184305460}"/>
          </ac:spMkLst>
        </pc:spChg>
        <pc:spChg chg="mod">
          <ac:chgData name="Luis Carlos Guevara Hernandez" userId="946bcc4c-b146-4724-978c-751fab731e0a" providerId="ADAL" clId="{E8E95438-7D72-4151-95E2-CCAFE31D1FDF}" dt="2026-02-22T15:23:29.854" v="144"/>
          <ac:spMkLst>
            <pc:docMk/>
            <pc:sldMk cId="77856306" sldId="445"/>
            <ac:spMk id="24" creationId="{C3EF723F-CE96-62D6-892D-7A03EF03B445}"/>
          </ac:spMkLst>
        </pc:spChg>
        <pc:spChg chg="mod">
          <ac:chgData name="Luis Carlos Guevara Hernandez" userId="946bcc4c-b146-4724-978c-751fab731e0a" providerId="ADAL" clId="{E8E95438-7D72-4151-95E2-CCAFE31D1FDF}" dt="2026-02-22T15:24:32.759" v="170" actId="207"/>
          <ac:spMkLst>
            <pc:docMk/>
            <pc:sldMk cId="77856306" sldId="445"/>
            <ac:spMk id="26" creationId="{775BE0B7-B27D-27F5-8A45-931FF2FA8CE4}"/>
          </ac:spMkLst>
        </pc:spChg>
        <pc:spChg chg="mod">
          <ac:chgData name="Luis Carlos Guevara Hernandez" userId="946bcc4c-b146-4724-978c-751fab731e0a" providerId="ADAL" clId="{E8E95438-7D72-4151-95E2-CCAFE31D1FDF}" dt="2026-02-22T15:24:04.890" v="164"/>
          <ac:spMkLst>
            <pc:docMk/>
            <pc:sldMk cId="77856306" sldId="445"/>
            <ac:spMk id="27" creationId="{36BD56FE-E44A-9588-5E3F-4B787ED961DB}"/>
          </ac:spMkLst>
        </pc:spChg>
        <pc:spChg chg="mod">
          <ac:chgData name="Luis Carlos Guevara Hernandez" userId="946bcc4c-b146-4724-978c-751fab731e0a" providerId="ADAL" clId="{E8E95438-7D72-4151-95E2-CCAFE31D1FDF}" dt="2026-02-22T15:25:13.886" v="179" actId="13926"/>
          <ac:spMkLst>
            <pc:docMk/>
            <pc:sldMk cId="77856306" sldId="445"/>
            <ac:spMk id="29" creationId="{D8D689DA-F907-172F-6126-8113CCAC033D}"/>
          </ac:spMkLst>
        </pc:spChg>
        <pc:spChg chg="mod">
          <ac:chgData name="Luis Carlos Guevara Hernandez" userId="946bcc4c-b146-4724-978c-751fab731e0a" providerId="ADAL" clId="{E8E95438-7D72-4151-95E2-CCAFE31D1FDF}" dt="2026-02-22T15:24:36.161" v="171"/>
          <ac:spMkLst>
            <pc:docMk/>
            <pc:sldMk cId="77856306" sldId="445"/>
            <ac:spMk id="30" creationId="{F5424B90-A68E-1758-D6B5-E2683D611C3A}"/>
          </ac:spMkLst>
        </pc:spChg>
        <pc:spChg chg="mod">
          <ac:chgData name="Luis Carlos Guevara Hernandez" userId="946bcc4c-b146-4724-978c-751fab731e0a" providerId="ADAL" clId="{E8E95438-7D72-4151-95E2-CCAFE31D1FDF}" dt="2026-02-22T15:25:51.889" v="188" actId="207"/>
          <ac:spMkLst>
            <pc:docMk/>
            <pc:sldMk cId="77856306" sldId="445"/>
            <ac:spMk id="33" creationId="{261C8381-7BA0-B35A-D577-587DFC08E08A}"/>
          </ac:spMkLst>
        </pc:spChg>
        <pc:spChg chg="mod">
          <ac:chgData name="Luis Carlos Guevara Hernandez" userId="946bcc4c-b146-4724-978c-751fab731e0a" providerId="ADAL" clId="{E8E95438-7D72-4151-95E2-CCAFE31D1FDF}" dt="2026-02-22T15:25:31.281" v="182"/>
          <ac:spMkLst>
            <pc:docMk/>
            <pc:sldMk cId="77856306" sldId="445"/>
            <ac:spMk id="34" creationId="{E98B259B-012E-6BE1-B332-012C8A80358E}"/>
          </ac:spMkLst>
        </pc:spChg>
        <pc:spChg chg="mod">
          <ac:chgData name="Luis Carlos Guevara Hernandez" userId="946bcc4c-b146-4724-978c-751fab731e0a" providerId="ADAL" clId="{E8E95438-7D72-4151-95E2-CCAFE31D1FDF}" dt="2026-02-22T15:26:16.031" v="194" actId="13926"/>
          <ac:spMkLst>
            <pc:docMk/>
            <pc:sldMk cId="77856306" sldId="445"/>
            <ac:spMk id="37" creationId="{0C129F97-252F-F9A1-AC47-3F6FA2F6804F}"/>
          </ac:spMkLst>
        </pc:spChg>
        <pc:spChg chg="mod">
          <ac:chgData name="Luis Carlos Guevara Hernandez" userId="946bcc4c-b146-4724-978c-751fab731e0a" providerId="ADAL" clId="{E8E95438-7D72-4151-95E2-CCAFE31D1FDF}" dt="2026-02-22T15:25:54.315" v="189"/>
          <ac:spMkLst>
            <pc:docMk/>
            <pc:sldMk cId="77856306" sldId="445"/>
            <ac:spMk id="38" creationId="{F6666376-5F11-30EE-3F52-6882A0E3118F}"/>
          </ac:spMkLst>
        </pc:spChg>
        <pc:spChg chg="mod">
          <ac:chgData name="Luis Carlos Guevara Hernandez" userId="946bcc4c-b146-4724-978c-751fab731e0a" providerId="ADAL" clId="{E8E95438-7D72-4151-95E2-CCAFE31D1FDF}" dt="2026-02-22T15:27:00.413" v="211" actId="13926"/>
          <ac:spMkLst>
            <pc:docMk/>
            <pc:sldMk cId="77856306" sldId="445"/>
            <ac:spMk id="40" creationId="{518AF947-063B-2782-E4EC-4D5E2A8792E3}"/>
          </ac:spMkLst>
        </pc:spChg>
        <pc:spChg chg="mod">
          <ac:chgData name="Luis Carlos Guevara Hernandez" userId="946bcc4c-b146-4724-978c-751fab731e0a" providerId="ADAL" clId="{E8E95438-7D72-4151-95E2-CCAFE31D1FDF}" dt="2026-02-22T15:26:18.549" v="195"/>
          <ac:spMkLst>
            <pc:docMk/>
            <pc:sldMk cId="77856306" sldId="445"/>
            <ac:spMk id="41" creationId="{D5852CF5-9AD8-DDC9-2B13-885E42FCB610}"/>
          </ac:spMkLst>
        </pc:spChg>
        <pc:spChg chg="mod">
          <ac:chgData name="Luis Carlos Guevara Hernandez" userId="946bcc4c-b146-4724-978c-751fab731e0a" providerId="ADAL" clId="{E8E95438-7D72-4151-95E2-CCAFE31D1FDF}" dt="2026-02-22T15:27:22.219" v="218" actId="13926"/>
          <ac:spMkLst>
            <pc:docMk/>
            <pc:sldMk cId="77856306" sldId="445"/>
            <ac:spMk id="43" creationId="{714B22D7-5E51-3023-5010-C4801B5611C4}"/>
          </ac:spMkLst>
        </pc:spChg>
        <pc:spChg chg="mod">
          <ac:chgData name="Luis Carlos Guevara Hernandez" userId="946bcc4c-b146-4724-978c-751fab731e0a" providerId="ADAL" clId="{E8E95438-7D72-4151-95E2-CCAFE31D1FDF}" dt="2026-02-22T15:27:03.358" v="212"/>
          <ac:spMkLst>
            <pc:docMk/>
            <pc:sldMk cId="77856306" sldId="445"/>
            <ac:spMk id="44" creationId="{CB98CB41-CD50-B949-8819-178D06CF029C}"/>
          </ac:spMkLst>
        </pc:spChg>
        <pc:spChg chg="add mod">
          <ac:chgData name="Luis Carlos Guevara Hernandez" userId="946bcc4c-b146-4724-978c-751fab731e0a" providerId="ADAL" clId="{E8E95438-7D72-4151-95E2-CCAFE31D1FDF}" dt="2026-02-22T15:56:13.414" v="443"/>
          <ac:spMkLst>
            <pc:docMk/>
            <pc:sldMk cId="77856306" sldId="445"/>
            <ac:spMk id="46" creationId="{96151D0E-5836-C02F-B1AF-B46382291533}"/>
          </ac:spMkLst>
        </pc:s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18" creationId="{25C41113-59E8-5EB0-4495-7B56D9DAD7F9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19" creationId="{D4904649-6D70-B467-8E45-8F46A0FE7D6D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22" creationId="{B07CEA41-0061-217E-8C71-FF786F818937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25" creationId="{66B04D7F-B77B-6037-FD57-3DCB46A33778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28" creationId="{24425CA4-3E8F-F4F7-90E8-5DD4B1C4F24E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32" creationId="{EB3117AE-47F4-E776-ECB1-37E99D99AE85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36" creationId="{43074696-E090-D9F4-02A8-C492B5DCD2D3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39" creationId="{EC9E384D-A7C9-6988-8A8B-630C6D9878C9}"/>
          </ac:grpSpMkLst>
        </pc:grpChg>
        <pc:grpChg chg="add mod">
          <ac:chgData name="Luis Carlos Guevara Hernandez" userId="946bcc4c-b146-4724-978c-751fab731e0a" providerId="ADAL" clId="{E8E95438-7D72-4151-95E2-CCAFE31D1FDF}" dt="2026-02-22T15:27:53.651" v="220" actId="1076"/>
          <ac:grpSpMkLst>
            <pc:docMk/>
            <pc:sldMk cId="77856306" sldId="445"/>
            <ac:grpSpMk id="42" creationId="{F5686CB0-03D1-7DD4-F9FE-D28F3B234455}"/>
          </ac:grpSpMkLst>
        </pc:grpChg>
      </pc:sldChg>
      <pc:sldChg chg="addSp delSp modSp mod delAnim modAnim">
        <pc:chgData name="Luis Carlos Guevara Hernandez" userId="946bcc4c-b146-4724-978c-751fab731e0a" providerId="ADAL" clId="{E8E95438-7D72-4151-95E2-CCAFE31D1FDF}" dt="2026-02-22T16:59:41.602" v="1274" actId="1582"/>
        <pc:sldMkLst>
          <pc:docMk/>
          <pc:sldMk cId="2463727550" sldId="448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463727550" sldId="448"/>
            <ac:spMk id="5" creationId="{07AE0679-F0EA-86A6-CFAB-49EED16CA471}"/>
          </ac:spMkLst>
        </pc:spChg>
        <pc:spChg chg="mod">
          <ac:chgData name="Luis Carlos Guevara Hernandez" userId="946bcc4c-b146-4724-978c-751fab731e0a" providerId="ADAL" clId="{E8E95438-7D72-4151-95E2-CCAFE31D1FDF}" dt="2026-02-22T16:03:24.736" v="565" actId="13926"/>
          <ac:spMkLst>
            <pc:docMk/>
            <pc:sldMk cId="2463727550" sldId="448"/>
            <ac:spMk id="7" creationId="{BE88F02D-B3A4-8F69-4227-F3EE93614799}"/>
          </ac:spMkLst>
        </pc:spChg>
        <pc:spChg chg="mod">
          <ac:chgData name="Luis Carlos Guevara Hernandez" userId="946bcc4c-b146-4724-978c-751fab731e0a" providerId="ADAL" clId="{E8E95438-7D72-4151-95E2-CCAFE31D1FDF}" dt="2026-02-22T16:01:13.448" v="511"/>
          <ac:spMkLst>
            <pc:docMk/>
            <pc:sldMk cId="2463727550" sldId="448"/>
            <ac:spMk id="8" creationId="{8B5E77D8-9C0F-ABCC-9E2E-EB2016DEEDBD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463727550" sldId="448"/>
            <ac:spMk id="10" creationId="{51AFBDEB-7189-55E7-A49C-4F9B0845235D}"/>
          </ac:spMkLst>
        </pc:spChg>
        <pc:spChg chg="mod">
          <ac:chgData name="Luis Carlos Guevara Hernandez" userId="946bcc4c-b146-4724-978c-751fab731e0a" providerId="ADAL" clId="{E8E95438-7D72-4151-95E2-CCAFE31D1FDF}" dt="2026-02-22T16:03:47.160" v="573" actId="13926"/>
          <ac:spMkLst>
            <pc:docMk/>
            <pc:sldMk cId="2463727550" sldId="448"/>
            <ac:spMk id="12" creationId="{C7547347-2A94-264D-6BC4-03EB45CF5CA4}"/>
          </ac:spMkLst>
        </pc:spChg>
        <pc:spChg chg="mod">
          <ac:chgData name="Luis Carlos Guevara Hernandez" userId="946bcc4c-b146-4724-978c-751fab731e0a" providerId="ADAL" clId="{E8E95438-7D72-4151-95E2-CCAFE31D1FDF}" dt="2026-02-22T16:01:48.960" v="522"/>
          <ac:spMkLst>
            <pc:docMk/>
            <pc:sldMk cId="2463727550" sldId="448"/>
            <ac:spMk id="13" creationId="{568DB81F-9D1F-2E47-BDCD-BFE78CB2BFD1}"/>
          </ac:spMkLst>
        </pc:spChg>
        <pc:spChg chg="mod">
          <ac:chgData name="Luis Carlos Guevara Hernandez" userId="946bcc4c-b146-4724-978c-751fab731e0a" providerId="ADAL" clId="{E8E95438-7D72-4151-95E2-CCAFE31D1FDF}" dt="2026-02-22T16:03:31.176" v="567" actId="13926"/>
          <ac:spMkLst>
            <pc:docMk/>
            <pc:sldMk cId="2463727550" sldId="448"/>
            <ac:spMk id="15" creationId="{D9703848-FFBF-32A2-F4E9-0F37DFBF5E84}"/>
          </ac:spMkLst>
        </pc:spChg>
        <pc:spChg chg="mod">
          <ac:chgData name="Luis Carlos Guevara Hernandez" userId="946bcc4c-b146-4724-978c-751fab731e0a" providerId="ADAL" clId="{E8E95438-7D72-4151-95E2-CCAFE31D1FDF}" dt="2026-02-22T16:00:37.482" v="505" actId="207"/>
          <ac:spMkLst>
            <pc:docMk/>
            <pc:sldMk cId="2463727550" sldId="448"/>
            <ac:spMk id="16" creationId="{8178E538-7DC2-E12D-DCC5-083A0EEF54BF}"/>
          </ac:spMkLst>
        </pc:spChg>
        <pc:spChg chg="mod">
          <ac:chgData name="Luis Carlos Guevara Hernandez" userId="946bcc4c-b146-4724-978c-751fab731e0a" providerId="ADAL" clId="{E8E95438-7D72-4151-95E2-CCAFE31D1FDF}" dt="2026-02-22T16:02:00.531" v="526" actId="20577"/>
          <ac:spMkLst>
            <pc:docMk/>
            <pc:sldMk cId="2463727550" sldId="448"/>
            <ac:spMk id="21" creationId="{8327E34C-CB33-E8D3-DD29-72D79ABB5B3B}"/>
          </ac:spMkLst>
        </pc:spChg>
        <pc:spChg chg="mod">
          <ac:chgData name="Luis Carlos Guevara Hernandez" userId="946bcc4c-b146-4724-978c-751fab731e0a" providerId="ADAL" clId="{E8E95438-7D72-4151-95E2-CCAFE31D1FDF}" dt="2026-02-22T16:03:52.439" v="575" actId="13926"/>
          <ac:spMkLst>
            <pc:docMk/>
            <pc:sldMk cId="2463727550" sldId="448"/>
            <ac:spMk id="26" creationId="{919A5A26-98EC-C3DB-C228-6D50AC2928C8}"/>
          </ac:spMkLst>
        </pc:spChg>
        <pc:spChg chg="mod">
          <ac:chgData name="Luis Carlos Guevara Hernandez" userId="946bcc4c-b146-4724-978c-751fab731e0a" providerId="ADAL" clId="{E8E95438-7D72-4151-95E2-CCAFE31D1FDF}" dt="2026-02-22T16:02:15.398" v="534" actId="20577"/>
          <ac:spMkLst>
            <pc:docMk/>
            <pc:sldMk cId="2463727550" sldId="448"/>
            <ac:spMk id="30" creationId="{7D61EA3C-F960-17AE-C454-253C7B67294F}"/>
          </ac:spMkLst>
        </pc:spChg>
        <pc:spChg chg="mod">
          <ac:chgData name="Luis Carlos Guevara Hernandez" userId="946bcc4c-b146-4724-978c-751fab731e0a" providerId="ADAL" clId="{E8E95438-7D72-4151-95E2-CCAFE31D1FDF}" dt="2026-02-22T16:03:39.661" v="571" actId="13926"/>
          <ac:spMkLst>
            <pc:docMk/>
            <pc:sldMk cId="2463727550" sldId="448"/>
            <ac:spMk id="34" creationId="{81605937-9374-7D44-EDE0-09A99A312126}"/>
          </ac:spMkLst>
        </pc:spChg>
        <pc:spChg chg="mod">
          <ac:chgData name="Luis Carlos Guevara Hernandez" userId="946bcc4c-b146-4724-978c-751fab731e0a" providerId="ADAL" clId="{E8E95438-7D72-4151-95E2-CCAFE31D1FDF}" dt="2026-02-22T16:02:24.563" v="538" actId="20577"/>
          <ac:spMkLst>
            <pc:docMk/>
            <pc:sldMk cId="2463727550" sldId="448"/>
            <ac:spMk id="35" creationId="{776F5FC7-33F8-2954-A7BE-35DF19B63E9A}"/>
          </ac:spMkLst>
        </pc:spChg>
        <pc:spChg chg="mod">
          <ac:chgData name="Luis Carlos Guevara Hernandez" userId="946bcc4c-b146-4724-978c-751fab731e0a" providerId="ADAL" clId="{E8E95438-7D72-4151-95E2-CCAFE31D1FDF}" dt="2026-02-22T15:57:35.966" v="454" actId="14100"/>
          <ac:spMkLst>
            <pc:docMk/>
            <pc:sldMk cId="2463727550" sldId="448"/>
            <ac:spMk id="36" creationId="{4BBF4969-1797-496E-7BD3-03D4D77B5AF8}"/>
          </ac:spMkLst>
        </pc:spChg>
        <pc:spChg chg="mod">
          <ac:chgData name="Luis Carlos Guevara Hernandez" userId="946bcc4c-b146-4724-978c-751fab731e0a" providerId="ADAL" clId="{E8E95438-7D72-4151-95E2-CCAFE31D1FDF}" dt="2026-02-22T16:03:57.681" v="577" actId="13926"/>
          <ac:spMkLst>
            <pc:docMk/>
            <pc:sldMk cId="2463727550" sldId="448"/>
            <ac:spMk id="38" creationId="{E71CECBD-9AEF-8C2E-F74D-321537A0B1DF}"/>
          </ac:spMkLst>
        </pc:spChg>
        <pc:spChg chg="mod">
          <ac:chgData name="Luis Carlos Guevara Hernandez" userId="946bcc4c-b146-4724-978c-751fab731e0a" providerId="ADAL" clId="{E8E95438-7D72-4151-95E2-CCAFE31D1FDF}" dt="2026-02-22T16:02:38.138" v="545" actId="20577"/>
          <ac:spMkLst>
            <pc:docMk/>
            <pc:sldMk cId="2463727550" sldId="448"/>
            <ac:spMk id="39" creationId="{F71D9785-A58F-91A5-C515-81F86453ACE0}"/>
          </ac:spMkLst>
        </pc:spChg>
        <pc:spChg chg="add mod">
          <ac:chgData name="Luis Carlos Guevara Hernandez" userId="946bcc4c-b146-4724-978c-751fab731e0a" providerId="ADAL" clId="{E8E95438-7D72-4151-95E2-CCAFE31D1FDF}" dt="2026-02-22T16:59:41.602" v="1274" actId="1582"/>
          <ac:spMkLst>
            <pc:docMk/>
            <pc:sldMk cId="2463727550" sldId="448"/>
            <ac:spMk id="40" creationId="{CF237A44-85DC-D11A-D9B2-88BF63BB88CE}"/>
          </ac:spMkLst>
        </pc:spChg>
        <pc:grpChg chg="add mod">
          <ac:chgData name="Luis Carlos Guevara Hernandez" userId="946bcc4c-b146-4724-978c-751fab731e0a" providerId="ADAL" clId="{E8E95438-7D72-4151-95E2-CCAFE31D1FDF}" dt="2026-02-22T16:03:17.647" v="563" actId="1076"/>
          <ac:grpSpMkLst>
            <pc:docMk/>
            <pc:sldMk cId="2463727550" sldId="448"/>
            <ac:grpSpMk id="6" creationId="{29B105F7-CE73-3FD9-292B-762D2D3153B2}"/>
          </ac:grpSpMkLst>
        </pc:grpChg>
        <pc:grpChg chg="add mod">
          <ac:chgData name="Luis Carlos Guevara Hernandez" userId="946bcc4c-b146-4724-978c-751fab731e0a" providerId="ADAL" clId="{E8E95438-7D72-4151-95E2-CCAFE31D1FDF}" dt="2026-02-22T16:03:17.647" v="563" actId="1076"/>
          <ac:grpSpMkLst>
            <pc:docMk/>
            <pc:sldMk cId="2463727550" sldId="448"/>
            <ac:grpSpMk id="9" creationId="{0766C362-233F-9D61-9B0D-E05900980FD2}"/>
          </ac:grpSpMkLst>
        </pc:grpChg>
        <pc:grpChg chg="add mod">
          <ac:chgData name="Luis Carlos Guevara Hernandez" userId="946bcc4c-b146-4724-978c-751fab731e0a" providerId="ADAL" clId="{E8E95438-7D72-4151-95E2-CCAFE31D1FDF}" dt="2026-02-22T16:03:17.647" v="563" actId="1076"/>
          <ac:grpSpMkLst>
            <pc:docMk/>
            <pc:sldMk cId="2463727550" sldId="448"/>
            <ac:grpSpMk id="14" creationId="{76297E2C-79C0-A1FE-E009-FCBBEA46BF97}"/>
          </ac:grpSpMkLst>
        </pc:grpChg>
        <pc:grpChg chg="add mod">
          <ac:chgData name="Luis Carlos Guevara Hernandez" userId="946bcc4c-b146-4724-978c-751fab731e0a" providerId="ADAL" clId="{E8E95438-7D72-4151-95E2-CCAFE31D1FDF}" dt="2026-02-22T16:03:17.647" v="563" actId="1076"/>
          <ac:grpSpMkLst>
            <pc:docMk/>
            <pc:sldMk cId="2463727550" sldId="448"/>
            <ac:grpSpMk id="24" creationId="{44A578EB-EF24-491F-2C5D-91A97CC86AC5}"/>
          </ac:grpSpMkLst>
        </pc:grpChg>
        <pc:grpChg chg="add mod">
          <ac:chgData name="Luis Carlos Guevara Hernandez" userId="946bcc4c-b146-4724-978c-751fab731e0a" providerId="ADAL" clId="{E8E95438-7D72-4151-95E2-CCAFE31D1FDF}" dt="2026-02-22T16:03:17.647" v="563" actId="1076"/>
          <ac:grpSpMkLst>
            <pc:docMk/>
            <pc:sldMk cId="2463727550" sldId="448"/>
            <ac:grpSpMk id="32" creationId="{7B8DC6EC-ED09-4A9E-F63B-2A2259E1BBE9}"/>
          </ac:grpSpMkLst>
        </pc:grpChg>
        <pc:grpChg chg="add mod">
          <ac:chgData name="Luis Carlos Guevara Hernandez" userId="946bcc4c-b146-4724-978c-751fab731e0a" providerId="ADAL" clId="{E8E95438-7D72-4151-95E2-CCAFE31D1FDF}" dt="2026-02-22T16:03:17.647" v="563" actId="1076"/>
          <ac:grpSpMkLst>
            <pc:docMk/>
            <pc:sldMk cId="2463727550" sldId="448"/>
            <ac:grpSpMk id="37" creationId="{0728F8D4-95CE-287E-B679-1184F1908518}"/>
          </ac:grpSpMkLst>
        </pc:grpChg>
      </pc:sldChg>
      <pc:sldChg chg="addSp delSp modSp mod addAnim delAnim modAnim">
        <pc:chgData name="Luis Carlos Guevara Hernandez" userId="946bcc4c-b146-4724-978c-751fab731e0a" providerId="ADAL" clId="{E8E95438-7D72-4151-95E2-CCAFE31D1FDF}" dt="2026-02-22T21:18:39.779" v="3720"/>
        <pc:sldMkLst>
          <pc:docMk/>
          <pc:sldMk cId="3010316572" sldId="450"/>
        </pc:sldMkLst>
        <pc:spChg chg="mod">
          <ac:chgData name="Luis Carlos Guevara Hernandez" userId="946bcc4c-b146-4724-978c-751fab731e0a" providerId="ADAL" clId="{E8E95438-7D72-4151-95E2-CCAFE31D1FDF}" dt="2026-02-22T16:27:38.269" v="615" actId="207"/>
          <ac:spMkLst>
            <pc:docMk/>
            <pc:sldMk cId="3010316572" sldId="450"/>
            <ac:spMk id="2" creationId="{50E41520-668B-EB29-A826-7BF91DEAB005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3010316572" sldId="450"/>
            <ac:spMk id="5" creationId="{86716352-7081-A0F7-465A-027E3E838DFD}"/>
          </ac:spMkLst>
        </pc:spChg>
        <pc:spChg chg="add mod">
          <ac:chgData name="Luis Carlos Guevara Hernandez" userId="946bcc4c-b146-4724-978c-751fab731e0a" providerId="ADAL" clId="{E8E95438-7D72-4151-95E2-CCAFE31D1FDF}" dt="2026-02-22T16:31:21.902" v="675" actId="14100"/>
          <ac:spMkLst>
            <pc:docMk/>
            <pc:sldMk cId="3010316572" sldId="450"/>
            <ac:spMk id="8" creationId="{B8167DE3-5DA3-5BC6-A9ED-9B8D4FC0CB84}"/>
          </ac:spMkLst>
        </pc:spChg>
        <pc:spChg chg="add mod">
          <ac:chgData name="Luis Carlos Guevara Hernandez" userId="946bcc4c-b146-4724-978c-751fab731e0a" providerId="ADAL" clId="{E8E95438-7D72-4151-95E2-CCAFE31D1FDF}" dt="2026-02-22T16:32:08.515" v="688" actId="13926"/>
          <ac:spMkLst>
            <pc:docMk/>
            <pc:sldMk cId="3010316572" sldId="450"/>
            <ac:spMk id="9" creationId="{73AF3719-302A-07EB-41D3-9059347A88F8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3010316572" sldId="450"/>
            <ac:spMk id="10" creationId="{7CA97390-9A0F-A3ED-55D8-6F38E4B73777}"/>
          </ac:spMkLst>
        </pc:spChg>
        <pc:spChg chg="add mod">
          <ac:chgData name="Luis Carlos Guevara Hernandez" userId="946bcc4c-b146-4724-978c-751fab731e0a" providerId="ADAL" clId="{E8E95438-7D72-4151-95E2-CCAFE31D1FDF}" dt="2026-02-22T16:31:32.610" v="683" actId="20577"/>
          <ac:spMkLst>
            <pc:docMk/>
            <pc:sldMk cId="3010316572" sldId="450"/>
            <ac:spMk id="15" creationId="{DBCD9C5E-70C1-4489-A7F5-F5CCE52DB6A6}"/>
          </ac:spMkLst>
        </pc:spChg>
        <pc:spChg chg="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3010316572" sldId="450"/>
            <ac:spMk id="16" creationId="{B9E119D6-A918-378A-D7CB-D56CFD427193}"/>
          </ac:spMkLst>
        </pc:spChg>
        <pc:spChg chg="mod">
          <ac:chgData name="Luis Carlos Guevara Hernandez" userId="946bcc4c-b146-4724-978c-751fab731e0a" providerId="ADAL" clId="{E8E95438-7D72-4151-95E2-CCAFE31D1FDF}" dt="2026-02-22T16:28:03.910" v="623" actId="113"/>
          <ac:spMkLst>
            <pc:docMk/>
            <pc:sldMk cId="3010316572" sldId="450"/>
            <ac:spMk id="21" creationId="{D7A2BD07-0687-0E39-D44C-531F32EA8A49}"/>
          </ac:spMkLst>
        </pc:spChg>
        <pc:spChg chg="mod">
          <ac:chgData name="Luis Carlos Guevara Hernandez" userId="946bcc4c-b146-4724-978c-751fab731e0a" providerId="ADAL" clId="{E8E95438-7D72-4151-95E2-CCAFE31D1FDF}" dt="2026-02-22T16:05:16.483" v="589"/>
          <ac:spMkLst>
            <pc:docMk/>
            <pc:sldMk cId="3010316572" sldId="450"/>
            <ac:spMk id="36" creationId="{44583E87-E35A-D5D7-7B82-F441B15CFA1C}"/>
          </ac:spMkLst>
        </pc:spChg>
      </pc:sldChg>
      <pc:sldChg chg="delSp modSp mod delAnim modAnim">
        <pc:chgData name="Luis Carlos Guevara Hernandez" userId="946bcc4c-b146-4724-978c-751fab731e0a" providerId="ADAL" clId="{E8E95438-7D72-4151-95E2-CCAFE31D1FDF}" dt="2026-02-22T16:38:42.703" v="870" actId="1036"/>
        <pc:sldMkLst>
          <pc:docMk/>
          <pc:sldMk cId="1472478394" sldId="451"/>
        </pc:sldMkLst>
        <pc:spChg chg="mod">
          <ac:chgData name="Luis Carlos Guevara Hernandez" userId="946bcc4c-b146-4724-978c-751fab731e0a" providerId="ADAL" clId="{E8E95438-7D72-4151-95E2-CCAFE31D1FDF}" dt="2026-02-22T16:38:02.897" v="754" actId="1076"/>
          <ac:spMkLst>
            <pc:docMk/>
            <pc:sldMk cId="1472478394" sldId="451"/>
            <ac:spMk id="2" creationId="{7A7CDA76-8A60-B9D2-2592-CD2EE5238FD1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472478394" sldId="451"/>
            <ac:spMk id="10" creationId="{3F089FA5-E24B-5BAB-B6D0-3E8F50AC0049}"/>
          </ac:spMkLst>
        </pc:spChg>
        <pc:spChg chg="mod">
          <ac:chgData name="Luis Carlos Guevara Hernandez" userId="946bcc4c-b146-4724-978c-751fab731e0a" providerId="ADAL" clId="{E8E95438-7D72-4151-95E2-CCAFE31D1FDF}" dt="2026-02-22T16:38:26.806" v="758" actId="14100"/>
          <ac:spMkLst>
            <pc:docMk/>
            <pc:sldMk cId="1472478394" sldId="451"/>
            <ac:spMk id="21" creationId="{D0D19061-82E2-BE21-6EF1-4295F956C371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32" creationId="{343ECB75-AC52-048B-42E3-F3EAAC6BD74C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33" creationId="{9BD84535-1E74-EDBE-55CE-DA32E8950DB4}"/>
          </ac:spMkLst>
        </pc:spChg>
        <pc:spChg chg="mod">
          <ac:chgData name="Luis Carlos Guevara Hernandez" userId="946bcc4c-b146-4724-978c-751fab731e0a" providerId="ADAL" clId="{E8E95438-7D72-4151-95E2-CCAFE31D1FDF}" dt="2026-02-22T16:33:54.829" v="690"/>
          <ac:spMkLst>
            <pc:docMk/>
            <pc:sldMk cId="1472478394" sldId="451"/>
            <ac:spMk id="36" creationId="{A07EF9FB-77F2-1127-44D3-32214FF64689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52" creationId="{D9E25E5A-329B-8DB9-58A8-9D9E52E8DDA3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54" creationId="{910E7F9E-EBCF-06A3-6891-0D8047DAA16A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59" creationId="{0BF69B00-8EEF-9DFD-C157-DAB42E2B9BB4}"/>
          </ac:spMkLst>
        </pc:spChg>
        <pc:spChg chg="mod">
          <ac:chgData name="Luis Carlos Guevara Hernandez" userId="946bcc4c-b146-4724-978c-751fab731e0a" providerId="ADAL" clId="{E8E95438-7D72-4151-95E2-CCAFE31D1FDF}" dt="2026-02-22T16:38:11.662" v="756" actId="1076"/>
          <ac:spMkLst>
            <pc:docMk/>
            <pc:sldMk cId="1472478394" sldId="451"/>
            <ac:spMk id="60" creationId="{F95B06A8-E8FC-2270-83B2-3F3DBCD84362}"/>
          </ac:spMkLst>
        </pc:spChg>
        <pc:spChg chg="mod">
          <ac:chgData name="Luis Carlos Guevara Hernandez" userId="946bcc4c-b146-4724-978c-751fab731e0a" providerId="ADAL" clId="{E8E95438-7D72-4151-95E2-CCAFE31D1FDF}" dt="2026-02-22T16:34:54.676" v="719"/>
          <ac:spMkLst>
            <pc:docMk/>
            <pc:sldMk cId="1472478394" sldId="451"/>
            <ac:spMk id="94" creationId="{54DA488B-BDDF-899C-68E3-48E7ED8EB06F}"/>
          </ac:spMkLst>
        </pc:spChg>
        <pc:spChg chg="mod">
          <ac:chgData name="Luis Carlos Guevara Hernandez" userId="946bcc4c-b146-4724-978c-751fab731e0a" providerId="ADAL" clId="{E8E95438-7D72-4151-95E2-CCAFE31D1FDF}" dt="2026-02-22T16:34:43.606" v="718"/>
          <ac:spMkLst>
            <pc:docMk/>
            <pc:sldMk cId="1472478394" sldId="451"/>
            <ac:spMk id="95" creationId="{49E4C505-A79B-CFA1-877B-C3EC92DB2D3A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101" creationId="{5647DB0A-DDBC-8E17-DBC4-7225B24DF0C6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102" creationId="{E2A47D43-0184-B830-F2E8-FDD10C5941FD}"/>
          </ac:spMkLst>
        </pc:spChg>
        <pc:spChg chg="mod">
          <ac:chgData name="Luis Carlos Guevara Hernandez" userId="946bcc4c-b146-4724-978c-751fab731e0a" providerId="ADAL" clId="{E8E95438-7D72-4151-95E2-CCAFE31D1FDF}" dt="2026-02-22T16:36:02.618" v="737" actId="20577"/>
          <ac:spMkLst>
            <pc:docMk/>
            <pc:sldMk cId="1472478394" sldId="451"/>
            <ac:spMk id="103" creationId="{DC2B0016-3532-1109-CF2D-E024F7DF4F5A}"/>
          </ac:spMkLst>
        </pc:spChg>
        <pc:spChg chg="mod">
          <ac:chgData name="Luis Carlos Guevara Hernandez" userId="946bcc4c-b146-4724-978c-751fab731e0a" providerId="ADAL" clId="{E8E95438-7D72-4151-95E2-CCAFE31D1FDF}" dt="2026-02-22T16:35:32.264" v="727" actId="113"/>
          <ac:spMkLst>
            <pc:docMk/>
            <pc:sldMk cId="1472478394" sldId="451"/>
            <ac:spMk id="104" creationId="{09F15121-B666-3E2C-DE5B-012902822282}"/>
          </ac:spMkLst>
        </pc:spChg>
        <pc:spChg chg="mod">
          <ac:chgData name="Luis Carlos Guevara Hernandez" userId="946bcc4c-b146-4724-978c-751fab731e0a" providerId="ADAL" clId="{E8E95438-7D72-4151-95E2-CCAFE31D1FDF}" dt="2026-02-22T16:36:00.113" v="735" actId="1076"/>
          <ac:spMkLst>
            <pc:docMk/>
            <pc:sldMk cId="1472478394" sldId="451"/>
            <ac:spMk id="105" creationId="{41CE0B2D-5BA7-D0F5-4C3B-D84ACDE965D6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106" creationId="{5A5F5473-3893-B745-ADA9-562F42E4F48E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107" creationId="{F7E5C366-2C99-87E0-5DFF-D0D9EF78A46F}"/>
          </ac:spMkLst>
        </pc:spChg>
        <pc:spChg chg="mod">
          <ac:chgData name="Luis Carlos Guevara Hernandez" userId="946bcc4c-b146-4724-978c-751fab731e0a" providerId="ADAL" clId="{E8E95438-7D72-4151-95E2-CCAFE31D1FDF}" dt="2026-02-22T16:38:42.703" v="870" actId="1036"/>
          <ac:spMkLst>
            <pc:docMk/>
            <pc:sldMk cId="1472478394" sldId="451"/>
            <ac:spMk id="108" creationId="{232D55DE-AC57-5300-69AD-354B64A5ADB4}"/>
          </ac:spMkLst>
        </pc:spChg>
      </pc:sldChg>
      <pc:sldChg chg="addSp delSp modSp mod delAnim modAnim">
        <pc:chgData name="Luis Carlos Guevara Hernandez" userId="946bcc4c-b146-4724-978c-751fab731e0a" providerId="ADAL" clId="{E8E95438-7D72-4151-95E2-CCAFE31D1FDF}" dt="2026-02-22T16:55:10.291" v="1232" actId="1035"/>
        <pc:sldMkLst>
          <pc:docMk/>
          <pc:sldMk cId="4121982574" sldId="452"/>
        </pc:sldMkLst>
        <pc:spChg chg="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2" creationId="{81242B0A-7434-2BD0-2385-9ECE899F9C63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4121982574" sldId="452"/>
            <ac:spMk id="4" creationId="{C605A4B6-A78D-B21C-EB5F-88AC955ACE43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4121982574" sldId="452"/>
            <ac:spMk id="5" creationId="{49B3FD6B-A94F-EB30-A358-70926C85FA1B}"/>
          </ac:spMkLst>
        </pc:spChg>
        <pc:spChg chg="add 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6" creationId="{9643A236-DDA3-2685-7510-237D67698203}"/>
          </ac:spMkLst>
        </pc:spChg>
        <pc:spChg chg="add 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7" creationId="{A083FD19-6559-BC2B-34D0-DFE51FF5F38D}"/>
          </ac:spMkLst>
        </pc:spChg>
        <pc:spChg chg="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9" creationId="{7ECF8D0F-135D-ED35-DFFA-15CECFA721CC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4121982574" sldId="452"/>
            <ac:spMk id="10" creationId="{3D4D5B4A-49A7-2C9B-5EA5-2A3AB9F14BA4}"/>
          </ac:spMkLst>
        </pc:spChg>
        <pc:spChg chg="add 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12" creationId="{CA3A0709-1843-BBE5-40E5-A33B7A7F4439}"/>
          </ac:spMkLst>
        </pc:spChg>
        <pc:spChg chg="add 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13" creationId="{9E51192F-FE2F-8572-BC89-57336855ABE2}"/>
          </ac:spMkLst>
        </pc:spChg>
        <pc:spChg chg="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15" creationId="{BB1D7DCE-697D-6EFF-06A7-081A8F03AC3F}"/>
          </ac:spMkLst>
        </pc:spChg>
        <pc:spChg chg="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19" creationId="{E68EA6A2-6498-3958-9C7E-06BA62E2CA0D}"/>
          </ac:spMkLst>
        </pc:spChg>
        <pc:spChg chg="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20" creationId="{8CA73BE2-1DBF-C447-EAD9-1FFFBA077612}"/>
          </ac:spMkLst>
        </pc:spChg>
        <pc:spChg chg="mod">
          <ac:chgData name="Luis Carlos Guevara Hernandez" userId="946bcc4c-b146-4724-978c-751fab731e0a" providerId="ADAL" clId="{E8E95438-7D72-4151-95E2-CCAFE31D1FDF}" dt="2026-02-22T16:55:10.291" v="1232" actId="1035"/>
          <ac:spMkLst>
            <pc:docMk/>
            <pc:sldMk cId="4121982574" sldId="452"/>
            <ac:spMk id="21" creationId="{4AC1E625-0AA4-4DA5-93A6-EAF132AA26DF}"/>
          </ac:spMkLst>
        </pc:spChg>
        <pc:spChg chg="mod">
          <ac:chgData name="Luis Carlos Guevara Hernandez" userId="946bcc4c-b146-4724-978c-751fab731e0a" providerId="ADAL" clId="{E8E95438-7D72-4151-95E2-CCAFE31D1FDF}" dt="2026-02-22T16:41:25.490" v="871"/>
          <ac:spMkLst>
            <pc:docMk/>
            <pc:sldMk cId="4121982574" sldId="452"/>
            <ac:spMk id="36" creationId="{AA6057BE-D847-3A07-0A68-20F2B5352A32}"/>
          </ac:spMkLst>
        </pc:spChg>
      </pc:sldChg>
      <pc:sldChg chg="addSp delSp modSp mod delAnim modAnim">
        <pc:chgData name="Luis Carlos Guevara Hernandez" userId="946bcc4c-b146-4724-978c-751fab731e0a" providerId="ADAL" clId="{E8E95438-7D72-4151-95E2-CCAFE31D1FDF}" dt="2026-02-22T18:51:01.753" v="2203" actId="207"/>
        <pc:sldMkLst>
          <pc:docMk/>
          <pc:sldMk cId="2451694885" sldId="454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451694885" sldId="454"/>
            <ac:spMk id="5" creationId="{C083F92B-1161-B956-CC96-7D1525D81EEA}"/>
          </ac:spMkLst>
        </pc:spChg>
        <pc:spChg chg="add mod">
          <ac:chgData name="Luis Carlos Guevara Hernandez" userId="946bcc4c-b146-4724-978c-751fab731e0a" providerId="ADAL" clId="{E8E95438-7D72-4151-95E2-CCAFE31D1FDF}" dt="2026-02-22T17:01:14.319" v="1309" actId="164"/>
          <ac:spMkLst>
            <pc:docMk/>
            <pc:sldMk cId="2451694885" sldId="454"/>
            <ac:spMk id="6" creationId="{DF3508D3-F23E-37BA-F907-EA30D91E70B7}"/>
          </ac:spMkLst>
        </pc:spChg>
        <pc:spChg chg="mod">
          <ac:chgData name="Luis Carlos Guevara Hernandez" userId="946bcc4c-b146-4724-978c-751fab731e0a" providerId="ADAL" clId="{E8E95438-7D72-4151-95E2-CCAFE31D1FDF}" dt="2026-02-22T17:02:19.055" v="1333" actId="14100"/>
          <ac:spMkLst>
            <pc:docMk/>
            <pc:sldMk cId="2451694885" sldId="454"/>
            <ac:spMk id="7" creationId="{55FAE006-4393-B6B0-202B-53C8784F3028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451694885" sldId="454"/>
            <ac:spMk id="14" creationId="{BDAD26D2-4B60-A521-9B8B-816B7D08E982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2451694885" sldId="454"/>
            <ac:spMk id="16" creationId="{E879EB19-85BD-2EFB-6BE5-983FCCDC7AE9}"/>
          </ac:spMkLst>
        </pc:spChg>
        <pc:spChg chg="add mod">
          <ac:chgData name="Luis Carlos Guevara Hernandez" userId="946bcc4c-b146-4724-978c-751fab731e0a" providerId="ADAL" clId="{E8E95438-7D72-4151-95E2-CCAFE31D1FDF}" dt="2026-02-22T18:51:01.753" v="2203" actId="207"/>
          <ac:spMkLst>
            <pc:docMk/>
            <pc:sldMk cId="2451694885" sldId="454"/>
            <ac:spMk id="19" creationId="{D4AA4625-0114-B90D-74DB-BE5CD6B0C138}"/>
          </ac:spMkLst>
        </pc:spChg>
        <pc:spChg chg="mod">
          <ac:chgData name="Luis Carlos Guevara Hernandez" userId="946bcc4c-b146-4724-978c-751fab731e0a" providerId="ADAL" clId="{E8E95438-7D72-4151-95E2-CCAFE31D1FDF}" dt="2026-02-22T16:58:08.595" v="1252"/>
          <ac:spMkLst>
            <pc:docMk/>
            <pc:sldMk cId="2451694885" sldId="454"/>
            <ac:spMk id="23" creationId="{4983FEB4-DB1F-F342-9541-0010D2434BE3}"/>
          </ac:spMkLst>
        </pc:spChg>
        <pc:spChg chg="mod">
          <ac:chgData name="Luis Carlos Guevara Hernandez" userId="946bcc4c-b146-4724-978c-751fab731e0a" providerId="ADAL" clId="{E8E95438-7D72-4151-95E2-CCAFE31D1FDF}" dt="2026-02-22T16:58:12.322" v="1253"/>
          <ac:spMkLst>
            <pc:docMk/>
            <pc:sldMk cId="2451694885" sldId="454"/>
            <ac:spMk id="24" creationId="{FA138CE9-DDD6-FAA4-5E35-E6612A3D631F}"/>
          </ac:spMkLst>
        </pc:spChg>
        <pc:spChg chg="mod">
          <ac:chgData name="Luis Carlos Guevara Hernandez" userId="946bcc4c-b146-4724-978c-751fab731e0a" providerId="ADAL" clId="{E8E95438-7D72-4151-95E2-CCAFE31D1FDF}" dt="2026-02-22T16:58:16.166" v="1254"/>
          <ac:spMkLst>
            <pc:docMk/>
            <pc:sldMk cId="2451694885" sldId="454"/>
            <ac:spMk id="25" creationId="{EFB6786F-2A82-8935-36AB-09ACE0F95136}"/>
          </ac:spMkLst>
        </pc:spChg>
        <pc:spChg chg="mod">
          <ac:chgData name="Luis Carlos Guevara Hernandez" userId="946bcc4c-b146-4724-978c-751fab731e0a" providerId="ADAL" clId="{E8E95438-7D72-4151-95E2-CCAFE31D1FDF}" dt="2026-02-22T16:58:20.304" v="1255"/>
          <ac:spMkLst>
            <pc:docMk/>
            <pc:sldMk cId="2451694885" sldId="454"/>
            <ac:spMk id="26" creationId="{80ABE994-4C33-E01D-8F62-151E7E6C63FD}"/>
          </ac:spMkLst>
        </pc:spChg>
        <pc:spChg chg="mod">
          <ac:chgData name="Luis Carlos Guevara Hernandez" userId="946bcc4c-b146-4724-978c-751fab731e0a" providerId="ADAL" clId="{E8E95438-7D72-4151-95E2-CCAFE31D1FDF}" dt="2026-02-22T16:58:45.684" v="1262" actId="207"/>
          <ac:spMkLst>
            <pc:docMk/>
            <pc:sldMk cId="2451694885" sldId="454"/>
            <ac:spMk id="27" creationId="{283F39AA-2348-AA68-DF60-D8CFB14972BD}"/>
          </ac:spMkLst>
        </pc:spChg>
        <pc:spChg chg="mod">
          <ac:chgData name="Luis Carlos Guevara Hernandez" userId="946bcc4c-b146-4724-978c-751fab731e0a" providerId="ADAL" clId="{E8E95438-7D72-4151-95E2-CCAFE31D1FDF}" dt="2026-02-22T16:59:14.625" v="1269" actId="13926"/>
          <ac:spMkLst>
            <pc:docMk/>
            <pc:sldMk cId="2451694885" sldId="454"/>
            <ac:spMk id="28" creationId="{5BD81E85-E33A-CCC1-6237-5720A2244E5D}"/>
          </ac:spMkLst>
        </pc:spChg>
        <pc:spChg chg="mod">
          <ac:chgData name="Luis Carlos Guevara Hernandez" userId="946bcc4c-b146-4724-978c-751fab731e0a" providerId="ADAL" clId="{E8E95438-7D72-4151-95E2-CCAFE31D1FDF}" dt="2026-02-22T17:01:24.740" v="1313"/>
          <ac:spMkLst>
            <pc:docMk/>
            <pc:sldMk cId="2451694885" sldId="454"/>
            <ac:spMk id="29" creationId="{A089D1D2-535D-FC3C-DA01-87058830CBDE}"/>
          </ac:spMkLst>
        </pc:spChg>
        <pc:spChg chg="mod">
          <ac:chgData name="Luis Carlos Guevara Hernandez" userId="946bcc4c-b146-4724-978c-751fab731e0a" providerId="ADAL" clId="{E8E95438-7D72-4151-95E2-CCAFE31D1FDF}" dt="2026-02-22T17:01:14.319" v="1309" actId="164"/>
          <ac:spMkLst>
            <pc:docMk/>
            <pc:sldMk cId="2451694885" sldId="454"/>
            <ac:spMk id="30" creationId="{879C01C2-C522-7367-9C27-E1F81B65D471}"/>
          </ac:spMkLst>
        </pc:spChg>
        <pc:spChg chg="mod">
          <ac:chgData name="Luis Carlos Guevara Hernandez" userId="946bcc4c-b146-4724-978c-751fab731e0a" providerId="ADAL" clId="{E8E95438-7D72-4151-95E2-CCAFE31D1FDF}" dt="2026-02-22T16:59:34.613" v="1273" actId="208"/>
          <ac:spMkLst>
            <pc:docMk/>
            <pc:sldMk cId="2451694885" sldId="454"/>
            <ac:spMk id="31" creationId="{6BC23DFC-C675-E700-18F1-6C6EEECC48E9}"/>
          </ac:spMkLst>
        </pc:spChg>
        <pc:spChg chg="mod">
          <ac:chgData name="Luis Carlos Guevara Hernandez" userId="946bcc4c-b146-4724-978c-751fab731e0a" providerId="ADAL" clId="{E8E95438-7D72-4151-95E2-CCAFE31D1FDF}" dt="2026-02-22T17:01:15.444" v="1310"/>
          <ac:spMkLst>
            <pc:docMk/>
            <pc:sldMk cId="2451694885" sldId="454"/>
            <ac:spMk id="33" creationId="{79C3A67C-3FE8-0EE3-567C-74217EC3860F}"/>
          </ac:spMkLst>
        </pc:spChg>
        <pc:spChg chg="mod">
          <ac:chgData name="Luis Carlos Guevara Hernandez" userId="946bcc4c-b146-4724-978c-751fab731e0a" providerId="ADAL" clId="{E8E95438-7D72-4151-95E2-CCAFE31D1FDF}" dt="2026-02-22T17:02:04.909" v="1331" actId="14100"/>
          <ac:spMkLst>
            <pc:docMk/>
            <pc:sldMk cId="2451694885" sldId="454"/>
            <ac:spMk id="35" creationId="{0FCD0AB9-6AEE-128E-EB39-A9BA98260264}"/>
          </ac:spMkLst>
        </pc:spChg>
        <pc:spChg chg="mod">
          <ac:chgData name="Luis Carlos Guevara Hernandez" userId="946bcc4c-b146-4724-978c-751fab731e0a" providerId="ADAL" clId="{E8E95438-7D72-4151-95E2-CCAFE31D1FDF}" dt="2026-02-22T16:57:43.931" v="1247"/>
          <ac:spMkLst>
            <pc:docMk/>
            <pc:sldMk cId="2451694885" sldId="454"/>
            <ac:spMk id="36" creationId="{554163A9-91D5-9A15-1892-5F16A8C98851}"/>
          </ac:spMkLst>
        </pc:spChg>
        <pc:spChg chg="mod">
          <ac:chgData name="Luis Carlos Guevara Hernandez" userId="946bcc4c-b146-4724-978c-751fab731e0a" providerId="ADAL" clId="{E8E95438-7D72-4151-95E2-CCAFE31D1FDF}" dt="2026-02-22T17:01:29.232" v="1314"/>
          <ac:spMkLst>
            <pc:docMk/>
            <pc:sldMk cId="2451694885" sldId="454"/>
            <ac:spMk id="37" creationId="{F4E9D293-75D5-0F5A-1B9F-2A5C7D857200}"/>
          </ac:spMkLst>
        </pc:spChg>
        <pc:grpChg chg="add mod">
          <ac:chgData name="Luis Carlos Guevara Hernandez" userId="946bcc4c-b146-4724-978c-751fab731e0a" providerId="ADAL" clId="{E8E95438-7D72-4151-95E2-CCAFE31D1FDF}" dt="2026-02-22T17:01:59.771" v="1330" actId="1076"/>
          <ac:grpSpMkLst>
            <pc:docMk/>
            <pc:sldMk cId="2451694885" sldId="454"/>
            <ac:grpSpMk id="20" creationId="{2EE82C99-F8F3-5B88-2DE4-9055F839487B}"/>
          </ac:grpSpMkLst>
        </pc:grpChg>
        <pc:grpChg chg="add mod">
          <ac:chgData name="Luis Carlos Guevara Hernandez" userId="946bcc4c-b146-4724-978c-751fab731e0a" providerId="ADAL" clId="{E8E95438-7D72-4151-95E2-CCAFE31D1FDF}" dt="2026-02-22T17:02:11.160" v="1332" actId="1076"/>
          <ac:grpSpMkLst>
            <pc:docMk/>
            <pc:sldMk cId="2451694885" sldId="454"/>
            <ac:grpSpMk id="21" creationId="{56A14DD7-8DA6-B35A-AA87-9F40560CBBAC}"/>
          </ac:grpSpMkLst>
        </pc:grpChg>
        <pc:grpChg chg="add mod">
          <ac:chgData name="Luis Carlos Guevara Hernandez" userId="946bcc4c-b146-4724-978c-751fab731e0a" providerId="ADAL" clId="{E8E95438-7D72-4151-95E2-CCAFE31D1FDF}" dt="2026-02-22T17:01:59.771" v="1330" actId="1076"/>
          <ac:grpSpMkLst>
            <pc:docMk/>
            <pc:sldMk cId="2451694885" sldId="454"/>
            <ac:grpSpMk id="34" creationId="{1C9D1715-C0CE-1355-6267-236E5E775471}"/>
          </ac:grpSpMkLst>
        </pc:grpChg>
        <pc:cxnChg chg="mod">
          <ac:chgData name="Luis Carlos Guevara Hernandez" userId="946bcc4c-b146-4724-978c-751fab731e0a" providerId="ADAL" clId="{E8E95438-7D72-4151-95E2-CCAFE31D1FDF}" dt="2026-02-22T16:59:49.942" v="1275" actId="208"/>
          <ac:cxnSpMkLst>
            <pc:docMk/>
            <pc:sldMk cId="2451694885" sldId="454"/>
            <ac:cxnSpMk id="13" creationId="{118713DA-F8FA-C4C4-B3DC-DC477200068F}"/>
          </ac:cxnSpMkLst>
        </pc:cxnChg>
        <pc:cxnChg chg="mod">
          <ac:chgData name="Luis Carlos Guevara Hernandez" userId="946bcc4c-b146-4724-978c-751fab731e0a" providerId="ADAL" clId="{E8E95438-7D72-4151-95E2-CCAFE31D1FDF}" dt="2026-02-22T16:59:49.942" v="1275" actId="208"/>
          <ac:cxnSpMkLst>
            <pc:docMk/>
            <pc:sldMk cId="2451694885" sldId="454"/>
            <ac:cxnSpMk id="17" creationId="{75C43478-5062-50BD-976D-BB731BDA77C8}"/>
          </ac:cxnSpMkLst>
        </pc:cxnChg>
        <pc:cxnChg chg="mod">
          <ac:chgData name="Luis Carlos Guevara Hernandez" userId="946bcc4c-b146-4724-978c-751fab731e0a" providerId="ADAL" clId="{E8E95438-7D72-4151-95E2-CCAFE31D1FDF}" dt="2026-02-22T16:59:49.942" v="1275" actId="208"/>
          <ac:cxnSpMkLst>
            <pc:docMk/>
            <pc:sldMk cId="2451694885" sldId="454"/>
            <ac:cxnSpMk id="18" creationId="{6E40F95A-ED9D-A537-D897-24753E81AECD}"/>
          </ac:cxnSpMkLst>
        </pc:cxnChg>
      </pc:sldChg>
      <pc:sldChg chg="addSp delSp modSp mod">
        <pc:chgData name="Luis Carlos Guevara Hernandez" userId="946bcc4c-b146-4724-978c-751fab731e0a" providerId="ADAL" clId="{E8E95438-7D72-4151-95E2-CCAFE31D1FDF}" dt="2026-02-22T18:46:16.092" v="2192" actId="164"/>
        <pc:sldMkLst>
          <pc:docMk/>
          <pc:sldMk cId="1470710066" sldId="456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470710066" sldId="456"/>
            <ac:spMk id="5" creationId="{607C5C01-70A9-F3BD-AE81-97DEE41F86BE}"/>
          </ac:spMkLst>
        </pc:spChg>
        <pc:spChg chg="mod">
          <ac:chgData name="Luis Carlos Guevara Hernandez" userId="946bcc4c-b146-4724-978c-751fab731e0a" providerId="ADAL" clId="{E8E95438-7D72-4151-95E2-CCAFE31D1FDF}" dt="2026-02-22T17:11:50.934" v="1561" actId="1037"/>
          <ac:spMkLst>
            <pc:docMk/>
            <pc:sldMk cId="1470710066" sldId="456"/>
            <ac:spMk id="20" creationId="{6E234CC8-81BD-3602-1962-3D8E982DCCA3}"/>
          </ac:spMkLst>
        </pc:spChg>
        <pc:spChg chg="mod">
          <ac:chgData name="Luis Carlos Guevara Hernandez" userId="946bcc4c-b146-4724-978c-751fab731e0a" providerId="ADAL" clId="{E8E95438-7D72-4151-95E2-CCAFE31D1FDF}" dt="2026-02-22T17:05:50.133" v="1363"/>
          <ac:spMkLst>
            <pc:docMk/>
            <pc:sldMk cId="1470710066" sldId="456"/>
            <ac:spMk id="21" creationId="{17E2D074-4B84-4986-CD39-7F027F2F4225}"/>
          </ac:spMkLst>
        </pc:spChg>
        <pc:spChg chg="mod">
          <ac:chgData name="Luis Carlos Guevara Hernandez" userId="946bcc4c-b146-4724-978c-751fab731e0a" providerId="ADAL" clId="{E8E95438-7D72-4151-95E2-CCAFE31D1FDF}" dt="2026-02-22T17:11:50.934" v="1561" actId="1037"/>
          <ac:spMkLst>
            <pc:docMk/>
            <pc:sldMk cId="1470710066" sldId="456"/>
            <ac:spMk id="22" creationId="{08E9EB00-2B89-7DD3-54DF-158ABFC6ABBA}"/>
          </ac:spMkLst>
        </pc:spChg>
        <pc:spChg chg="mod">
          <ac:chgData name="Luis Carlos Guevara Hernandez" userId="946bcc4c-b146-4724-978c-751fab731e0a" providerId="ADAL" clId="{E8E95438-7D72-4151-95E2-CCAFE31D1FDF}" dt="2026-02-22T17:11:50.934" v="1561" actId="1037"/>
          <ac:spMkLst>
            <pc:docMk/>
            <pc:sldMk cId="1470710066" sldId="456"/>
            <ac:spMk id="28" creationId="{95DE541C-6620-F291-4E23-37B2EE481804}"/>
          </ac:spMkLst>
        </pc:spChg>
        <pc:spChg chg="mod">
          <ac:chgData name="Luis Carlos Guevara Hernandez" userId="946bcc4c-b146-4724-978c-751fab731e0a" providerId="ADAL" clId="{E8E95438-7D72-4151-95E2-CCAFE31D1FDF}" dt="2026-02-22T17:04:46.817" v="1348" actId="20577"/>
          <ac:spMkLst>
            <pc:docMk/>
            <pc:sldMk cId="1470710066" sldId="456"/>
            <ac:spMk id="36" creationId="{E757DB7C-6904-68E4-BC84-54A9D1524B27}"/>
          </ac:spMkLst>
        </pc:spChg>
        <pc:spChg chg="mod">
          <ac:chgData name="Luis Carlos Guevara Hernandez" userId="946bcc4c-b146-4724-978c-751fab731e0a" providerId="ADAL" clId="{E8E95438-7D72-4151-95E2-CCAFE31D1FDF}" dt="2026-02-22T17:05:41.448" v="1359"/>
          <ac:spMkLst>
            <pc:docMk/>
            <pc:sldMk cId="1470710066" sldId="456"/>
            <ac:spMk id="38" creationId="{177E02EF-F36B-F2AD-15EF-7199B7F68E6C}"/>
          </ac:spMkLst>
        </pc:spChg>
        <pc:spChg chg="mod">
          <ac:chgData name="Luis Carlos Guevara Hernandez" userId="946bcc4c-b146-4724-978c-751fab731e0a" providerId="ADAL" clId="{E8E95438-7D72-4151-95E2-CCAFE31D1FDF}" dt="2026-02-22T18:46:16.092" v="2192" actId="164"/>
          <ac:spMkLst>
            <pc:docMk/>
            <pc:sldMk cId="1470710066" sldId="456"/>
            <ac:spMk id="39" creationId="{59B79FB3-8D4A-9384-4AD1-14BA2819DF08}"/>
          </ac:spMkLst>
        </pc:spChg>
        <pc:spChg chg="mod">
          <ac:chgData name="Luis Carlos Guevara Hernandez" userId="946bcc4c-b146-4724-978c-751fab731e0a" providerId="ADAL" clId="{E8E95438-7D72-4151-95E2-CCAFE31D1FDF}" dt="2026-02-22T18:46:16.092" v="2192" actId="164"/>
          <ac:spMkLst>
            <pc:docMk/>
            <pc:sldMk cId="1470710066" sldId="456"/>
            <ac:spMk id="41" creationId="{4C52EE94-0722-D1D3-D75E-D7C2CFEDEDE7}"/>
          </ac:spMkLst>
        </pc:spChg>
        <pc:spChg chg="mod">
          <ac:chgData name="Luis Carlos Guevara Hernandez" userId="946bcc4c-b146-4724-978c-751fab731e0a" providerId="ADAL" clId="{E8E95438-7D72-4151-95E2-CCAFE31D1FDF}" dt="2026-02-22T17:06:46.436" v="1375"/>
          <ac:spMkLst>
            <pc:docMk/>
            <pc:sldMk cId="1470710066" sldId="456"/>
            <ac:spMk id="46" creationId="{5FE3B194-D7DD-4014-9CA5-DB227D59216D}"/>
          </ac:spMkLst>
        </pc:spChg>
        <pc:spChg chg="mod">
          <ac:chgData name="Luis Carlos Guevara Hernandez" userId="946bcc4c-b146-4724-978c-751fab731e0a" providerId="ADAL" clId="{E8E95438-7D72-4151-95E2-CCAFE31D1FDF}" dt="2026-02-22T18:46:16.092" v="2192" actId="164"/>
          <ac:spMkLst>
            <pc:docMk/>
            <pc:sldMk cId="1470710066" sldId="456"/>
            <ac:spMk id="70" creationId="{B02A0B0F-957A-B663-03EB-0B037426F613}"/>
          </ac:spMkLst>
        </pc:spChg>
        <pc:spChg chg="mod">
          <ac:chgData name="Luis Carlos Guevara Hernandez" userId="946bcc4c-b146-4724-978c-751fab731e0a" providerId="ADAL" clId="{E8E95438-7D72-4151-95E2-CCAFE31D1FDF}" dt="2026-02-22T18:46:16.092" v="2192" actId="164"/>
          <ac:spMkLst>
            <pc:docMk/>
            <pc:sldMk cId="1470710066" sldId="456"/>
            <ac:spMk id="72" creationId="{41E30D5C-D4A9-E6EF-7CE1-1418BB21EB6E}"/>
          </ac:spMkLst>
        </pc:spChg>
        <pc:spChg chg="mod">
          <ac:chgData name="Luis Carlos Guevara Hernandez" userId="946bcc4c-b146-4724-978c-751fab731e0a" providerId="ADAL" clId="{E8E95438-7D72-4151-95E2-CCAFE31D1FDF}" dt="2026-02-22T17:09:03.549" v="1486"/>
          <ac:spMkLst>
            <pc:docMk/>
            <pc:sldMk cId="1470710066" sldId="456"/>
            <ac:spMk id="77" creationId="{88D9F521-36F6-C908-1180-377A6B23FCD7}"/>
          </ac:spMkLst>
        </pc:spChg>
        <pc:spChg chg="mod">
          <ac:chgData name="Luis Carlos Guevara Hernandez" userId="946bcc4c-b146-4724-978c-751fab731e0a" providerId="ADAL" clId="{E8E95438-7D72-4151-95E2-CCAFE31D1FDF}" dt="2026-02-22T17:09:16.512" v="1492" actId="20577"/>
          <ac:spMkLst>
            <pc:docMk/>
            <pc:sldMk cId="1470710066" sldId="456"/>
            <ac:spMk id="78" creationId="{3B255FF6-1698-750E-2CA7-75C9CDAD616E}"/>
          </ac:spMkLst>
        </pc:spChg>
        <pc:spChg chg="mod">
          <ac:chgData name="Luis Carlos Guevara Hernandez" userId="946bcc4c-b146-4724-978c-751fab731e0a" providerId="ADAL" clId="{E8E95438-7D72-4151-95E2-CCAFE31D1FDF}" dt="2026-02-22T17:08:58.597" v="1484"/>
          <ac:spMkLst>
            <pc:docMk/>
            <pc:sldMk cId="1470710066" sldId="456"/>
            <ac:spMk id="81" creationId="{B69B9EE7-D6AB-7ABD-FFD4-558C3AA331DB}"/>
          </ac:spMkLst>
        </pc:spChg>
        <pc:spChg chg="mod">
          <ac:chgData name="Luis Carlos Guevara Hernandez" userId="946bcc4c-b146-4724-978c-751fab731e0a" providerId="ADAL" clId="{E8E95438-7D72-4151-95E2-CCAFE31D1FDF}" dt="2026-02-22T17:11:50.934" v="1561" actId="1037"/>
          <ac:spMkLst>
            <pc:docMk/>
            <pc:sldMk cId="1470710066" sldId="456"/>
            <ac:spMk id="82" creationId="{02794DA8-A5BC-8866-6EB5-B5949B3303C2}"/>
          </ac:spMkLst>
        </pc:spChg>
        <pc:spChg chg="mod">
          <ac:chgData name="Luis Carlos Guevara Hernandez" userId="946bcc4c-b146-4724-978c-751fab731e0a" providerId="ADAL" clId="{E8E95438-7D72-4151-95E2-CCAFE31D1FDF}" dt="2026-02-22T17:09:30.865" v="1497" actId="20577"/>
          <ac:spMkLst>
            <pc:docMk/>
            <pc:sldMk cId="1470710066" sldId="456"/>
            <ac:spMk id="83" creationId="{BC7ACCF6-4CE7-5C04-1465-F40F531D1001}"/>
          </ac:spMkLst>
        </pc:spChg>
        <pc:spChg chg="mod">
          <ac:chgData name="Luis Carlos Guevara Hernandez" userId="946bcc4c-b146-4724-978c-751fab731e0a" providerId="ADAL" clId="{E8E95438-7D72-4151-95E2-CCAFE31D1FDF}" dt="2026-02-22T17:10:42.013" v="1548" actId="113"/>
          <ac:spMkLst>
            <pc:docMk/>
            <pc:sldMk cId="1470710066" sldId="456"/>
            <ac:spMk id="86" creationId="{4EAEECDD-EC4E-6F3D-CA5C-A3794424EF94}"/>
          </ac:spMkLst>
        </pc:spChg>
        <pc:spChg chg="mod">
          <ac:chgData name="Luis Carlos Guevara Hernandez" userId="946bcc4c-b146-4724-978c-751fab731e0a" providerId="ADAL" clId="{E8E95438-7D72-4151-95E2-CCAFE31D1FDF}" dt="2026-02-22T18:46:16.092" v="2192" actId="164"/>
          <ac:spMkLst>
            <pc:docMk/>
            <pc:sldMk cId="1470710066" sldId="456"/>
            <ac:spMk id="111" creationId="{429A7B64-A84C-EFAF-AD3F-CE70B7EB8109}"/>
          </ac:spMkLst>
        </pc:spChg>
        <pc:spChg chg="mod">
          <ac:chgData name="Luis Carlos Guevara Hernandez" userId="946bcc4c-b146-4724-978c-751fab731e0a" providerId="ADAL" clId="{E8E95438-7D72-4151-95E2-CCAFE31D1FDF}" dt="2026-02-22T17:09:58.439" v="1542" actId="20577"/>
          <ac:spMkLst>
            <pc:docMk/>
            <pc:sldMk cId="1470710066" sldId="456"/>
            <ac:spMk id="112" creationId="{B8F79E56-3408-405E-122B-12A9458547DD}"/>
          </ac:spMkLst>
        </pc:spChg>
        <pc:spChg chg="mod">
          <ac:chgData name="Luis Carlos Guevara Hernandez" userId="946bcc4c-b146-4724-978c-751fab731e0a" providerId="ADAL" clId="{E8E95438-7D72-4151-95E2-CCAFE31D1FDF}" dt="2026-02-22T18:46:16.092" v="2192" actId="164"/>
          <ac:spMkLst>
            <pc:docMk/>
            <pc:sldMk cId="1470710066" sldId="456"/>
            <ac:spMk id="113" creationId="{F179E382-6072-BD47-50F1-A8C278B0E05E}"/>
          </ac:spMkLst>
        </pc:spChg>
        <pc:spChg chg="mod">
          <ac:chgData name="Luis Carlos Guevara Hernandez" userId="946bcc4c-b146-4724-978c-751fab731e0a" providerId="ADAL" clId="{E8E95438-7D72-4151-95E2-CCAFE31D1FDF}" dt="2026-02-22T18:46:16.092" v="2192" actId="164"/>
          <ac:spMkLst>
            <pc:docMk/>
            <pc:sldMk cId="1470710066" sldId="456"/>
            <ac:spMk id="114" creationId="{08F1C7DA-14B3-7740-8F00-A6FCC3DA1811}"/>
          </ac:spMkLst>
        </pc:spChg>
        <pc:spChg chg="mod">
          <ac:chgData name="Luis Carlos Guevara Hernandez" userId="946bcc4c-b146-4724-978c-751fab731e0a" providerId="ADAL" clId="{E8E95438-7D72-4151-95E2-CCAFE31D1FDF}" dt="2026-02-22T17:11:50.934" v="1561" actId="1037"/>
          <ac:spMkLst>
            <pc:docMk/>
            <pc:sldMk cId="1470710066" sldId="456"/>
            <ac:spMk id="115" creationId="{AA617152-0DF7-287C-2B5F-44391E99257D}"/>
          </ac:spMkLst>
        </pc:spChg>
        <pc:spChg chg="mod">
          <ac:chgData name="Luis Carlos Guevara Hernandez" userId="946bcc4c-b146-4724-978c-751fab731e0a" providerId="ADAL" clId="{E8E95438-7D72-4151-95E2-CCAFE31D1FDF}" dt="2026-02-22T17:11:50.934" v="1561" actId="1037"/>
          <ac:spMkLst>
            <pc:docMk/>
            <pc:sldMk cId="1470710066" sldId="456"/>
            <ac:spMk id="116" creationId="{792CFA75-11E3-3DCD-3C86-87CBF361EB81}"/>
          </ac:spMkLst>
        </pc:spChg>
        <pc:spChg chg="mod">
          <ac:chgData name="Luis Carlos Guevara Hernandez" userId="946bcc4c-b146-4724-978c-751fab731e0a" providerId="ADAL" clId="{E8E95438-7D72-4151-95E2-CCAFE31D1FDF}" dt="2026-02-22T17:07:45.401" v="1412" actId="313"/>
          <ac:spMkLst>
            <pc:docMk/>
            <pc:sldMk cId="1470710066" sldId="456"/>
            <ac:spMk id="117" creationId="{3D39D98D-3315-D1C1-EDCA-D632DCA5FB25}"/>
          </ac:spMkLst>
        </pc:spChg>
        <pc:picChg chg="mod">
          <ac:chgData name="Luis Carlos Guevara Hernandez" userId="946bcc4c-b146-4724-978c-751fab731e0a" providerId="ADAL" clId="{E8E95438-7D72-4151-95E2-CCAFE31D1FDF}" dt="2026-02-22T18:33:07.239" v="2003" actId="207"/>
          <ac:picMkLst>
            <pc:docMk/>
            <pc:sldMk cId="1470710066" sldId="456"/>
            <ac:picMk id="87" creationId="{F6C0EEF6-B15E-59A3-48ED-9ECA645610E2}"/>
          </ac:picMkLst>
        </pc:picChg>
        <pc:cxnChg chg="mod">
          <ac:chgData name="Luis Carlos Guevara Hernandez" userId="946bcc4c-b146-4724-978c-751fab731e0a" providerId="ADAL" clId="{E8E95438-7D72-4151-95E2-CCAFE31D1FDF}" dt="2026-02-22T17:06:20.354" v="1371"/>
          <ac:cxnSpMkLst>
            <pc:docMk/>
            <pc:sldMk cId="1470710066" sldId="456"/>
            <ac:cxnSpMk id="24" creationId="{AB4FC05E-1BDF-CD71-88B1-39F97F7704EF}"/>
          </ac:cxnSpMkLst>
        </pc:cxnChg>
        <pc:cxnChg chg="mod">
          <ac:chgData name="Luis Carlos Guevara Hernandez" userId="946bcc4c-b146-4724-978c-751fab731e0a" providerId="ADAL" clId="{E8E95438-7D72-4151-95E2-CCAFE31D1FDF}" dt="2026-02-22T17:06:20.354" v="1371"/>
          <ac:cxnSpMkLst>
            <pc:docMk/>
            <pc:sldMk cId="1470710066" sldId="456"/>
            <ac:cxnSpMk id="25" creationId="{01D41DF5-7FE3-F658-AEC5-30753ED85E52}"/>
          </ac:cxnSpMkLst>
        </pc:cxnChg>
        <pc:cxnChg chg="mod">
          <ac:chgData name="Luis Carlos Guevara Hernandez" userId="946bcc4c-b146-4724-978c-751fab731e0a" providerId="ADAL" clId="{E8E95438-7D72-4151-95E2-CCAFE31D1FDF}" dt="2026-02-22T17:06:23.551" v="1372" actId="1076"/>
          <ac:cxnSpMkLst>
            <pc:docMk/>
            <pc:sldMk cId="1470710066" sldId="456"/>
            <ac:cxnSpMk id="29" creationId="{422E34A3-DA76-D42D-5A17-AA03FA6CFB70}"/>
          </ac:cxnSpMkLst>
        </pc:cxnChg>
        <pc:cxnChg chg="mod">
          <ac:chgData name="Luis Carlos Guevara Hernandez" userId="946bcc4c-b146-4724-978c-751fab731e0a" providerId="ADAL" clId="{E8E95438-7D72-4151-95E2-CCAFE31D1FDF}" dt="2026-02-22T18:46:16.092" v="2192" actId="164"/>
          <ac:cxnSpMkLst>
            <pc:docMk/>
            <pc:sldMk cId="1470710066" sldId="456"/>
            <ac:cxnSpMk id="42" creationId="{92A9824E-AE1F-D7D4-6019-8ADC0FC13766}"/>
          </ac:cxnSpMkLst>
        </pc:cxnChg>
        <pc:cxnChg chg="mod">
          <ac:chgData name="Luis Carlos Guevara Hernandez" userId="946bcc4c-b146-4724-978c-751fab731e0a" providerId="ADAL" clId="{E8E95438-7D72-4151-95E2-CCAFE31D1FDF}" dt="2026-02-22T18:46:16.092" v="2192" actId="164"/>
          <ac:cxnSpMkLst>
            <pc:docMk/>
            <pc:sldMk cId="1470710066" sldId="456"/>
            <ac:cxnSpMk id="45" creationId="{4984D88C-9A9D-ADDA-0A51-EF0E10C4EFF3}"/>
          </ac:cxnSpMkLst>
        </pc:cxnChg>
        <pc:cxnChg chg="mod">
          <ac:chgData name="Luis Carlos Guevara Hernandez" userId="946bcc4c-b146-4724-978c-751fab731e0a" providerId="ADAL" clId="{E8E95438-7D72-4151-95E2-CCAFE31D1FDF}" dt="2026-02-22T17:06:20.354" v="1371"/>
          <ac:cxnSpMkLst>
            <pc:docMk/>
            <pc:sldMk cId="1470710066" sldId="456"/>
            <ac:cxnSpMk id="73" creationId="{DDD5FD50-E0ED-1BAE-9634-51260F196C6C}"/>
          </ac:cxnSpMkLst>
        </pc:cxnChg>
        <pc:cxnChg chg="mod">
          <ac:chgData name="Luis Carlos Guevara Hernandez" userId="946bcc4c-b146-4724-978c-751fab731e0a" providerId="ADAL" clId="{E8E95438-7D72-4151-95E2-CCAFE31D1FDF}" dt="2026-02-22T17:06:20.354" v="1371"/>
          <ac:cxnSpMkLst>
            <pc:docMk/>
            <pc:sldMk cId="1470710066" sldId="456"/>
            <ac:cxnSpMk id="79" creationId="{32B20F57-23C0-F7F3-DA10-0928E91CF417}"/>
          </ac:cxnSpMkLst>
        </pc:cxnChg>
        <pc:cxnChg chg="mod">
          <ac:chgData name="Luis Carlos Guevara Hernandez" userId="946bcc4c-b146-4724-978c-751fab731e0a" providerId="ADAL" clId="{E8E95438-7D72-4151-95E2-CCAFE31D1FDF}" dt="2026-02-22T17:06:20.354" v="1371"/>
          <ac:cxnSpMkLst>
            <pc:docMk/>
            <pc:sldMk cId="1470710066" sldId="456"/>
            <ac:cxnSpMk id="80" creationId="{86F726B3-4167-8EB0-C0B4-60E6CA2A7B4C}"/>
          </ac:cxnSpMkLst>
        </pc:cxnChg>
        <pc:cxnChg chg="mod">
          <ac:chgData name="Luis Carlos Guevara Hernandez" userId="946bcc4c-b146-4724-978c-751fab731e0a" providerId="ADAL" clId="{E8E95438-7D72-4151-95E2-CCAFE31D1FDF}" dt="2026-02-22T17:06:28.434" v="1373" actId="1076"/>
          <ac:cxnSpMkLst>
            <pc:docMk/>
            <pc:sldMk cId="1470710066" sldId="456"/>
            <ac:cxnSpMk id="84" creationId="{B4267ACE-B656-5CBB-34A8-32F934586FD5}"/>
          </ac:cxnSpMkLst>
        </pc:cxnChg>
      </pc:sldChg>
      <pc:sldChg chg="addSp delSp modSp mod ord delAnim modAnim">
        <pc:chgData name="Luis Carlos Guevara Hernandez" userId="946bcc4c-b146-4724-978c-751fab731e0a" providerId="ADAL" clId="{E8E95438-7D72-4151-95E2-CCAFE31D1FDF}" dt="2026-02-22T21:32:29.196" v="3910"/>
        <pc:sldMkLst>
          <pc:docMk/>
          <pc:sldMk cId="436149030" sldId="457"/>
        </pc:sldMkLst>
        <pc:spChg chg="add mod">
          <ac:chgData name="Luis Carlos Guevara Hernandez" userId="946bcc4c-b146-4724-978c-751fab731e0a" providerId="ADAL" clId="{E8E95438-7D72-4151-95E2-CCAFE31D1FDF}" dt="2026-02-22T17:12:18.333" v="1570" actId="1076"/>
          <ac:spMkLst>
            <pc:docMk/>
            <pc:sldMk cId="436149030" sldId="457"/>
            <ac:spMk id="2" creationId="{27924259-AD72-D9B9-A4D5-569B99EE5369}"/>
          </ac:spMkLst>
        </pc:spChg>
        <pc:spChg chg="mod">
          <ac:chgData name="Luis Carlos Guevara Hernandez" userId="946bcc4c-b146-4724-978c-751fab731e0a" providerId="ADAL" clId="{E8E95438-7D72-4151-95E2-CCAFE31D1FDF}" dt="2026-02-22T17:18:10.555" v="1632" actId="1076"/>
          <ac:spMkLst>
            <pc:docMk/>
            <pc:sldMk cId="436149030" sldId="457"/>
            <ac:spMk id="3" creationId="{68B08510-60FD-57B2-A9B1-995F55F02D49}"/>
          </ac:spMkLst>
        </pc:spChg>
        <pc:spChg chg="add mod">
          <ac:chgData name="Luis Carlos Guevara Hernandez" userId="946bcc4c-b146-4724-978c-751fab731e0a" providerId="ADAL" clId="{E8E95438-7D72-4151-95E2-CCAFE31D1FDF}" dt="2026-02-22T17:12:18.333" v="1570" actId="1076"/>
          <ac:spMkLst>
            <pc:docMk/>
            <pc:sldMk cId="436149030" sldId="457"/>
            <ac:spMk id="4" creationId="{C38D17E2-A3E1-3730-2091-6C0C85151DC7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436149030" sldId="457"/>
            <ac:spMk id="5" creationId="{21363D29-AF23-3651-9B1D-E89CC1138A67}"/>
          </ac:spMkLst>
        </pc:spChg>
        <pc:spChg chg="add mod">
          <ac:chgData name="Luis Carlos Guevara Hernandez" userId="946bcc4c-b146-4724-978c-751fab731e0a" providerId="ADAL" clId="{E8E95438-7D72-4151-95E2-CCAFE31D1FDF}" dt="2026-02-22T17:12:18.333" v="1570" actId="1076"/>
          <ac:spMkLst>
            <pc:docMk/>
            <pc:sldMk cId="436149030" sldId="457"/>
            <ac:spMk id="6" creationId="{D4D72E8F-D5AB-A922-923F-B9DCFA06BE08}"/>
          </ac:spMkLst>
        </pc:spChg>
        <pc:spChg chg="mod">
          <ac:chgData name="Luis Carlos Guevara Hernandez" userId="946bcc4c-b146-4724-978c-751fab731e0a" providerId="ADAL" clId="{E8E95438-7D72-4151-95E2-CCAFE31D1FDF}" dt="2026-02-22T18:09:53.623" v="1686" actId="1076"/>
          <ac:spMkLst>
            <pc:docMk/>
            <pc:sldMk cId="436149030" sldId="457"/>
            <ac:spMk id="7" creationId="{C9774D25-1B84-5B4F-A08F-AD3761ED81E9}"/>
          </ac:spMkLst>
        </pc:spChg>
        <pc:spChg chg="add mod">
          <ac:chgData name="Luis Carlos Guevara Hernandez" userId="946bcc4c-b146-4724-978c-751fab731e0a" providerId="ADAL" clId="{E8E95438-7D72-4151-95E2-CCAFE31D1FDF}" dt="2026-02-22T17:12:18.333" v="1570" actId="1076"/>
          <ac:spMkLst>
            <pc:docMk/>
            <pc:sldMk cId="436149030" sldId="457"/>
            <ac:spMk id="10" creationId="{B3183FB9-0EB2-3814-24E6-88E07D7EA8BF}"/>
          </ac:spMkLst>
        </pc:spChg>
        <pc:spChg chg="mod">
          <ac:chgData name="Luis Carlos Guevara Hernandez" userId="946bcc4c-b146-4724-978c-751fab731e0a" providerId="ADAL" clId="{E8E95438-7D72-4151-95E2-CCAFE31D1FDF}" dt="2026-02-22T17:16:37.516" v="1621" actId="1076"/>
          <ac:spMkLst>
            <pc:docMk/>
            <pc:sldMk cId="436149030" sldId="457"/>
            <ac:spMk id="15" creationId="{0F7C3925-D301-E7B0-23A1-F492CD0B9E4C}"/>
          </ac:spMkLst>
        </pc:spChg>
        <pc:spChg chg="mod">
          <ac:chgData name="Luis Carlos Guevara Hernandez" userId="946bcc4c-b146-4724-978c-751fab731e0a" providerId="ADAL" clId="{E8E95438-7D72-4151-95E2-CCAFE31D1FDF}" dt="2026-02-22T18:07:29.373" v="1646" actId="14100"/>
          <ac:spMkLst>
            <pc:docMk/>
            <pc:sldMk cId="436149030" sldId="457"/>
            <ac:spMk id="17" creationId="{0CDC516E-BE19-F146-B749-2C6117D86BE0}"/>
          </ac:spMkLst>
        </pc:spChg>
        <pc:spChg chg="mod">
          <ac:chgData name="Luis Carlos Guevara Hernandez" userId="946bcc4c-b146-4724-978c-751fab731e0a" providerId="ADAL" clId="{E8E95438-7D72-4151-95E2-CCAFE31D1FDF}" dt="2026-02-22T18:07:21.046" v="1643"/>
          <ac:spMkLst>
            <pc:docMk/>
            <pc:sldMk cId="436149030" sldId="457"/>
            <ac:spMk id="18" creationId="{83270696-7AC4-D829-A588-61DCD73F1B0C}"/>
          </ac:spMkLst>
        </pc:spChg>
        <pc:spChg chg="mod">
          <ac:chgData name="Luis Carlos Guevara Hernandez" userId="946bcc4c-b146-4724-978c-751fab731e0a" providerId="ADAL" clId="{E8E95438-7D72-4151-95E2-CCAFE31D1FDF}" dt="2026-02-22T17:17:59.089" v="1630" actId="14100"/>
          <ac:spMkLst>
            <pc:docMk/>
            <pc:sldMk cId="436149030" sldId="457"/>
            <ac:spMk id="19" creationId="{CB99F3C5-E7F1-D7FA-1C06-38F5ED0B5183}"/>
          </ac:spMkLst>
        </pc:spChg>
        <pc:spChg chg="mod">
          <ac:chgData name="Luis Carlos Guevara Hernandez" userId="946bcc4c-b146-4724-978c-751fab731e0a" providerId="ADAL" clId="{E8E95438-7D72-4151-95E2-CCAFE31D1FDF}" dt="2026-02-22T18:07:42.347" v="1654" actId="20577"/>
          <ac:spMkLst>
            <pc:docMk/>
            <pc:sldMk cId="436149030" sldId="457"/>
            <ac:spMk id="27" creationId="{5E2B8053-ADB7-3568-A3D1-0B8FA6C84102}"/>
          </ac:spMkLst>
        </pc:spChg>
        <pc:spChg chg="mod">
          <ac:chgData name="Luis Carlos Guevara Hernandez" userId="946bcc4c-b146-4724-978c-751fab731e0a" providerId="ADAL" clId="{E8E95438-7D72-4151-95E2-CCAFE31D1FDF}" dt="2026-02-22T18:07:35.724" v="1650" actId="20577"/>
          <ac:spMkLst>
            <pc:docMk/>
            <pc:sldMk cId="436149030" sldId="457"/>
            <ac:spMk id="30" creationId="{6B04CFB9-2832-A5E8-C782-49136419F757}"/>
          </ac:spMkLst>
        </pc:spChg>
        <pc:spChg chg="mod">
          <ac:chgData name="Luis Carlos Guevara Hernandez" userId="946bcc4c-b146-4724-978c-751fab731e0a" providerId="ADAL" clId="{E8E95438-7D72-4151-95E2-CCAFE31D1FDF}" dt="2026-02-22T18:08:05.582" v="1664" actId="20577"/>
          <ac:spMkLst>
            <pc:docMk/>
            <pc:sldMk cId="436149030" sldId="457"/>
            <ac:spMk id="32" creationId="{7D917794-1F98-F509-9E2E-DDF431212695}"/>
          </ac:spMkLst>
        </pc:spChg>
        <pc:spChg chg="mod">
          <ac:chgData name="Luis Carlos Guevara Hernandez" userId="946bcc4c-b146-4724-978c-751fab731e0a" providerId="ADAL" clId="{E8E95438-7D72-4151-95E2-CCAFE31D1FDF}" dt="2026-02-22T18:07:56.900" v="1660"/>
          <ac:spMkLst>
            <pc:docMk/>
            <pc:sldMk cId="436149030" sldId="457"/>
            <ac:spMk id="33" creationId="{AE581F49-710A-3B33-87B3-9AE20945AC36}"/>
          </ac:spMkLst>
        </pc:spChg>
        <pc:spChg chg="mod">
          <ac:chgData name="Luis Carlos Guevara Hernandez" userId="946bcc4c-b146-4724-978c-751fab731e0a" providerId="ADAL" clId="{E8E95438-7D72-4151-95E2-CCAFE31D1FDF}" dt="2026-02-22T17:12:14.212" v="1567" actId="14100"/>
          <ac:spMkLst>
            <pc:docMk/>
            <pc:sldMk cId="436149030" sldId="457"/>
            <ac:spMk id="36" creationId="{1C579B9E-AD24-11AA-0F1D-534C42DEEC9E}"/>
          </ac:spMkLst>
        </pc:spChg>
        <pc:spChg chg="mod">
          <ac:chgData name="Luis Carlos Guevara Hernandez" userId="946bcc4c-b146-4724-978c-751fab731e0a" providerId="ADAL" clId="{E8E95438-7D72-4151-95E2-CCAFE31D1FDF}" dt="2026-02-22T18:09:53.623" v="1686" actId="1076"/>
          <ac:spMkLst>
            <pc:docMk/>
            <pc:sldMk cId="436149030" sldId="457"/>
            <ac:spMk id="37" creationId="{71725942-13BE-DFA8-51C0-E700D71498E7}"/>
          </ac:spMkLst>
        </pc:spChg>
        <pc:spChg chg="add mod">
          <ac:chgData name="Luis Carlos Guevara Hernandez" userId="946bcc4c-b146-4724-978c-751fab731e0a" providerId="ADAL" clId="{E8E95438-7D72-4151-95E2-CCAFE31D1FDF}" dt="2026-02-22T18:10:32.300" v="1687" actId="14100"/>
          <ac:spMkLst>
            <pc:docMk/>
            <pc:sldMk cId="436149030" sldId="457"/>
            <ac:spMk id="43" creationId="{685589FD-F217-D7AF-CB0F-11106BA6EE32}"/>
          </ac:spMkLst>
        </pc:spChg>
        <pc:grpChg chg="add mod">
          <ac:chgData name="Luis Carlos Guevara Hernandez" userId="946bcc4c-b146-4724-978c-751fab731e0a" providerId="ADAL" clId="{E8E95438-7D72-4151-95E2-CCAFE31D1FDF}" dt="2026-02-22T18:10:39.230" v="1688" actId="1076"/>
          <ac:grpSpMkLst>
            <pc:docMk/>
            <pc:sldMk cId="436149030" sldId="457"/>
            <ac:grpSpMk id="16" creationId="{BDEFE4EB-C604-D6E2-099C-E83D6AE92BEB}"/>
          </ac:grpSpMkLst>
        </pc:grpChg>
        <pc:grpChg chg="add mod">
          <ac:chgData name="Luis Carlos Guevara Hernandez" userId="946bcc4c-b146-4724-978c-751fab731e0a" providerId="ADAL" clId="{E8E95438-7D72-4151-95E2-CCAFE31D1FDF}" dt="2026-02-22T18:10:39.230" v="1688" actId="1076"/>
          <ac:grpSpMkLst>
            <pc:docMk/>
            <pc:sldMk cId="436149030" sldId="457"/>
            <ac:grpSpMk id="23" creationId="{5258BD53-8865-3214-263E-CA1C3A506F73}"/>
          </ac:grpSpMkLst>
        </pc:grpChg>
        <pc:grpChg chg="add mod">
          <ac:chgData name="Luis Carlos Guevara Hernandez" userId="946bcc4c-b146-4724-978c-751fab731e0a" providerId="ADAL" clId="{E8E95438-7D72-4151-95E2-CCAFE31D1FDF}" dt="2026-02-22T18:10:39.230" v="1688" actId="1076"/>
          <ac:grpSpMkLst>
            <pc:docMk/>
            <pc:sldMk cId="436149030" sldId="457"/>
            <ac:grpSpMk id="31" creationId="{229DBBA9-1F9D-3D9E-C6E4-C084441F42EC}"/>
          </ac:grpSpMkLst>
        </pc:grpChg>
        <pc:picChg chg="mod">
          <ac:chgData name="Luis Carlos Guevara Hernandez" userId="946bcc4c-b146-4724-978c-751fab731e0a" providerId="ADAL" clId="{E8E95438-7D72-4151-95E2-CCAFE31D1FDF}" dt="2026-02-22T18:33:28.169" v="2005"/>
          <ac:picMkLst>
            <pc:docMk/>
            <pc:sldMk cId="436149030" sldId="457"/>
            <ac:picMk id="14" creationId="{CBE735E8-E0E2-1061-0E5C-ED30AB233884}"/>
          </ac:picMkLst>
        </pc:picChg>
        <pc:cxnChg chg="add mod">
          <ac:chgData name="Luis Carlos Guevara Hernandez" userId="946bcc4c-b146-4724-978c-751fab731e0a" providerId="ADAL" clId="{E8E95438-7D72-4151-95E2-CCAFE31D1FDF}" dt="2026-02-22T17:12:18.333" v="1570" actId="1076"/>
          <ac:cxnSpMkLst>
            <pc:docMk/>
            <pc:sldMk cId="436149030" sldId="457"/>
            <ac:cxnSpMk id="8" creationId="{035ACB0C-D92D-E05F-DAFD-E8DE61E68DAE}"/>
          </ac:cxnSpMkLst>
        </pc:cxnChg>
        <pc:cxnChg chg="add mod">
          <ac:chgData name="Luis Carlos Guevara Hernandez" userId="946bcc4c-b146-4724-978c-751fab731e0a" providerId="ADAL" clId="{E8E95438-7D72-4151-95E2-CCAFE31D1FDF}" dt="2026-02-22T17:12:18.333" v="1570" actId="1076"/>
          <ac:cxnSpMkLst>
            <pc:docMk/>
            <pc:sldMk cId="436149030" sldId="457"/>
            <ac:cxnSpMk id="9" creationId="{B0D33F8E-DF34-2D0E-B42F-23D941462020}"/>
          </ac:cxnSpMkLst>
        </pc:cxnChg>
        <pc:cxnChg chg="add mod">
          <ac:chgData name="Luis Carlos Guevara Hernandez" userId="946bcc4c-b146-4724-978c-751fab731e0a" providerId="ADAL" clId="{E8E95438-7D72-4151-95E2-CCAFE31D1FDF}" dt="2026-02-22T17:12:18.333" v="1570" actId="1076"/>
          <ac:cxnSpMkLst>
            <pc:docMk/>
            <pc:sldMk cId="436149030" sldId="457"/>
            <ac:cxnSpMk id="12" creationId="{2ED2A240-1F11-58FF-0B70-DFCF8B267487}"/>
          </ac:cxnSpMkLst>
        </pc:cxnChg>
      </pc:sldChg>
      <pc:sldChg chg="addSp delSp modSp mod modAnim">
        <pc:chgData name="Luis Carlos Guevara Hernandez" userId="946bcc4c-b146-4724-978c-751fab731e0a" providerId="ADAL" clId="{E8E95438-7D72-4151-95E2-CCAFE31D1FDF}" dt="2026-02-22T20:51:42.522" v="3271" actId="20577"/>
        <pc:sldMkLst>
          <pc:docMk/>
          <pc:sldMk cId="589669215" sldId="477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589669215" sldId="477"/>
            <ac:spMk id="2" creationId="{BD9B8D9E-3A70-BC5F-BE2B-AF94B18A1FA7}"/>
          </ac:spMkLst>
        </pc:spChg>
        <pc:spChg chg="mod">
          <ac:chgData name="Luis Carlos Guevara Hernandez" userId="946bcc4c-b146-4724-978c-751fab731e0a" providerId="ADAL" clId="{E8E95438-7D72-4151-95E2-CCAFE31D1FDF}" dt="2026-02-22T20:38:46.833" v="3070" actId="14100"/>
          <ac:spMkLst>
            <pc:docMk/>
            <pc:sldMk cId="589669215" sldId="477"/>
            <ac:spMk id="4" creationId="{E8D96F76-5885-3F39-8C66-FCC2D67717D3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589669215" sldId="477"/>
            <ac:spMk id="5" creationId="{A11EADD1-220A-E399-E892-773D04B77990}"/>
          </ac:spMkLst>
        </pc:spChg>
        <pc:spChg chg="mod">
          <ac:chgData name="Luis Carlos Guevara Hernandez" userId="946bcc4c-b146-4724-978c-751fab731e0a" providerId="ADAL" clId="{E8E95438-7D72-4151-95E2-CCAFE31D1FDF}" dt="2026-02-22T20:38:43.612" v="3069"/>
          <ac:spMkLst>
            <pc:docMk/>
            <pc:sldMk cId="589669215" sldId="477"/>
            <ac:spMk id="6" creationId="{410F12DD-F406-23B4-682E-C5FF6E0F5237}"/>
          </ac:spMkLst>
        </pc:spChg>
        <pc:spChg chg="mod">
          <ac:chgData name="Luis Carlos Guevara Hernandez" userId="946bcc4c-b146-4724-978c-751fab731e0a" providerId="ADAL" clId="{E8E95438-7D72-4151-95E2-CCAFE31D1FDF}" dt="2026-02-22T20:41:18.262" v="3137" actId="1035"/>
          <ac:spMkLst>
            <pc:docMk/>
            <pc:sldMk cId="589669215" sldId="477"/>
            <ac:spMk id="7" creationId="{4E14A060-0AFA-8BDC-819B-0CC505701857}"/>
          </ac:spMkLst>
        </pc:spChg>
        <pc:spChg chg="mod">
          <ac:chgData name="Luis Carlos Guevara Hernandez" userId="946bcc4c-b146-4724-978c-751fab731e0a" providerId="ADAL" clId="{E8E95438-7D72-4151-95E2-CCAFE31D1FDF}" dt="2026-02-22T20:41:18.262" v="3137" actId="1035"/>
          <ac:spMkLst>
            <pc:docMk/>
            <pc:sldMk cId="589669215" sldId="477"/>
            <ac:spMk id="8" creationId="{735BCF66-8234-0A74-7F0C-3DEE0ADA3DCD}"/>
          </ac:spMkLst>
        </pc:spChg>
        <pc:spChg chg="mod">
          <ac:chgData name="Luis Carlos Guevara Hernandez" userId="946bcc4c-b146-4724-978c-751fab731e0a" providerId="ADAL" clId="{E8E95438-7D72-4151-95E2-CCAFE31D1FDF}" dt="2026-02-22T20:38:59.084" v="3074"/>
          <ac:spMkLst>
            <pc:docMk/>
            <pc:sldMk cId="589669215" sldId="477"/>
            <ac:spMk id="10" creationId="{B1C95060-3C8A-D65A-E27B-4C0FC319D188}"/>
          </ac:spMkLst>
        </pc:spChg>
        <pc:spChg chg="mod">
          <ac:chgData name="Luis Carlos Guevara Hernandez" userId="946bcc4c-b146-4724-978c-751fab731e0a" providerId="ADAL" clId="{E8E95438-7D72-4151-95E2-CCAFE31D1FDF}" dt="2026-02-22T20:38:50.124" v="3071"/>
          <ac:spMkLst>
            <pc:docMk/>
            <pc:sldMk cId="589669215" sldId="477"/>
            <ac:spMk id="13" creationId="{8852CFF9-EFAF-D55D-714F-D358ECA050CC}"/>
          </ac:spMkLst>
        </pc:spChg>
        <pc:spChg chg="add mod">
          <ac:chgData name="Luis Carlos Guevara Hernandez" userId="946bcc4c-b146-4724-978c-751fab731e0a" providerId="ADAL" clId="{E8E95438-7D72-4151-95E2-CCAFE31D1FDF}" dt="2026-02-22T20:39:30.971" v="3089"/>
          <ac:spMkLst>
            <pc:docMk/>
            <pc:sldMk cId="589669215" sldId="477"/>
            <ac:spMk id="17" creationId="{644F3996-49B9-3000-2794-FB26D8F74237}"/>
          </ac:spMkLst>
        </pc:spChg>
        <pc:spChg chg="mod">
          <ac:chgData name="Luis Carlos Guevara Hernandez" userId="946bcc4c-b146-4724-978c-751fab731e0a" providerId="ADAL" clId="{E8E95438-7D72-4151-95E2-CCAFE31D1FDF}" dt="2026-02-22T20:39:51.252" v="3095" actId="13926"/>
          <ac:spMkLst>
            <pc:docMk/>
            <pc:sldMk cId="589669215" sldId="477"/>
            <ac:spMk id="19" creationId="{3265144C-A886-05F9-27DD-1161AEE422FD}"/>
          </ac:spMkLst>
        </pc:spChg>
        <pc:spChg chg="mod">
          <ac:chgData name="Luis Carlos Guevara Hernandez" userId="946bcc4c-b146-4724-978c-751fab731e0a" providerId="ADAL" clId="{E8E95438-7D72-4151-95E2-CCAFE31D1FDF}" dt="2026-02-22T20:41:18.262" v="3137" actId="1035"/>
          <ac:spMkLst>
            <pc:docMk/>
            <pc:sldMk cId="589669215" sldId="477"/>
            <ac:spMk id="20" creationId="{9F0AFEAE-C6F1-31FC-F06D-2D1A3C3017B9}"/>
          </ac:spMkLst>
        </pc:spChg>
        <pc:spChg chg="mod">
          <ac:chgData name="Luis Carlos Guevara Hernandez" userId="946bcc4c-b146-4724-978c-751fab731e0a" providerId="ADAL" clId="{E8E95438-7D72-4151-95E2-CCAFE31D1FDF}" dt="2026-02-22T20:41:18.262" v="3137" actId="1035"/>
          <ac:spMkLst>
            <pc:docMk/>
            <pc:sldMk cId="589669215" sldId="477"/>
            <ac:spMk id="21" creationId="{0912BFA4-316D-E0B8-1229-17A8023715D6}"/>
          </ac:spMkLst>
        </pc:spChg>
        <pc:spChg chg="mod">
          <ac:chgData name="Luis Carlos Guevara Hernandez" userId="946bcc4c-b146-4724-978c-751fab731e0a" providerId="ADAL" clId="{E8E95438-7D72-4151-95E2-CCAFE31D1FDF}" dt="2026-02-22T20:39:43.244" v="3093"/>
          <ac:spMkLst>
            <pc:docMk/>
            <pc:sldMk cId="589669215" sldId="477"/>
            <ac:spMk id="22" creationId="{6B4D6DA8-C74D-EA05-B1FD-2EFB55CB72C2}"/>
          </ac:spMkLst>
        </pc:spChg>
        <pc:spChg chg="mod">
          <ac:chgData name="Luis Carlos Guevara Hernandez" userId="946bcc4c-b146-4724-978c-751fab731e0a" providerId="ADAL" clId="{E8E95438-7D72-4151-95E2-CCAFE31D1FDF}" dt="2026-02-22T20:41:42.836" v="3141" actId="14100"/>
          <ac:spMkLst>
            <pc:docMk/>
            <pc:sldMk cId="589669215" sldId="477"/>
            <ac:spMk id="27" creationId="{1E49F9F4-377E-0595-6F22-822A5B3ECC25}"/>
          </ac:spMkLst>
        </pc:spChg>
        <pc:spChg chg="add mod">
          <ac:chgData name="Luis Carlos Guevara Hernandez" userId="946bcc4c-b146-4724-978c-751fab731e0a" providerId="ADAL" clId="{E8E95438-7D72-4151-95E2-CCAFE31D1FDF}" dt="2026-02-22T20:40:13.444" v="3104"/>
          <ac:spMkLst>
            <pc:docMk/>
            <pc:sldMk cId="589669215" sldId="477"/>
            <ac:spMk id="28" creationId="{81BCD985-A661-FE43-3DE6-B18F364DF4DB}"/>
          </ac:spMkLst>
        </pc:spChg>
        <pc:spChg chg="mod">
          <ac:chgData name="Luis Carlos Guevara Hernandez" userId="946bcc4c-b146-4724-978c-751fab731e0a" providerId="ADAL" clId="{E8E95438-7D72-4151-95E2-CCAFE31D1FDF}" dt="2026-02-22T20:40:24.460" v="3109" actId="13926"/>
          <ac:spMkLst>
            <pc:docMk/>
            <pc:sldMk cId="589669215" sldId="477"/>
            <ac:spMk id="31" creationId="{11C608C0-AB80-0B27-FAB7-6B21379D59F0}"/>
          </ac:spMkLst>
        </pc:spChg>
        <pc:spChg chg="mod">
          <ac:chgData name="Luis Carlos Guevara Hernandez" userId="946bcc4c-b146-4724-978c-751fab731e0a" providerId="ADAL" clId="{E8E95438-7D72-4151-95E2-CCAFE31D1FDF}" dt="2026-02-22T20:40:21.143" v="3107"/>
          <ac:spMkLst>
            <pc:docMk/>
            <pc:sldMk cId="589669215" sldId="477"/>
            <ac:spMk id="32" creationId="{981F8262-9E2E-9F5E-B56A-28A2BA720365}"/>
          </ac:spMkLst>
        </pc:spChg>
        <pc:spChg chg="mod ord">
          <ac:chgData name="Luis Carlos Guevara Hernandez" userId="946bcc4c-b146-4724-978c-751fab731e0a" providerId="ADAL" clId="{E8E95438-7D72-4151-95E2-CCAFE31D1FDF}" dt="2026-02-22T20:41:46.267" v="3142" actId="1035"/>
          <ac:spMkLst>
            <pc:docMk/>
            <pc:sldMk cId="589669215" sldId="477"/>
            <ac:spMk id="33" creationId="{541E6E66-9610-CD45-B556-B7538742D9E4}"/>
          </ac:spMkLst>
        </pc:spChg>
        <pc:spChg chg="mod">
          <ac:chgData name="Luis Carlos Guevara Hernandez" userId="946bcc4c-b146-4724-978c-751fab731e0a" providerId="ADAL" clId="{E8E95438-7D72-4151-95E2-CCAFE31D1FDF}" dt="2026-02-22T20:40:44.235" v="3114" actId="108"/>
          <ac:spMkLst>
            <pc:docMk/>
            <pc:sldMk cId="589669215" sldId="477"/>
            <ac:spMk id="35" creationId="{F21001F0-743A-4D2A-EE47-341A01908195}"/>
          </ac:spMkLst>
        </pc:spChg>
        <pc:spChg chg="mod">
          <ac:chgData name="Luis Carlos Guevara Hernandez" userId="946bcc4c-b146-4724-978c-751fab731e0a" providerId="ADAL" clId="{E8E95438-7D72-4151-95E2-CCAFE31D1FDF}" dt="2026-02-22T20:51:42.522" v="3271" actId="20577"/>
          <ac:spMkLst>
            <pc:docMk/>
            <pc:sldMk cId="589669215" sldId="477"/>
            <ac:spMk id="36" creationId="{F46CB203-66E7-915C-9246-6D35970155CD}"/>
          </ac:spMkLst>
        </pc:spChg>
        <pc:spChg chg="mod">
          <ac:chgData name="Luis Carlos Guevara Hernandez" userId="946bcc4c-b146-4724-978c-751fab731e0a" providerId="ADAL" clId="{E8E95438-7D72-4151-95E2-CCAFE31D1FDF}" dt="2026-02-22T20:36:10.719" v="3041" actId="20577"/>
          <ac:spMkLst>
            <pc:docMk/>
            <pc:sldMk cId="589669215" sldId="477"/>
            <ac:spMk id="37" creationId="{736D7A71-6E4C-889E-9895-B599CC78014E}"/>
          </ac:spMkLst>
        </pc:spChg>
        <pc:spChg chg="mod">
          <ac:chgData name="Luis Carlos Guevara Hernandez" userId="946bcc4c-b146-4724-978c-751fab731e0a" providerId="ADAL" clId="{E8E95438-7D72-4151-95E2-CCAFE31D1FDF}" dt="2026-02-22T20:41:11.029" v="3120" actId="14100"/>
          <ac:spMkLst>
            <pc:docMk/>
            <pc:sldMk cId="589669215" sldId="477"/>
            <ac:spMk id="38" creationId="{91F7E88E-315B-0469-CA51-D4733FA892BE}"/>
          </ac:spMkLst>
        </pc:spChg>
        <pc:spChg chg="mod">
          <ac:chgData name="Luis Carlos Guevara Hernandez" userId="946bcc4c-b146-4724-978c-751fab731e0a" providerId="ADAL" clId="{E8E95438-7D72-4151-95E2-CCAFE31D1FDF}" dt="2026-02-22T20:40:28.928" v="3110"/>
          <ac:spMkLst>
            <pc:docMk/>
            <pc:sldMk cId="589669215" sldId="477"/>
            <ac:spMk id="39" creationId="{22FA58D3-98CE-1088-0E28-2A151757218E}"/>
          </ac:spMkLst>
        </pc:spChg>
        <pc:spChg chg="mod">
          <ac:chgData name="Luis Carlos Guevara Hernandez" userId="946bcc4c-b146-4724-978c-751fab731e0a" providerId="ADAL" clId="{E8E95438-7D72-4151-95E2-CCAFE31D1FDF}" dt="2026-02-22T20:41:02.742" v="3119" actId="108"/>
          <ac:spMkLst>
            <pc:docMk/>
            <pc:sldMk cId="589669215" sldId="477"/>
            <ac:spMk id="41" creationId="{B3A74508-07AC-F393-16F8-36297C754CBF}"/>
          </ac:spMkLst>
        </pc:spChg>
        <pc:spChg chg="mod">
          <ac:chgData name="Luis Carlos Guevara Hernandez" userId="946bcc4c-b146-4724-978c-751fab731e0a" providerId="ADAL" clId="{E8E95438-7D72-4151-95E2-CCAFE31D1FDF}" dt="2026-02-22T20:40:46.577" v="3115"/>
          <ac:spMkLst>
            <pc:docMk/>
            <pc:sldMk cId="589669215" sldId="477"/>
            <ac:spMk id="42" creationId="{217CBBCF-432F-4B04-A942-FED3036234E1}"/>
          </ac:spMkLst>
        </pc:spChg>
        <pc:spChg chg="mod">
          <ac:chgData name="Luis Carlos Guevara Hernandez" userId="946bcc4c-b146-4724-978c-751fab731e0a" providerId="ADAL" clId="{E8E95438-7D72-4151-95E2-CCAFE31D1FDF}" dt="2026-02-22T20:41:58.735" v="3146" actId="1076"/>
          <ac:spMkLst>
            <pc:docMk/>
            <pc:sldMk cId="589669215" sldId="477"/>
            <ac:spMk id="49" creationId="{7FC77472-1CE2-3A32-5B02-2AC4293A6B4C}"/>
          </ac:spMkLst>
        </pc:spChg>
        <pc:spChg chg="mod">
          <ac:chgData name="Luis Carlos Guevara Hernandez" userId="946bcc4c-b146-4724-978c-751fab731e0a" providerId="ADAL" clId="{E8E95438-7D72-4151-95E2-CCAFE31D1FDF}" dt="2026-02-22T20:42:07.327" v="3149" actId="1076"/>
          <ac:spMkLst>
            <pc:docMk/>
            <pc:sldMk cId="589669215" sldId="477"/>
            <ac:spMk id="52" creationId="{C9206DB9-EE8F-B43C-CD42-B04E25EEA410}"/>
          </ac:spMkLst>
        </pc:spChg>
        <pc:spChg chg="mod">
          <ac:chgData name="Luis Carlos Guevara Hernandez" userId="946bcc4c-b146-4724-978c-751fab731e0a" providerId="ADAL" clId="{E8E95438-7D72-4151-95E2-CCAFE31D1FDF}" dt="2026-02-22T20:39:13.087" v="3084" actId="20577"/>
          <ac:spMkLst>
            <pc:docMk/>
            <pc:sldMk cId="589669215" sldId="477"/>
            <ac:spMk id="59" creationId="{C6AF95BD-7019-5F54-C2E4-8B61644743FC}"/>
          </ac:spMkLst>
        </pc:spChg>
        <pc:grpChg chg="add mod">
          <ac:chgData name="Luis Carlos Guevara Hernandez" userId="946bcc4c-b146-4724-978c-751fab731e0a" providerId="ADAL" clId="{E8E95438-7D72-4151-95E2-CCAFE31D1FDF}" dt="2026-02-22T20:38:43.612" v="3069"/>
          <ac:grpSpMkLst>
            <pc:docMk/>
            <pc:sldMk cId="589669215" sldId="477"/>
            <ac:grpSpMk id="3" creationId="{DE6EA572-3073-7D19-C4F6-E54ACCF1E98A}"/>
          </ac:grpSpMkLst>
        </pc:grpChg>
        <pc:grpChg chg="add mod">
          <ac:chgData name="Luis Carlos Guevara Hernandez" userId="946bcc4c-b146-4724-978c-751fab731e0a" providerId="ADAL" clId="{E8E95438-7D72-4151-95E2-CCAFE31D1FDF}" dt="2026-02-22T20:38:54.805" v="3072" actId="1076"/>
          <ac:grpSpMkLst>
            <pc:docMk/>
            <pc:sldMk cId="589669215" sldId="477"/>
            <ac:grpSpMk id="9" creationId="{ECB5C7F5-3108-C9E5-14F2-B9D6E7C04622}"/>
          </ac:grpSpMkLst>
        </pc:grpChg>
        <pc:grpChg chg="add mod">
          <ac:chgData name="Luis Carlos Guevara Hernandez" userId="946bcc4c-b146-4724-978c-751fab731e0a" providerId="ADAL" clId="{E8E95438-7D72-4151-95E2-CCAFE31D1FDF}" dt="2026-02-22T20:39:43.244" v="3093"/>
          <ac:grpSpMkLst>
            <pc:docMk/>
            <pc:sldMk cId="589669215" sldId="477"/>
            <ac:grpSpMk id="18" creationId="{89D35379-B67B-79FC-06ED-780C59E54BA4}"/>
          </ac:grpSpMkLst>
        </pc:grpChg>
        <pc:grpChg chg="add mod">
          <ac:chgData name="Luis Carlos Guevara Hernandez" userId="946bcc4c-b146-4724-978c-751fab731e0a" providerId="ADAL" clId="{E8E95438-7D72-4151-95E2-CCAFE31D1FDF}" dt="2026-02-22T20:40:21.143" v="3107"/>
          <ac:grpSpMkLst>
            <pc:docMk/>
            <pc:sldMk cId="589669215" sldId="477"/>
            <ac:grpSpMk id="29" creationId="{0E7F4D2D-96EC-0C91-0183-A1A181DE71FE}"/>
          </ac:grpSpMkLst>
        </pc:grpChg>
        <pc:grpChg chg="add mod">
          <ac:chgData name="Luis Carlos Guevara Hernandez" userId="946bcc4c-b146-4724-978c-751fab731e0a" providerId="ADAL" clId="{E8E95438-7D72-4151-95E2-CCAFE31D1FDF}" dt="2026-02-22T20:40:32.143" v="3111" actId="1076"/>
          <ac:grpSpMkLst>
            <pc:docMk/>
            <pc:sldMk cId="589669215" sldId="477"/>
            <ac:grpSpMk id="34" creationId="{961F5EF7-1032-829C-D8B1-427C51577593}"/>
          </ac:grpSpMkLst>
        </pc:grpChg>
        <pc:grpChg chg="add mod">
          <ac:chgData name="Luis Carlos Guevara Hernandez" userId="946bcc4c-b146-4724-978c-751fab731e0a" providerId="ADAL" clId="{E8E95438-7D72-4151-95E2-CCAFE31D1FDF}" dt="2026-02-22T20:40:51.647" v="3116" actId="1076"/>
          <ac:grpSpMkLst>
            <pc:docMk/>
            <pc:sldMk cId="589669215" sldId="477"/>
            <ac:grpSpMk id="40" creationId="{DF9991AC-F1A5-CD0D-CE39-76793C0FCD14}"/>
          </ac:grpSpMkLst>
        </pc:grpChg>
        <pc:cxnChg chg="mod">
          <ac:chgData name="Luis Carlos Guevara Hernandez" userId="946bcc4c-b146-4724-978c-751fab731e0a" providerId="ADAL" clId="{E8E95438-7D72-4151-95E2-CCAFE31D1FDF}" dt="2026-02-22T20:42:23.306" v="3150" actId="208"/>
          <ac:cxnSpMkLst>
            <pc:docMk/>
            <pc:sldMk cId="589669215" sldId="477"/>
            <ac:cxnSpMk id="12" creationId="{7DB5B87C-D43F-2AC9-196E-4C37CCF6FFC4}"/>
          </ac:cxnSpMkLst>
        </pc:cxnChg>
        <pc:cxnChg chg="mod">
          <ac:chgData name="Luis Carlos Guevara Hernandez" userId="946bcc4c-b146-4724-978c-751fab731e0a" providerId="ADAL" clId="{E8E95438-7D72-4151-95E2-CCAFE31D1FDF}" dt="2026-02-22T20:42:23.306" v="3150" actId="208"/>
          <ac:cxnSpMkLst>
            <pc:docMk/>
            <pc:sldMk cId="589669215" sldId="477"/>
            <ac:cxnSpMk id="16" creationId="{5FE98113-E9B1-7312-4BA4-2FB466B9455A}"/>
          </ac:cxnSpMkLst>
        </pc:cxnChg>
        <pc:cxnChg chg="mod">
          <ac:chgData name="Luis Carlos Guevara Hernandez" userId="946bcc4c-b146-4724-978c-751fab731e0a" providerId="ADAL" clId="{E8E95438-7D72-4151-95E2-CCAFE31D1FDF}" dt="2026-02-22T20:42:23.306" v="3150" actId="208"/>
          <ac:cxnSpMkLst>
            <pc:docMk/>
            <pc:sldMk cId="589669215" sldId="477"/>
            <ac:cxnSpMk id="25" creationId="{6AD34EBA-40DC-FBCA-E663-728E5765B6B4}"/>
          </ac:cxnSpMkLst>
        </pc:cxnChg>
        <pc:cxnChg chg="mod">
          <ac:chgData name="Luis Carlos Guevara Hernandez" userId="946bcc4c-b146-4724-978c-751fab731e0a" providerId="ADAL" clId="{E8E95438-7D72-4151-95E2-CCAFE31D1FDF}" dt="2026-02-22T20:42:23.306" v="3150" actId="208"/>
          <ac:cxnSpMkLst>
            <pc:docMk/>
            <pc:sldMk cId="589669215" sldId="477"/>
            <ac:cxnSpMk id="30" creationId="{7543CCA2-A137-5358-5B7C-40BBB05045D3}"/>
          </ac:cxnSpMkLst>
        </pc:cxnChg>
        <pc:cxnChg chg="mod">
          <ac:chgData name="Luis Carlos Guevara Hernandez" userId="946bcc4c-b146-4724-978c-751fab731e0a" providerId="ADAL" clId="{E8E95438-7D72-4151-95E2-CCAFE31D1FDF}" dt="2026-02-22T20:42:23.306" v="3150" actId="208"/>
          <ac:cxnSpMkLst>
            <pc:docMk/>
            <pc:sldMk cId="589669215" sldId="477"/>
            <ac:cxnSpMk id="48" creationId="{C96340BF-2AD7-7983-4D13-7CDB0CE95CCB}"/>
          </ac:cxnSpMkLst>
        </pc:cxnChg>
        <pc:cxnChg chg="mod">
          <ac:chgData name="Luis Carlos Guevara Hernandez" userId="946bcc4c-b146-4724-978c-751fab731e0a" providerId="ADAL" clId="{E8E95438-7D72-4151-95E2-CCAFE31D1FDF}" dt="2026-02-22T20:42:23.306" v="3150" actId="208"/>
          <ac:cxnSpMkLst>
            <pc:docMk/>
            <pc:sldMk cId="589669215" sldId="477"/>
            <ac:cxnSpMk id="51" creationId="{0862A2D2-E485-A7B8-06DD-F2C122749BB0}"/>
          </ac:cxnSpMkLst>
        </pc:cxnChg>
      </pc:sldChg>
      <pc:sldChg chg="addSp delSp modSp mod modAnim">
        <pc:chgData name="Luis Carlos Guevara Hernandez" userId="946bcc4c-b146-4724-978c-751fab731e0a" providerId="ADAL" clId="{E8E95438-7D72-4151-95E2-CCAFE31D1FDF}" dt="2026-02-22T20:51:37.849" v="3268" actId="20577"/>
        <pc:sldMkLst>
          <pc:docMk/>
          <pc:sldMk cId="3373581877" sldId="478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3373581877" sldId="478"/>
            <ac:spMk id="2" creationId="{76BE9FEE-5328-EC23-840A-508DDC7E3B4F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3373581877" sldId="478"/>
            <ac:spMk id="5" creationId="{AF0B1DA3-1799-0CCC-B88C-0A7AD90BECEC}"/>
          </ac:spMkLst>
        </pc:spChg>
        <pc:spChg chg="mod">
          <ac:chgData name="Luis Carlos Guevara Hernandez" userId="946bcc4c-b146-4724-978c-751fab731e0a" providerId="ADAL" clId="{E8E95438-7D72-4151-95E2-CCAFE31D1FDF}" dt="2026-02-22T20:44:57.521" v="3168" actId="14861"/>
          <ac:spMkLst>
            <pc:docMk/>
            <pc:sldMk cId="3373581877" sldId="478"/>
            <ac:spMk id="8" creationId="{4758C52A-0B09-23B5-122B-FA2C37C6FD12}"/>
          </ac:spMkLst>
        </pc:spChg>
        <pc:spChg chg="mod">
          <ac:chgData name="Luis Carlos Guevara Hernandez" userId="946bcc4c-b146-4724-978c-751fab731e0a" providerId="ADAL" clId="{E8E95438-7D72-4151-95E2-CCAFE31D1FDF}" dt="2026-02-22T20:44:57.521" v="3168" actId="14861"/>
          <ac:spMkLst>
            <pc:docMk/>
            <pc:sldMk cId="3373581877" sldId="478"/>
            <ac:spMk id="9" creationId="{72B8B799-9391-A379-5EE9-885D8AA4D2E9}"/>
          </ac:spMkLst>
        </pc:spChg>
        <pc:spChg chg="mod">
          <ac:chgData name="Luis Carlos Guevara Hernandez" userId="946bcc4c-b146-4724-978c-751fab731e0a" providerId="ADAL" clId="{E8E95438-7D72-4151-95E2-CCAFE31D1FDF}" dt="2026-02-22T20:44:57.521" v="3168" actId="14861"/>
          <ac:spMkLst>
            <pc:docMk/>
            <pc:sldMk cId="3373581877" sldId="478"/>
            <ac:spMk id="10" creationId="{349782FA-7A23-11A7-9876-D2891588B9F7}"/>
          </ac:spMkLst>
        </pc:spChg>
        <pc:spChg chg="mod">
          <ac:chgData name="Luis Carlos Guevara Hernandez" userId="946bcc4c-b146-4724-978c-751fab731e0a" providerId="ADAL" clId="{E8E95438-7D72-4151-95E2-CCAFE31D1FDF}" dt="2026-02-22T20:44:57.521" v="3168" actId="14861"/>
          <ac:spMkLst>
            <pc:docMk/>
            <pc:sldMk cId="3373581877" sldId="478"/>
            <ac:spMk id="13" creationId="{35860E09-13E8-113E-416E-AFF8D795C4E0}"/>
          </ac:spMkLst>
        </pc:spChg>
        <pc:spChg chg="mod">
          <ac:chgData name="Luis Carlos Guevara Hernandez" userId="946bcc4c-b146-4724-978c-751fab731e0a" providerId="ADAL" clId="{E8E95438-7D72-4151-95E2-CCAFE31D1FDF}" dt="2026-02-22T20:44:57.521" v="3168" actId="14861"/>
          <ac:spMkLst>
            <pc:docMk/>
            <pc:sldMk cId="3373581877" sldId="478"/>
            <ac:spMk id="18" creationId="{15F8D7B0-5887-383A-B6C3-2055DA379BD0}"/>
          </ac:spMkLst>
        </pc:spChg>
        <pc:spChg chg="mod">
          <ac:chgData name="Luis Carlos Guevara Hernandez" userId="946bcc4c-b146-4724-978c-751fab731e0a" providerId="ADAL" clId="{E8E95438-7D72-4151-95E2-CCAFE31D1FDF}" dt="2026-02-22T20:46:05.040" v="3204" actId="20577"/>
          <ac:spMkLst>
            <pc:docMk/>
            <pc:sldMk cId="3373581877" sldId="478"/>
            <ac:spMk id="20" creationId="{26599112-9B5D-BF12-B312-B95F2EA3A92E}"/>
          </ac:spMkLst>
        </pc:spChg>
        <pc:spChg chg="mod">
          <ac:chgData name="Luis Carlos Guevara Hernandez" userId="946bcc4c-b146-4724-978c-751fab731e0a" providerId="ADAL" clId="{E8E95438-7D72-4151-95E2-CCAFE31D1FDF}" dt="2026-02-22T20:44:57.521" v="3168" actId="14861"/>
          <ac:spMkLst>
            <pc:docMk/>
            <pc:sldMk cId="3373581877" sldId="478"/>
            <ac:spMk id="21" creationId="{821BF70B-16C4-172C-B9D0-FC53CABB7073}"/>
          </ac:spMkLst>
        </pc:spChg>
        <pc:spChg chg="mod">
          <ac:chgData name="Luis Carlos Guevara Hernandez" userId="946bcc4c-b146-4724-978c-751fab731e0a" providerId="ADAL" clId="{E8E95438-7D72-4151-95E2-CCAFE31D1FDF}" dt="2026-02-22T20:51:37.849" v="3268" actId="20577"/>
          <ac:spMkLst>
            <pc:docMk/>
            <pc:sldMk cId="3373581877" sldId="478"/>
            <ac:spMk id="36" creationId="{E4D122EC-033D-A2A5-780A-9A5E6EE81D21}"/>
          </ac:spMkLst>
        </pc:spChg>
        <pc:spChg chg="mod">
          <ac:chgData name="Luis Carlos Guevara Hernandez" userId="946bcc4c-b146-4724-978c-751fab731e0a" providerId="ADAL" clId="{E8E95438-7D72-4151-95E2-CCAFE31D1FDF}" dt="2026-02-22T20:45:16.092" v="3172" actId="207"/>
          <ac:spMkLst>
            <pc:docMk/>
            <pc:sldMk cId="3373581877" sldId="478"/>
            <ac:spMk id="38" creationId="{AC01DB2B-F1EC-9509-9F9D-F97E070DDE00}"/>
          </ac:spMkLst>
        </pc:spChg>
        <pc:spChg chg="mod">
          <ac:chgData name="Luis Carlos Guevara Hernandez" userId="946bcc4c-b146-4724-978c-751fab731e0a" providerId="ADAL" clId="{E8E95438-7D72-4151-95E2-CCAFE31D1FDF}" dt="2026-02-22T20:45:26.929" v="3173"/>
          <ac:spMkLst>
            <pc:docMk/>
            <pc:sldMk cId="3373581877" sldId="478"/>
            <ac:spMk id="46" creationId="{BFE89078-CF74-6183-779D-C6C1F41A6747}"/>
          </ac:spMkLst>
        </pc:spChg>
        <pc:spChg chg="mod">
          <ac:chgData name="Luis Carlos Guevara Hernandez" userId="946bcc4c-b146-4724-978c-751fab731e0a" providerId="ADAL" clId="{E8E95438-7D72-4151-95E2-CCAFE31D1FDF}" dt="2026-02-22T20:45:35.908" v="3176" actId="20577"/>
          <ac:spMkLst>
            <pc:docMk/>
            <pc:sldMk cId="3373581877" sldId="478"/>
            <ac:spMk id="47" creationId="{198D2635-3D22-82FA-DC80-8C2468D7BAC6}"/>
          </ac:spMkLst>
        </pc:spChg>
        <pc:spChg chg="mod">
          <ac:chgData name="Luis Carlos Guevara Hernandez" userId="946bcc4c-b146-4724-978c-751fab731e0a" providerId="ADAL" clId="{E8E95438-7D72-4151-95E2-CCAFE31D1FDF}" dt="2026-02-22T20:45:43.011" v="3180" actId="20577"/>
          <ac:spMkLst>
            <pc:docMk/>
            <pc:sldMk cId="3373581877" sldId="478"/>
            <ac:spMk id="50" creationId="{8A27F0D3-7F47-9BFC-B4E6-F5A0C14CDF0F}"/>
          </ac:spMkLst>
        </pc:spChg>
        <pc:spChg chg="mod">
          <ac:chgData name="Luis Carlos Guevara Hernandez" userId="946bcc4c-b146-4724-978c-751fab731e0a" providerId="ADAL" clId="{E8E95438-7D72-4151-95E2-CCAFE31D1FDF}" dt="2026-02-22T20:48:45.205" v="3265" actId="20577"/>
          <ac:spMkLst>
            <pc:docMk/>
            <pc:sldMk cId="3373581877" sldId="478"/>
            <ac:spMk id="59" creationId="{A2A43A50-FF8D-C7AA-72CF-2683887F4F4F}"/>
          </ac:spMkLst>
        </pc:spChg>
        <pc:spChg chg="mod">
          <ac:chgData name="Luis Carlos Guevara Hernandez" userId="946bcc4c-b146-4724-978c-751fab731e0a" providerId="ADAL" clId="{E8E95438-7D72-4151-95E2-CCAFE31D1FDF}" dt="2026-02-22T20:45:47.718" v="3181"/>
          <ac:spMkLst>
            <pc:docMk/>
            <pc:sldMk cId="3373581877" sldId="478"/>
            <ac:spMk id="63" creationId="{B3C11BAE-84D6-4EB9-1E3F-7A2B27540B03}"/>
          </ac:spMkLst>
        </pc:sp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23" creationId="{6ECD65B1-C770-2B10-8D51-99053336F785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28" creationId="{D920B20F-E89D-A730-3FF1-A991D43B6593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30" creationId="{8D154B39-3543-3D46-B1C7-A09931AFDEE4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32" creationId="{BCFCE2EA-12E0-C61A-8136-E09775773272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40" creationId="{D678287D-2A9B-0EFB-2E33-CED042906D0C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43" creationId="{49FF93FE-51CD-E84A-6AE6-C4FDEE91AE19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53" creationId="{8E621BE7-406F-F9F3-0C58-31F875F1E069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56" creationId="{16703318-7D47-6FDA-BC7D-E3279F1E853C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60" creationId="{6BC86C49-1BDA-06AB-BB2C-F676AD147BA9}"/>
          </ac:cxnSpMkLst>
        </pc:cxnChg>
        <pc:cxnChg chg="mod">
          <ac:chgData name="Luis Carlos Guevara Hernandez" userId="946bcc4c-b146-4724-978c-751fab731e0a" providerId="ADAL" clId="{E8E95438-7D72-4151-95E2-CCAFE31D1FDF}" dt="2026-02-22T20:43:13.402" v="3155"/>
          <ac:cxnSpMkLst>
            <pc:docMk/>
            <pc:sldMk cId="3373581877" sldId="478"/>
            <ac:cxnSpMk id="64" creationId="{C21A4AA9-C22D-67A1-88F2-17520AEB7A94}"/>
          </ac:cxnSpMkLst>
        </pc:cxnChg>
      </pc:sldChg>
      <pc:sldChg chg="addSp delSp modSp mod">
        <pc:chgData name="Luis Carlos Guevara Hernandez" userId="946bcc4c-b146-4724-978c-751fab731e0a" providerId="ADAL" clId="{E8E95438-7D72-4151-95E2-CCAFE31D1FDF}" dt="2026-02-22T20:59:50.249" v="3369"/>
        <pc:sldMkLst>
          <pc:docMk/>
          <pc:sldMk cId="1449278227" sldId="479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449278227" sldId="479"/>
            <ac:spMk id="2" creationId="{7C2085FB-9E34-1E71-09A6-0EDE1CBDA609}"/>
          </ac:spMkLst>
        </pc:spChg>
        <pc:spChg chg="mod">
          <ac:chgData name="Luis Carlos Guevara Hernandez" userId="946bcc4c-b146-4724-978c-751fab731e0a" providerId="ADAL" clId="{E8E95438-7D72-4151-95E2-CCAFE31D1FDF}" dt="2026-02-22T20:59:21.900" v="3357"/>
          <ac:spMkLst>
            <pc:docMk/>
            <pc:sldMk cId="1449278227" sldId="479"/>
            <ac:spMk id="4" creationId="{117C7AF7-4BE1-227B-FE8F-E815FCF721BF}"/>
          </ac:spMkLst>
        </pc:spChg>
        <pc:spChg chg="mod">
          <ac:chgData name="Luis Carlos Guevara Hernandez" userId="946bcc4c-b146-4724-978c-751fab731e0a" providerId="ADAL" clId="{E8E95438-7D72-4151-95E2-CCAFE31D1FDF}" dt="2026-02-22T20:59:21.900" v="3357"/>
          <ac:spMkLst>
            <pc:docMk/>
            <pc:sldMk cId="1449278227" sldId="479"/>
            <ac:spMk id="6" creationId="{5385071D-8041-BB18-4874-D6DF0898DD77}"/>
          </ac:spMkLst>
        </pc:spChg>
        <pc:spChg chg="mod">
          <ac:chgData name="Luis Carlos Guevara Hernandez" userId="946bcc4c-b146-4724-978c-751fab731e0a" providerId="ADAL" clId="{E8E95438-7D72-4151-95E2-CCAFE31D1FDF}" dt="2026-02-22T20:56:56.941" v="3322"/>
          <ac:spMkLst>
            <pc:docMk/>
            <pc:sldMk cId="1449278227" sldId="479"/>
            <ac:spMk id="8" creationId="{CA64DB07-912F-9C5A-19AD-181DC6BBEDBF}"/>
          </ac:spMkLst>
        </pc:spChg>
        <pc:spChg chg="mod">
          <ac:chgData name="Luis Carlos Guevara Hernandez" userId="946bcc4c-b146-4724-978c-751fab731e0a" providerId="ADAL" clId="{E8E95438-7D72-4151-95E2-CCAFE31D1FDF}" dt="2026-02-22T20:59:30.470" v="3361"/>
          <ac:spMkLst>
            <pc:docMk/>
            <pc:sldMk cId="1449278227" sldId="479"/>
            <ac:spMk id="9" creationId="{16D1B384-0A6E-976C-776A-2DB59432CFD9}"/>
          </ac:spMkLst>
        </pc:spChg>
        <pc:spChg chg="mod">
          <ac:chgData name="Luis Carlos Guevara Hernandez" userId="946bcc4c-b146-4724-978c-751fab731e0a" providerId="ADAL" clId="{E8E95438-7D72-4151-95E2-CCAFE31D1FDF}" dt="2026-02-22T20:56:51.988" v="3320"/>
          <ac:spMkLst>
            <pc:docMk/>
            <pc:sldMk cId="1449278227" sldId="479"/>
            <ac:spMk id="10" creationId="{5A97B30A-C893-C991-431D-C438AB549686}"/>
          </ac:spMkLst>
        </pc:spChg>
        <pc:spChg chg="mod">
          <ac:chgData name="Luis Carlos Guevara Hernandez" userId="946bcc4c-b146-4724-978c-751fab731e0a" providerId="ADAL" clId="{E8E95438-7D72-4151-95E2-CCAFE31D1FDF}" dt="2026-02-22T20:59:24.149" v="3358"/>
          <ac:spMkLst>
            <pc:docMk/>
            <pc:sldMk cId="1449278227" sldId="479"/>
            <ac:spMk id="12" creationId="{468E729D-96EA-38E1-34BC-672271E0F2A2}"/>
          </ac:spMkLst>
        </pc:spChg>
        <pc:spChg chg="mod">
          <ac:chgData name="Luis Carlos Guevara Hernandez" userId="946bcc4c-b146-4724-978c-751fab731e0a" providerId="ADAL" clId="{E8E95438-7D72-4151-95E2-CCAFE31D1FDF}" dt="2026-02-22T20:59:40.371" v="3365"/>
          <ac:spMkLst>
            <pc:docMk/>
            <pc:sldMk cId="1449278227" sldId="479"/>
            <ac:spMk id="14" creationId="{116E0AD3-DCE9-FF61-EC37-845B75C5D904}"/>
          </ac:spMkLst>
        </pc:spChg>
        <pc:spChg chg="mod">
          <ac:chgData name="Luis Carlos Guevara Hernandez" userId="946bcc4c-b146-4724-978c-751fab731e0a" providerId="ADAL" clId="{E8E95438-7D72-4151-95E2-CCAFE31D1FDF}" dt="2026-02-22T20:55:34.378" v="3300"/>
          <ac:spMkLst>
            <pc:docMk/>
            <pc:sldMk cId="1449278227" sldId="479"/>
            <ac:spMk id="15" creationId="{B6AB0B27-EE86-A756-94E1-D3A85208E095}"/>
          </ac:spMkLst>
        </pc:spChg>
        <pc:spChg chg="mod">
          <ac:chgData name="Luis Carlos Guevara Hernandez" userId="946bcc4c-b146-4724-978c-751fab731e0a" providerId="ADAL" clId="{E8E95438-7D72-4151-95E2-CCAFE31D1FDF}" dt="2026-02-22T20:55:59.386" v="3306" actId="207"/>
          <ac:spMkLst>
            <pc:docMk/>
            <pc:sldMk cId="1449278227" sldId="479"/>
            <ac:spMk id="16" creationId="{362B1FFF-7036-1B26-891C-986F30C6089A}"/>
          </ac:spMkLst>
        </pc:spChg>
        <pc:spChg chg="mod">
          <ac:chgData name="Luis Carlos Guevara Hernandez" userId="946bcc4c-b146-4724-978c-751fab731e0a" providerId="ADAL" clId="{E8E95438-7D72-4151-95E2-CCAFE31D1FDF}" dt="2026-02-22T20:55:55.886" v="3305" actId="207"/>
          <ac:spMkLst>
            <pc:docMk/>
            <pc:sldMk cId="1449278227" sldId="479"/>
            <ac:spMk id="17" creationId="{C4BCA1CF-CA66-256F-75AC-7BB3908EE4AE}"/>
          </ac:spMkLst>
        </pc:spChg>
        <pc:spChg chg="mod">
          <ac:chgData name="Luis Carlos Guevara Hernandez" userId="946bcc4c-b146-4724-978c-751fab731e0a" providerId="ADAL" clId="{E8E95438-7D72-4151-95E2-CCAFE31D1FDF}" dt="2026-02-22T20:59:32.046" v="3362"/>
          <ac:spMkLst>
            <pc:docMk/>
            <pc:sldMk cId="1449278227" sldId="479"/>
            <ac:spMk id="18" creationId="{5CE6E378-72F3-56AF-9892-CD0F364E0E2A}"/>
          </ac:spMkLst>
        </pc:spChg>
        <pc:spChg chg="mod">
          <ac:chgData name="Luis Carlos Guevara Hernandez" userId="946bcc4c-b146-4724-978c-751fab731e0a" providerId="ADAL" clId="{E8E95438-7D72-4151-95E2-CCAFE31D1FDF}" dt="2026-02-22T20:56:15.766" v="3308"/>
          <ac:spMkLst>
            <pc:docMk/>
            <pc:sldMk cId="1449278227" sldId="479"/>
            <ac:spMk id="21" creationId="{C4B0CC52-31CE-80C5-BA3F-E5A4785AA061}"/>
          </ac:spMkLst>
        </pc:spChg>
        <pc:spChg chg="mod">
          <ac:chgData name="Luis Carlos Guevara Hernandez" userId="946bcc4c-b146-4724-978c-751fab731e0a" providerId="ADAL" clId="{E8E95438-7D72-4151-95E2-CCAFE31D1FDF}" dt="2026-02-22T20:59:50.249" v="3369"/>
          <ac:spMkLst>
            <pc:docMk/>
            <pc:sldMk cId="1449278227" sldId="479"/>
            <ac:spMk id="22" creationId="{5A8BF23B-DBA7-0536-06C1-53CC89104B10}"/>
          </ac:spMkLst>
        </pc:spChg>
        <pc:spChg chg="mod">
          <ac:chgData name="Luis Carlos Guevara Hernandez" userId="946bcc4c-b146-4724-978c-751fab731e0a" providerId="ADAL" clId="{E8E95438-7D72-4151-95E2-CCAFE31D1FDF}" dt="2026-02-22T20:59:42.585" v="3366"/>
          <ac:spMkLst>
            <pc:docMk/>
            <pc:sldMk cId="1449278227" sldId="479"/>
            <ac:spMk id="24" creationId="{41B1E211-62AE-0A7B-DF1F-36B4B24AEE27}"/>
          </ac:spMkLst>
        </pc:spChg>
        <pc:spChg chg="mod">
          <ac:chgData name="Luis Carlos Guevara Hernandez" userId="946bcc4c-b146-4724-978c-751fab731e0a" providerId="ADAL" clId="{E8E95438-7D72-4151-95E2-CCAFE31D1FDF}" dt="2026-02-22T20:51:49.823" v="3272"/>
          <ac:spMkLst>
            <pc:docMk/>
            <pc:sldMk cId="1449278227" sldId="479"/>
            <ac:spMk id="36" creationId="{83C8A10F-DA69-92FF-B3D8-A680870740D3}"/>
          </ac:spMkLst>
        </pc:spChg>
        <pc:spChg chg="mod">
          <ac:chgData name="Luis Carlos Guevara Hernandez" userId="946bcc4c-b146-4724-978c-751fab731e0a" providerId="ADAL" clId="{E8E95438-7D72-4151-95E2-CCAFE31D1FDF}" dt="2026-02-22T20:52:45.827" v="3290" actId="14100"/>
          <ac:spMkLst>
            <pc:docMk/>
            <pc:sldMk cId="1449278227" sldId="479"/>
            <ac:spMk id="38" creationId="{23ECAA77-6BF8-2AA7-BC89-9F37E511E107}"/>
          </ac:spMkLst>
        </pc:spChg>
        <pc:spChg chg="mod">
          <ac:chgData name="Luis Carlos Guevara Hernandez" userId="946bcc4c-b146-4724-978c-751fab731e0a" providerId="ADAL" clId="{E8E95438-7D72-4151-95E2-CCAFE31D1FDF}" dt="2026-02-22T20:56:38.167" v="3316" actId="207"/>
          <ac:spMkLst>
            <pc:docMk/>
            <pc:sldMk cId="1449278227" sldId="479"/>
            <ac:spMk id="42" creationId="{91F3AEDC-960B-62E8-444A-0903F6111FAF}"/>
          </ac:spMkLst>
        </pc:spChg>
        <pc:spChg chg="mod">
          <ac:chgData name="Luis Carlos Guevara Hernandez" userId="946bcc4c-b146-4724-978c-751fab731e0a" providerId="ADAL" clId="{E8E95438-7D72-4151-95E2-CCAFE31D1FDF}" dt="2026-02-22T20:59:06.315" v="3353" actId="20577"/>
          <ac:spMkLst>
            <pc:docMk/>
            <pc:sldMk cId="1449278227" sldId="479"/>
            <ac:spMk id="59" creationId="{2785921E-FB31-01EF-73E6-4D10824A6802}"/>
          </ac:spMkLst>
        </pc:spChg>
        <pc:grpChg chg="add mod">
          <ac:chgData name="Luis Carlos Guevara Hernandez" userId="946bcc4c-b146-4724-978c-751fab731e0a" providerId="ADAL" clId="{E8E95438-7D72-4151-95E2-CCAFE31D1FDF}" dt="2026-02-22T20:59:21.900" v="3357"/>
          <ac:grpSpMkLst>
            <pc:docMk/>
            <pc:sldMk cId="1449278227" sldId="479"/>
            <ac:grpSpMk id="3" creationId="{F2449AC0-3511-9E90-C3FA-8747662F3BE5}"/>
          </ac:grpSpMkLst>
        </pc:grpChg>
        <pc:grpChg chg="add mod">
          <ac:chgData name="Luis Carlos Guevara Hernandez" userId="946bcc4c-b146-4724-978c-751fab731e0a" providerId="ADAL" clId="{E8E95438-7D72-4151-95E2-CCAFE31D1FDF}" dt="2026-02-22T20:59:26.980" v="3359" actId="1076"/>
          <ac:grpSpMkLst>
            <pc:docMk/>
            <pc:sldMk cId="1449278227" sldId="479"/>
            <ac:grpSpMk id="7" creationId="{4C161CCE-A8B0-DE67-E952-3150903A5E8E}"/>
          </ac:grpSpMkLst>
        </pc:grpChg>
        <pc:grpChg chg="add mod">
          <ac:chgData name="Luis Carlos Guevara Hernandez" userId="946bcc4c-b146-4724-978c-751fab731e0a" providerId="ADAL" clId="{E8E95438-7D72-4151-95E2-CCAFE31D1FDF}" dt="2026-02-22T20:59:36.483" v="3363" actId="1076"/>
          <ac:grpSpMkLst>
            <pc:docMk/>
            <pc:sldMk cId="1449278227" sldId="479"/>
            <ac:grpSpMk id="13" creationId="{6F442817-A24F-3D66-7D8C-303BBFF784BA}"/>
          </ac:grpSpMkLst>
        </pc:grpChg>
        <pc:grpChg chg="add mod">
          <ac:chgData name="Luis Carlos Guevara Hernandez" userId="946bcc4c-b146-4724-978c-751fab731e0a" providerId="ADAL" clId="{E8E95438-7D72-4151-95E2-CCAFE31D1FDF}" dt="2026-02-22T20:59:46.213" v="3367" actId="1076"/>
          <ac:grpSpMkLst>
            <pc:docMk/>
            <pc:sldMk cId="1449278227" sldId="479"/>
            <ac:grpSpMk id="20" creationId="{5E321D8D-C054-68B4-BF02-F310CEF84A1E}"/>
          </ac:grpSpMkLst>
        </pc:grp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19" creationId="{0C01FFCB-0CF0-3FFF-9A0D-106DC1E80E0A}"/>
          </ac:cxnSpMkLst>
        </pc:cxn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23" creationId="{38D5F082-D758-C1D4-35BC-BB4CD433863C}"/>
          </ac:cxnSpMkLst>
        </pc:cxn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25" creationId="{6E3D5E9F-02D6-CEA2-B0A9-23DADA909E11}"/>
          </ac:cxnSpMkLst>
        </pc:cxn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29" creationId="{D4E9D517-54DC-E6EC-7E95-22D882CF3302}"/>
          </ac:cxnSpMkLst>
        </pc:cxn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30" creationId="{7DF7D3F2-EB7C-424E-DA6C-B531C36E1C24}"/>
          </ac:cxnSpMkLst>
        </pc:cxn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40" creationId="{427FB865-B5E7-5374-3106-034F37C6C643}"/>
          </ac:cxnSpMkLst>
        </pc:cxn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44" creationId="{1A362159-214B-CBD4-90B7-5ED0D033D4C5}"/>
          </ac:cxnSpMkLst>
        </pc:cxnChg>
        <pc:cxnChg chg="mod">
          <ac:chgData name="Luis Carlos Guevara Hernandez" userId="946bcc4c-b146-4724-978c-751fab731e0a" providerId="ADAL" clId="{E8E95438-7D72-4151-95E2-CCAFE31D1FDF}" dt="2026-02-22T20:52:57.594" v="3292"/>
          <ac:cxnSpMkLst>
            <pc:docMk/>
            <pc:sldMk cId="1449278227" sldId="479"/>
            <ac:cxnSpMk id="51" creationId="{75003EFF-9589-E865-66E3-45C7F4844DC6}"/>
          </ac:cxnSpMkLst>
        </pc:cxnChg>
      </pc:sldChg>
      <pc:sldChg chg="addSp delSp modSp mod modAnim">
        <pc:chgData name="Luis Carlos Guevara Hernandez" userId="946bcc4c-b146-4724-978c-751fab731e0a" providerId="ADAL" clId="{E8E95438-7D72-4151-95E2-CCAFE31D1FDF}" dt="2026-02-22T21:09:36.014" v="3650" actId="1076"/>
        <pc:sldMkLst>
          <pc:docMk/>
          <pc:sldMk cId="1180109538" sldId="480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1180109538" sldId="480"/>
            <ac:spMk id="5" creationId="{4DC1AB73-1DC7-BC4B-8FF8-75B8EEE6D040}"/>
          </ac:spMkLst>
        </pc:spChg>
        <pc:spChg chg="mod">
          <ac:chgData name="Luis Carlos Guevara Hernandez" userId="946bcc4c-b146-4724-978c-751fab731e0a" providerId="ADAL" clId="{E8E95438-7D72-4151-95E2-CCAFE31D1FDF}" dt="2026-02-22T21:07:59.199" v="3624"/>
          <ac:spMkLst>
            <pc:docMk/>
            <pc:sldMk cId="1180109538" sldId="480"/>
            <ac:spMk id="7" creationId="{71E4B8B2-5061-620D-6558-0D04E97E71E0}"/>
          </ac:spMkLst>
        </pc:spChg>
        <pc:spChg chg="mod">
          <ac:chgData name="Luis Carlos Guevara Hernandez" userId="946bcc4c-b146-4724-978c-751fab731e0a" providerId="ADAL" clId="{E8E95438-7D72-4151-95E2-CCAFE31D1FDF}" dt="2026-02-22T21:04:21.446" v="3510" actId="20577"/>
          <ac:spMkLst>
            <pc:docMk/>
            <pc:sldMk cId="1180109538" sldId="480"/>
            <ac:spMk id="8" creationId="{78DCEFC8-E1C9-6CD8-AF58-5A96665DAE71}"/>
          </ac:spMkLst>
        </pc:spChg>
        <pc:spChg chg="mod">
          <ac:chgData name="Luis Carlos Guevara Hernandez" userId="946bcc4c-b146-4724-978c-751fab731e0a" providerId="ADAL" clId="{E8E95438-7D72-4151-95E2-CCAFE31D1FDF}" dt="2026-02-22T21:07:59.199" v="3624"/>
          <ac:spMkLst>
            <pc:docMk/>
            <pc:sldMk cId="1180109538" sldId="480"/>
            <ac:spMk id="9" creationId="{D49ECAB2-2FDB-6788-14AD-B71CC77AF74E}"/>
          </ac:spMkLst>
        </pc:spChg>
        <pc:spChg chg="mod">
          <ac:chgData name="Luis Carlos Guevara Hernandez" userId="946bcc4c-b146-4724-978c-751fab731e0a" providerId="ADAL" clId="{E8E95438-7D72-4151-95E2-CCAFE31D1FDF}" dt="2026-02-22T21:08:08.857" v="3628"/>
          <ac:spMkLst>
            <pc:docMk/>
            <pc:sldMk cId="1180109538" sldId="480"/>
            <ac:spMk id="12" creationId="{D0972A20-60AC-7FA5-6C08-CDA35C025614}"/>
          </ac:spMkLst>
        </pc:spChg>
        <pc:spChg chg="mod">
          <ac:chgData name="Luis Carlos Guevara Hernandez" userId="946bcc4c-b146-4724-978c-751fab731e0a" providerId="ADAL" clId="{E8E95438-7D72-4151-95E2-CCAFE31D1FDF}" dt="2026-02-22T21:08:02.181" v="3625"/>
          <ac:spMkLst>
            <pc:docMk/>
            <pc:sldMk cId="1180109538" sldId="480"/>
            <ac:spMk id="13" creationId="{EFFF2FEF-9840-DC60-B480-ED9FEF8596D1}"/>
          </ac:spMkLst>
        </pc:spChg>
        <pc:spChg chg="mod">
          <ac:chgData name="Luis Carlos Guevara Hernandez" userId="946bcc4c-b146-4724-978c-751fab731e0a" providerId="ADAL" clId="{E8E95438-7D72-4151-95E2-CCAFE31D1FDF}" dt="2026-02-22T21:03:42.190" v="3467" actId="20577"/>
          <ac:spMkLst>
            <pc:docMk/>
            <pc:sldMk cId="1180109538" sldId="480"/>
            <ac:spMk id="15" creationId="{FCD84D78-C879-AF1F-249D-B77AF625BAB5}"/>
          </ac:spMkLst>
        </pc:spChg>
        <pc:spChg chg="mod">
          <ac:chgData name="Luis Carlos Guevara Hernandez" userId="946bcc4c-b146-4724-978c-751fab731e0a" providerId="ADAL" clId="{E8E95438-7D72-4151-95E2-CCAFE31D1FDF}" dt="2026-02-22T21:08:21.414" v="3632"/>
          <ac:spMkLst>
            <pc:docMk/>
            <pc:sldMk cId="1180109538" sldId="480"/>
            <ac:spMk id="16" creationId="{9CED612E-DDF6-3DEE-15D7-A7E242041773}"/>
          </ac:spMkLst>
        </pc:spChg>
        <pc:spChg chg="mod">
          <ac:chgData name="Luis Carlos Guevara Hernandez" userId="946bcc4c-b146-4724-978c-751fab731e0a" providerId="ADAL" clId="{E8E95438-7D72-4151-95E2-CCAFE31D1FDF}" dt="2026-02-22T21:08:11.181" v="3629"/>
          <ac:spMkLst>
            <pc:docMk/>
            <pc:sldMk cId="1180109538" sldId="480"/>
            <ac:spMk id="17" creationId="{1FE9B773-ED9F-00C0-2FAB-885775EF97B0}"/>
          </ac:spMkLst>
        </pc:spChg>
        <pc:spChg chg="mod">
          <ac:chgData name="Luis Carlos Guevara Hernandez" userId="946bcc4c-b146-4724-978c-751fab731e0a" providerId="ADAL" clId="{E8E95438-7D72-4151-95E2-CCAFE31D1FDF}" dt="2026-02-22T21:05:12.254" v="3558"/>
          <ac:spMkLst>
            <pc:docMk/>
            <pc:sldMk cId="1180109538" sldId="480"/>
            <ac:spMk id="21" creationId="{AB4FFAA6-ADD1-8070-5DD4-AEB718FEB77B}"/>
          </ac:spMkLst>
        </pc:spChg>
        <pc:spChg chg="add mod">
          <ac:chgData name="Luis Carlos Guevara Hernandez" userId="946bcc4c-b146-4724-978c-751fab731e0a" providerId="ADAL" clId="{E8E95438-7D72-4151-95E2-CCAFE31D1FDF}" dt="2026-02-22T21:09:36.014" v="3650" actId="1076"/>
          <ac:spMkLst>
            <pc:docMk/>
            <pc:sldMk cId="1180109538" sldId="480"/>
            <ac:spMk id="23" creationId="{F3DB0A05-BF17-0B51-BE85-E97AC5297E37}"/>
          </ac:spMkLst>
        </pc:spChg>
        <pc:spChg chg="mod">
          <ac:chgData name="Luis Carlos Guevara Hernandez" userId="946bcc4c-b146-4724-978c-751fab731e0a" providerId="ADAL" clId="{E8E95438-7D72-4151-95E2-CCAFE31D1FDF}" dt="2026-02-22T21:09:02.585" v="3645"/>
          <ac:spMkLst>
            <pc:docMk/>
            <pc:sldMk cId="1180109538" sldId="480"/>
            <ac:spMk id="26" creationId="{06BEE52C-3CA7-E790-7DF0-AC672551AB4C}"/>
          </ac:spMkLst>
        </pc:spChg>
        <pc:spChg chg="mod">
          <ac:chgData name="Luis Carlos Guevara Hernandez" userId="946bcc4c-b146-4724-978c-751fab731e0a" providerId="ADAL" clId="{E8E95438-7D72-4151-95E2-CCAFE31D1FDF}" dt="2026-02-22T21:09:02.585" v="3645"/>
          <ac:spMkLst>
            <pc:docMk/>
            <pc:sldMk cId="1180109538" sldId="480"/>
            <ac:spMk id="27" creationId="{0CD33AC6-FF59-7547-9239-6D4C4E3D081F}"/>
          </ac:spMkLst>
        </pc:spChg>
        <pc:spChg chg="mod">
          <ac:chgData name="Luis Carlos Guevara Hernandez" userId="946bcc4c-b146-4724-978c-751fab731e0a" providerId="ADAL" clId="{E8E95438-7D72-4151-95E2-CCAFE31D1FDF}" dt="2026-02-22T21:09:14.635" v="3649"/>
          <ac:spMkLst>
            <pc:docMk/>
            <pc:sldMk cId="1180109538" sldId="480"/>
            <ac:spMk id="29" creationId="{9921ADF9-68A0-CF03-8909-C21892B716A5}"/>
          </ac:spMkLst>
        </pc:spChg>
        <pc:spChg chg="mod">
          <ac:chgData name="Luis Carlos Guevara Hernandez" userId="946bcc4c-b146-4724-978c-751fab731e0a" providerId="ADAL" clId="{E8E95438-7D72-4151-95E2-CCAFE31D1FDF}" dt="2026-02-22T21:09:09.153" v="3646"/>
          <ac:spMkLst>
            <pc:docMk/>
            <pc:sldMk cId="1180109538" sldId="480"/>
            <ac:spMk id="30" creationId="{CDA93234-71D1-40A2-CB70-AA3F48A3F3DE}"/>
          </ac:spMkLst>
        </pc:spChg>
        <pc:spChg chg="mod">
          <ac:chgData name="Luis Carlos Guevara Hernandez" userId="946bcc4c-b146-4724-978c-751fab731e0a" providerId="ADAL" clId="{E8E95438-7D72-4151-95E2-CCAFE31D1FDF}" dt="2026-02-22T21:00:12.308" v="3371"/>
          <ac:spMkLst>
            <pc:docMk/>
            <pc:sldMk cId="1180109538" sldId="480"/>
            <ac:spMk id="36" creationId="{75D14EE1-9E8C-94C1-8D0C-B5B38FEBD982}"/>
          </ac:spMkLst>
        </pc:spChg>
        <pc:spChg chg="mod">
          <ac:chgData name="Luis Carlos Guevara Hernandez" userId="946bcc4c-b146-4724-978c-751fab731e0a" providerId="ADAL" clId="{E8E95438-7D72-4151-95E2-CCAFE31D1FDF}" dt="2026-02-22T21:01:11.960" v="3378" actId="207"/>
          <ac:spMkLst>
            <pc:docMk/>
            <pc:sldMk cId="1180109538" sldId="480"/>
            <ac:spMk id="38" creationId="{EE7136F3-E04D-CD4E-9D31-A5633B0844E2}"/>
          </ac:spMkLst>
        </pc:spChg>
        <pc:spChg chg="mod">
          <ac:chgData name="Luis Carlos Guevara Hernandez" userId="946bcc4c-b146-4724-978c-751fab731e0a" providerId="ADAL" clId="{E8E95438-7D72-4151-95E2-CCAFE31D1FDF}" dt="2026-02-22T21:04:50.256" v="3555" actId="20577"/>
          <ac:spMkLst>
            <pc:docMk/>
            <pc:sldMk cId="1180109538" sldId="480"/>
            <ac:spMk id="43" creationId="{A5E25C54-03E4-AB89-7AA1-3CF0774EEC56}"/>
          </ac:spMkLst>
        </pc:spChg>
        <pc:spChg chg="mod">
          <ac:chgData name="Luis Carlos Guevara Hernandez" userId="946bcc4c-b146-4724-978c-751fab731e0a" providerId="ADAL" clId="{E8E95438-7D72-4151-95E2-CCAFE31D1FDF}" dt="2026-02-22T21:05:01.464" v="3557"/>
          <ac:spMkLst>
            <pc:docMk/>
            <pc:sldMk cId="1180109538" sldId="480"/>
            <ac:spMk id="56" creationId="{6D43936E-A4A7-696F-DC25-C0A4CB3438FF}"/>
          </ac:spMkLst>
        </pc:spChg>
        <pc:spChg chg="mod">
          <ac:chgData name="Luis Carlos Guevara Hernandez" userId="946bcc4c-b146-4724-978c-751fab731e0a" providerId="ADAL" clId="{E8E95438-7D72-4151-95E2-CCAFE31D1FDF}" dt="2026-02-22T21:09:36.014" v="3650" actId="1076"/>
          <ac:spMkLst>
            <pc:docMk/>
            <pc:sldMk cId="1180109538" sldId="480"/>
            <ac:spMk id="59" creationId="{07AC6A6E-986B-3950-8F41-7ABC36D6621E}"/>
          </ac:spMkLst>
        </pc:spChg>
        <pc:spChg chg="mod">
          <ac:chgData name="Luis Carlos Guevara Hernandez" userId="946bcc4c-b146-4724-978c-751fab731e0a" providerId="ADAL" clId="{E8E95438-7D72-4151-95E2-CCAFE31D1FDF}" dt="2026-02-22T21:05:38.831" v="3563"/>
          <ac:spMkLst>
            <pc:docMk/>
            <pc:sldMk cId="1180109538" sldId="480"/>
            <ac:spMk id="62" creationId="{188D2B13-AF7C-2B6D-52B0-ED4BCED1CB35}"/>
          </ac:spMkLst>
        </pc:spChg>
        <pc:spChg chg="mod">
          <ac:chgData name="Luis Carlos Guevara Hernandez" userId="946bcc4c-b146-4724-978c-751fab731e0a" providerId="ADAL" clId="{E8E95438-7D72-4151-95E2-CCAFE31D1FDF}" dt="2026-02-22T21:06:13.847" v="3570" actId="12"/>
          <ac:spMkLst>
            <pc:docMk/>
            <pc:sldMk cId="1180109538" sldId="480"/>
            <ac:spMk id="67" creationId="{D45CEE41-7B38-57B2-9E2D-4508CAE172E4}"/>
          </ac:spMkLst>
        </pc:spChg>
        <pc:spChg chg="mod">
          <ac:chgData name="Luis Carlos Guevara Hernandez" userId="946bcc4c-b146-4724-978c-751fab731e0a" providerId="ADAL" clId="{E8E95438-7D72-4151-95E2-CCAFE31D1FDF}" dt="2026-02-22T21:06:26.320" v="3583" actId="20577"/>
          <ac:spMkLst>
            <pc:docMk/>
            <pc:sldMk cId="1180109538" sldId="480"/>
            <ac:spMk id="83" creationId="{589C8D18-4F40-6767-7F4B-E7782C258D69}"/>
          </ac:spMkLst>
        </pc:spChg>
        <pc:grpChg chg="add mod">
          <ac:chgData name="Luis Carlos Guevara Hernandez" userId="946bcc4c-b146-4724-978c-751fab731e0a" providerId="ADAL" clId="{E8E95438-7D72-4151-95E2-CCAFE31D1FDF}" dt="2026-02-22T21:09:36.014" v="3650" actId="1076"/>
          <ac:grpSpMkLst>
            <pc:docMk/>
            <pc:sldMk cId="1180109538" sldId="480"/>
            <ac:grpSpMk id="6" creationId="{3A0E737E-AF4A-FA95-FEC6-64F0906DACFF}"/>
          </ac:grpSpMkLst>
        </pc:grpChg>
        <pc:grpChg chg="add mod">
          <ac:chgData name="Luis Carlos Guevara Hernandez" userId="946bcc4c-b146-4724-978c-751fab731e0a" providerId="ADAL" clId="{E8E95438-7D72-4151-95E2-CCAFE31D1FDF}" dt="2026-02-22T21:09:36.014" v="3650" actId="1076"/>
          <ac:grpSpMkLst>
            <pc:docMk/>
            <pc:sldMk cId="1180109538" sldId="480"/>
            <ac:grpSpMk id="10" creationId="{C913C0FA-D04E-486B-F2A2-7A2705D26085}"/>
          </ac:grpSpMkLst>
        </pc:grpChg>
        <pc:grpChg chg="add mod">
          <ac:chgData name="Luis Carlos Guevara Hernandez" userId="946bcc4c-b146-4724-978c-751fab731e0a" providerId="ADAL" clId="{E8E95438-7D72-4151-95E2-CCAFE31D1FDF}" dt="2026-02-22T21:09:36.014" v="3650" actId="1076"/>
          <ac:grpSpMkLst>
            <pc:docMk/>
            <pc:sldMk cId="1180109538" sldId="480"/>
            <ac:grpSpMk id="14" creationId="{CEDA6CBD-E6CA-B580-C75F-D38021D5C369}"/>
          </ac:grpSpMkLst>
        </pc:grpChg>
        <pc:grpChg chg="add mod">
          <ac:chgData name="Luis Carlos Guevara Hernandez" userId="946bcc4c-b146-4724-978c-751fab731e0a" providerId="ADAL" clId="{E8E95438-7D72-4151-95E2-CCAFE31D1FDF}" dt="2026-02-22T21:09:36.014" v="3650" actId="1076"/>
          <ac:grpSpMkLst>
            <pc:docMk/>
            <pc:sldMk cId="1180109538" sldId="480"/>
            <ac:grpSpMk id="24" creationId="{53B9771C-7B9A-4955-7771-44C849CDDDEB}"/>
          </ac:grpSpMkLst>
        </pc:grpChg>
        <pc:grpChg chg="add mod">
          <ac:chgData name="Luis Carlos Guevara Hernandez" userId="946bcc4c-b146-4724-978c-751fab731e0a" providerId="ADAL" clId="{E8E95438-7D72-4151-95E2-CCAFE31D1FDF}" dt="2026-02-22T21:09:36.014" v="3650" actId="1076"/>
          <ac:grpSpMkLst>
            <pc:docMk/>
            <pc:sldMk cId="1180109538" sldId="480"/>
            <ac:grpSpMk id="28" creationId="{EECF8DE4-7E1E-B111-3520-C1B3F8786D85}"/>
          </ac:grpSpMkLst>
        </pc:grpChg>
        <pc:cxnChg chg="mod">
          <ac:chgData name="Luis Carlos Guevara Hernandez" userId="946bcc4c-b146-4724-978c-751fab731e0a" providerId="ADAL" clId="{E8E95438-7D72-4151-95E2-CCAFE31D1FDF}" dt="2026-02-22T21:06:41.442" v="3586"/>
          <ac:cxnSpMkLst>
            <pc:docMk/>
            <pc:sldMk cId="1180109538" sldId="480"/>
            <ac:cxnSpMk id="19" creationId="{631D01C3-8A45-B55E-D1E3-B22FB3E5D4F0}"/>
          </ac:cxnSpMkLst>
        </pc:cxnChg>
        <pc:cxnChg chg="mod">
          <ac:chgData name="Luis Carlos Guevara Hernandez" userId="946bcc4c-b146-4724-978c-751fab731e0a" providerId="ADAL" clId="{E8E95438-7D72-4151-95E2-CCAFE31D1FDF}" dt="2026-02-22T21:06:41.442" v="3586"/>
          <ac:cxnSpMkLst>
            <pc:docMk/>
            <pc:sldMk cId="1180109538" sldId="480"/>
            <ac:cxnSpMk id="25" creationId="{86339204-34DF-1E03-BFBF-DA11719BFECC}"/>
          </ac:cxnSpMkLst>
        </pc:cxnChg>
        <pc:cxnChg chg="mod">
          <ac:chgData name="Luis Carlos Guevara Hernandez" userId="946bcc4c-b146-4724-978c-751fab731e0a" providerId="ADAL" clId="{E8E95438-7D72-4151-95E2-CCAFE31D1FDF}" dt="2026-02-22T21:06:46.535" v="3587"/>
          <ac:cxnSpMkLst>
            <pc:docMk/>
            <pc:sldMk cId="1180109538" sldId="480"/>
            <ac:cxnSpMk id="48" creationId="{D7265A9D-0FEB-40D9-F45C-F656D574134B}"/>
          </ac:cxnSpMkLst>
        </pc:cxnChg>
        <pc:cxnChg chg="mod">
          <ac:chgData name="Luis Carlos Guevara Hernandez" userId="946bcc4c-b146-4724-978c-751fab731e0a" providerId="ADAL" clId="{E8E95438-7D72-4151-95E2-CCAFE31D1FDF}" dt="2026-02-22T21:06:41.442" v="3586"/>
          <ac:cxnSpMkLst>
            <pc:docMk/>
            <pc:sldMk cId="1180109538" sldId="480"/>
            <ac:cxnSpMk id="57" creationId="{59067A03-AF95-641B-C9C6-2FDD3A825689}"/>
          </ac:cxnSpMkLst>
        </pc:cxnChg>
        <pc:cxnChg chg="mod">
          <ac:chgData name="Luis Carlos Guevara Hernandez" userId="946bcc4c-b146-4724-978c-751fab731e0a" providerId="ADAL" clId="{E8E95438-7D72-4151-95E2-CCAFE31D1FDF}" dt="2026-02-22T21:06:41.442" v="3586"/>
          <ac:cxnSpMkLst>
            <pc:docMk/>
            <pc:sldMk cId="1180109538" sldId="480"/>
            <ac:cxnSpMk id="64" creationId="{35B1329A-D901-187C-A235-58B74CEC42FE}"/>
          </ac:cxnSpMkLst>
        </pc:cxnChg>
        <pc:cxnChg chg="mod">
          <ac:chgData name="Luis Carlos Guevara Hernandez" userId="946bcc4c-b146-4724-978c-751fab731e0a" providerId="ADAL" clId="{E8E95438-7D72-4151-95E2-CCAFE31D1FDF}" dt="2026-02-22T21:06:41.442" v="3586"/>
          <ac:cxnSpMkLst>
            <pc:docMk/>
            <pc:sldMk cId="1180109538" sldId="480"/>
            <ac:cxnSpMk id="70" creationId="{1D6AD023-0331-63CB-9D20-6AB20E51873E}"/>
          </ac:cxnSpMkLst>
        </pc:cxnChg>
        <pc:cxnChg chg="mod">
          <ac:chgData name="Luis Carlos Guevara Hernandez" userId="946bcc4c-b146-4724-978c-751fab731e0a" providerId="ADAL" clId="{E8E95438-7D72-4151-95E2-CCAFE31D1FDF}" dt="2026-02-22T21:06:41.442" v="3586"/>
          <ac:cxnSpMkLst>
            <pc:docMk/>
            <pc:sldMk cId="1180109538" sldId="480"/>
            <ac:cxnSpMk id="80" creationId="{CD045D0D-A3E9-20DE-4156-831C51AF0953}"/>
          </ac:cxnSpMkLst>
        </pc:cxnChg>
      </pc:sldChg>
      <pc:sldChg chg="delSp modSp mod">
        <pc:chgData name="Luis Carlos Guevara Hernandez" userId="946bcc4c-b146-4724-978c-751fab731e0a" providerId="ADAL" clId="{E8E95438-7D72-4151-95E2-CCAFE31D1FDF}" dt="2026-02-22T21:30:11.600" v="3905" actId="14100"/>
        <pc:sldMkLst>
          <pc:docMk/>
          <pc:sldMk cId="2285636410" sldId="482"/>
        </pc:sldMkLst>
        <pc:spChg chg="mod">
          <ac:chgData name="Luis Carlos Guevara Hernandez" userId="946bcc4c-b146-4724-978c-751fab731e0a" providerId="ADAL" clId="{E8E95438-7D72-4151-95E2-CCAFE31D1FDF}" dt="2026-02-22T21:19:03.514" v="3726"/>
          <ac:spMkLst>
            <pc:docMk/>
            <pc:sldMk cId="2285636410" sldId="482"/>
            <ac:spMk id="7" creationId="{1EC448A0-7B60-0B72-5637-AD0144B02292}"/>
          </ac:spMkLst>
        </pc:spChg>
        <pc:spChg chg="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2285636410" sldId="482"/>
            <ac:spMk id="10" creationId="{60248140-2C2D-377D-C93F-ED6A027DD711}"/>
          </ac:spMkLst>
        </pc:spChg>
        <pc:spChg chg="mod">
          <ac:chgData name="Luis Carlos Guevara Hernandez" userId="946bcc4c-b146-4724-978c-751fab731e0a" providerId="ADAL" clId="{E8E95438-7D72-4151-95E2-CCAFE31D1FDF}" dt="2026-02-22T21:18:31.827" v="3718"/>
          <ac:spMkLst>
            <pc:docMk/>
            <pc:sldMk cId="2285636410" sldId="482"/>
            <ac:spMk id="12" creationId="{F9DDF383-84D9-C6DD-1C01-C964AAAA3DF5}"/>
          </ac:spMkLst>
        </pc:spChg>
        <pc:spChg chg="mod">
          <ac:chgData name="Luis Carlos Guevara Hernandez" userId="946bcc4c-b146-4724-978c-751fab731e0a" providerId="ADAL" clId="{E8E95438-7D72-4151-95E2-CCAFE31D1FDF}" dt="2026-02-22T21:22:11.952" v="3779" actId="207"/>
          <ac:spMkLst>
            <pc:docMk/>
            <pc:sldMk cId="2285636410" sldId="482"/>
            <ac:spMk id="13" creationId="{EE40A41A-C806-67F8-D755-A52979BC6A61}"/>
          </ac:spMkLst>
        </pc:spChg>
        <pc:spChg chg="mod">
          <ac:chgData name="Luis Carlos Guevara Hernandez" userId="946bcc4c-b146-4724-978c-751fab731e0a" providerId="ADAL" clId="{E8E95438-7D72-4151-95E2-CCAFE31D1FDF}" dt="2026-02-22T21:22:19.940" v="3782" actId="207"/>
          <ac:spMkLst>
            <pc:docMk/>
            <pc:sldMk cId="2285636410" sldId="482"/>
            <ac:spMk id="15" creationId="{E11F063E-1B85-5170-7546-125716F3C9DB}"/>
          </ac:spMkLst>
        </pc:spChg>
        <pc:spChg chg="mod">
          <ac:chgData name="Luis Carlos Guevara Hernandez" userId="946bcc4c-b146-4724-978c-751fab731e0a" providerId="ADAL" clId="{E8E95438-7D72-4151-95E2-CCAFE31D1FDF}" dt="2026-02-22T21:19:12.541" v="3727"/>
          <ac:spMkLst>
            <pc:docMk/>
            <pc:sldMk cId="2285636410" sldId="482"/>
            <ac:spMk id="20" creationId="{83BA2747-B2C7-677F-3513-BC705BFF0C9C}"/>
          </ac:spMkLst>
        </pc:spChg>
        <pc:spChg chg="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2285636410" sldId="482"/>
            <ac:spMk id="22" creationId="{D192D151-3E1E-C568-DAAF-0897BC911740}"/>
          </ac:spMkLst>
        </pc:spChg>
        <pc:spChg chg="mod">
          <ac:chgData name="Luis Carlos Guevara Hernandez" userId="946bcc4c-b146-4724-978c-751fab731e0a" providerId="ADAL" clId="{E8E95438-7D72-4151-95E2-CCAFE31D1FDF}" dt="2026-02-22T21:22:35.200" v="3783" actId="14861"/>
          <ac:spMkLst>
            <pc:docMk/>
            <pc:sldMk cId="2285636410" sldId="482"/>
            <ac:spMk id="23" creationId="{5CC4273D-6E65-07F9-43C0-F8036058879E}"/>
          </ac:spMkLst>
        </pc:spChg>
        <pc:spChg chg="mod">
          <ac:chgData name="Luis Carlos Guevara Hernandez" userId="946bcc4c-b146-4724-978c-751fab731e0a" providerId="ADAL" clId="{E8E95438-7D72-4151-95E2-CCAFE31D1FDF}" dt="2026-02-22T21:22:35.200" v="3783" actId="14861"/>
          <ac:spMkLst>
            <pc:docMk/>
            <pc:sldMk cId="2285636410" sldId="482"/>
            <ac:spMk id="32" creationId="{7EFBAFB3-9C2E-5F2E-E3A2-55F36122D62C}"/>
          </ac:spMkLst>
        </pc:spChg>
        <pc:spChg chg="mod">
          <ac:chgData name="Luis Carlos Guevara Hernandez" userId="946bcc4c-b146-4724-978c-751fab731e0a" providerId="ADAL" clId="{E8E95438-7D72-4151-95E2-CCAFE31D1FDF}" dt="2026-02-22T21:18:31.827" v="3718"/>
          <ac:spMkLst>
            <pc:docMk/>
            <pc:sldMk cId="2285636410" sldId="482"/>
            <ac:spMk id="33" creationId="{3D5D5850-0031-B360-15D4-FD8247EAE0DD}"/>
          </ac:spMkLst>
        </pc:spChg>
        <pc:spChg chg="mod">
          <ac:chgData name="Luis Carlos Guevara Hernandez" userId="946bcc4c-b146-4724-978c-751fab731e0a" providerId="ADAL" clId="{E8E95438-7D72-4151-95E2-CCAFE31D1FDF}" dt="2026-02-22T21:18:01.840" v="3717" actId="14100"/>
          <ac:spMkLst>
            <pc:docMk/>
            <pc:sldMk cId="2285636410" sldId="482"/>
            <ac:spMk id="36" creationId="{55B36A9D-5657-98A4-693C-F4A8D00F9A34}"/>
          </ac:spMkLst>
        </pc:spChg>
        <pc:spChg chg="mod">
          <ac:chgData name="Luis Carlos Guevara Hernandez" userId="946bcc4c-b146-4724-978c-751fab731e0a" providerId="ADAL" clId="{E8E95438-7D72-4151-95E2-CCAFE31D1FDF}" dt="2026-02-22T21:22:35.200" v="3783" actId="14861"/>
          <ac:spMkLst>
            <pc:docMk/>
            <pc:sldMk cId="2285636410" sldId="482"/>
            <ac:spMk id="51" creationId="{1804634D-E29B-C3E5-745C-939BDD4BA959}"/>
          </ac:spMkLst>
        </pc:spChg>
        <pc:spChg chg="mod">
          <ac:chgData name="Luis Carlos Guevara Hernandez" userId="946bcc4c-b146-4724-978c-751fab731e0a" providerId="ADAL" clId="{E8E95438-7D72-4151-95E2-CCAFE31D1FDF}" dt="2026-02-22T21:19:42.364" v="3733" actId="404"/>
          <ac:spMkLst>
            <pc:docMk/>
            <pc:sldMk cId="2285636410" sldId="482"/>
            <ac:spMk id="60" creationId="{B453EFB1-B62A-9DF0-DD11-6ABA7F1803CC}"/>
          </ac:spMkLst>
        </pc:spChg>
        <pc:spChg chg="mod">
          <ac:chgData name="Luis Carlos Guevara Hernandez" userId="946bcc4c-b146-4724-978c-751fab731e0a" providerId="ADAL" clId="{E8E95438-7D72-4151-95E2-CCAFE31D1FDF}" dt="2026-02-22T21:19:57.911" v="3736"/>
          <ac:spMkLst>
            <pc:docMk/>
            <pc:sldMk cId="2285636410" sldId="482"/>
            <ac:spMk id="66" creationId="{0615A1A7-3077-71B1-2C3D-58D1B4D5A4A1}"/>
          </ac:spMkLst>
        </pc:spChg>
        <pc:spChg chg="mod">
          <ac:chgData name="Luis Carlos Guevara Hernandez" userId="946bcc4c-b146-4724-978c-751fab731e0a" providerId="ADAL" clId="{E8E95438-7D72-4151-95E2-CCAFE31D1FDF}" dt="2026-02-22T21:20:09.868" v="3738"/>
          <ac:spMkLst>
            <pc:docMk/>
            <pc:sldMk cId="2285636410" sldId="482"/>
            <ac:spMk id="68" creationId="{82A9CBD7-0731-35C9-4660-75EBC11FDF18}"/>
          </ac:spMkLst>
        </pc:spChg>
        <pc:spChg chg="mod">
          <ac:chgData name="Luis Carlos Guevara Hernandez" userId="946bcc4c-b146-4724-978c-751fab731e0a" providerId="ADAL" clId="{E8E95438-7D72-4151-95E2-CCAFE31D1FDF}" dt="2026-02-22T21:22:03.979" v="3778" actId="207"/>
          <ac:spMkLst>
            <pc:docMk/>
            <pc:sldMk cId="2285636410" sldId="482"/>
            <ac:spMk id="89" creationId="{F11D37C8-004E-67D6-7193-1CBE2BEDC8F7}"/>
          </ac:spMkLst>
        </pc:spChg>
        <pc:spChg chg="mod">
          <ac:chgData name="Luis Carlos Guevara Hernandez" userId="946bcc4c-b146-4724-978c-751fab731e0a" providerId="ADAL" clId="{E8E95438-7D72-4151-95E2-CCAFE31D1FDF}" dt="2026-02-22T21:22:35.200" v="3783" actId="14861"/>
          <ac:spMkLst>
            <pc:docMk/>
            <pc:sldMk cId="2285636410" sldId="482"/>
            <ac:spMk id="90" creationId="{538F00D8-53E0-F146-A35E-3426240EEA7B}"/>
          </ac:spMkLst>
        </pc:spChg>
        <pc:spChg chg="mod">
          <ac:chgData name="Luis Carlos Guevara Hernandez" userId="946bcc4c-b146-4724-978c-751fab731e0a" providerId="ADAL" clId="{E8E95438-7D72-4151-95E2-CCAFE31D1FDF}" dt="2026-02-22T21:22:14.718" v="3780" actId="113"/>
          <ac:spMkLst>
            <pc:docMk/>
            <pc:sldMk cId="2285636410" sldId="482"/>
            <ac:spMk id="99" creationId="{18E0C654-D7A3-5AAA-492E-A825958B6380}"/>
          </ac:spMkLst>
        </pc:spChg>
        <pc:spChg chg="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2285636410" sldId="482"/>
            <ac:spMk id="104" creationId="{D6D4BD13-9724-127E-1D3E-B6E0AA1D858E}"/>
          </ac:spMkLst>
        </pc:spChg>
        <pc:spChg chg="mod">
          <ac:chgData name="Luis Carlos Guevara Hernandez" userId="946bcc4c-b146-4724-978c-751fab731e0a" providerId="ADAL" clId="{E8E95438-7D72-4151-95E2-CCAFE31D1FDF}" dt="2026-02-22T21:21:00.863" v="3764" actId="14100"/>
          <ac:spMkLst>
            <pc:docMk/>
            <pc:sldMk cId="2285636410" sldId="482"/>
            <ac:spMk id="109" creationId="{8F1F27FF-A8FE-D1B8-EEA2-F0C9E40DCFF2}"/>
          </ac:spMkLst>
        </pc:spChg>
        <pc:spChg chg="mod">
          <ac:chgData name="Luis Carlos Guevara Hernandez" userId="946bcc4c-b146-4724-978c-751fab731e0a" providerId="ADAL" clId="{E8E95438-7D72-4151-95E2-CCAFE31D1FDF}" dt="2026-02-22T21:22:03.979" v="3778" actId="207"/>
          <ac:spMkLst>
            <pc:docMk/>
            <pc:sldMk cId="2285636410" sldId="482"/>
            <ac:spMk id="117" creationId="{7642ECCD-D1FD-BEB3-5E90-966472B78C35}"/>
          </ac:spMkLst>
        </pc:spChg>
        <pc:spChg chg="mod">
          <ac:chgData name="Luis Carlos Guevara Hernandez" userId="946bcc4c-b146-4724-978c-751fab731e0a" providerId="ADAL" clId="{E8E95438-7D72-4151-95E2-CCAFE31D1FDF}" dt="2026-02-22T21:21:31.871" v="3774"/>
          <ac:spMkLst>
            <pc:docMk/>
            <pc:sldMk cId="2285636410" sldId="482"/>
            <ac:spMk id="129" creationId="{A15E5E14-DAD4-83AC-1B54-4C13B9A80415}"/>
          </ac:spMkLst>
        </pc:spChg>
        <pc:spChg chg="mod">
          <ac:chgData name="Luis Carlos Guevara Hernandez" userId="946bcc4c-b146-4724-978c-751fab731e0a" providerId="ADAL" clId="{E8E95438-7D72-4151-95E2-CCAFE31D1FDF}" dt="2026-02-22T21:30:09.315" v="3904" actId="14100"/>
          <ac:spMkLst>
            <pc:docMk/>
            <pc:sldMk cId="2285636410" sldId="482"/>
            <ac:spMk id="141" creationId="{03FCC308-8507-CEC7-7FA3-FBB6F9007CB1}"/>
          </ac:spMkLst>
        </pc:spChg>
        <pc:spChg chg="mod">
          <ac:chgData name="Luis Carlos Guevara Hernandez" userId="946bcc4c-b146-4724-978c-751fab731e0a" providerId="ADAL" clId="{E8E95438-7D72-4151-95E2-CCAFE31D1FDF}" dt="2026-02-22T21:23:24.709" v="3791"/>
          <ac:spMkLst>
            <pc:docMk/>
            <pc:sldMk cId="2285636410" sldId="482"/>
            <ac:spMk id="161" creationId="{340ED9D1-8185-7EDB-44A9-AFA7A1D23974}"/>
          </ac:spMkLst>
        </pc:spChg>
        <pc:spChg chg="mod">
          <ac:chgData name="Luis Carlos Guevara Hernandez" userId="946bcc4c-b146-4724-978c-751fab731e0a" providerId="ADAL" clId="{E8E95438-7D72-4151-95E2-CCAFE31D1FDF}" dt="2026-02-22T21:23:30.631" v="3792"/>
          <ac:spMkLst>
            <pc:docMk/>
            <pc:sldMk cId="2285636410" sldId="482"/>
            <ac:spMk id="163" creationId="{FA5D1117-39F0-53C2-7222-9320505ED1CE}"/>
          </ac:spMkLst>
        </pc:spChg>
        <pc:spChg chg="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2285636410" sldId="482"/>
            <ac:spMk id="164" creationId="{377E82AF-9276-8ED5-B69A-8CEEC2C0A9B4}"/>
          </ac:spMkLst>
        </pc:spChg>
        <pc:spChg chg="mod">
          <ac:chgData name="Luis Carlos Guevara Hernandez" userId="946bcc4c-b146-4724-978c-751fab731e0a" providerId="ADAL" clId="{E8E95438-7D72-4151-95E2-CCAFE31D1FDF}" dt="2026-02-22T21:18:31.827" v="3718"/>
          <ac:spMkLst>
            <pc:docMk/>
            <pc:sldMk cId="2285636410" sldId="482"/>
            <ac:spMk id="165" creationId="{A30BED15-7446-C8BF-393A-BD919194C174}"/>
          </ac:spMkLst>
        </pc:spChg>
        <pc:spChg chg="mod">
          <ac:chgData name="Luis Carlos Guevara Hernandez" userId="946bcc4c-b146-4724-978c-751fab731e0a" providerId="ADAL" clId="{E8E95438-7D72-4151-95E2-CCAFE31D1FDF}" dt="2026-02-22T21:23:50.495" v="3797" actId="113"/>
          <ac:spMkLst>
            <pc:docMk/>
            <pc:sldMk cId="2285636410" sldId="482"/>
            <ac:spMk id="166" creationId="{0BD9647C-C2DC-0D4D-6C49-F4C8AE16C640}"/>
          </ac:spMkLst>
        </pc:spChg>
        <pc:spChg chg="mod">
          <ac:chgData name="Luis Carlos Guevara Hernandez" userId="946bcc4c-b146-4724-978c-751fab731e0a" providerId="ADAL" clId="{E8E95438-7D72-4151-95E2-CCAFE31D1FDF}" dt="2026-02-22T21:23:40.299" v="3794"/>
          <ac:spMkLst>
            <pc:docMk/>
            <pc:sldMk cId="2285636410" sldId="482"/>
            <ac:spMk id="168" creationId="{9C9F555A-BC5B-832C-DE33-4C9139D99916}"/>
          </ac:spMkLst>
        </pc:spChg>
        <pc:spChg chg="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2285636410" sldId="482"/>
            <ac:spMk id="169" creationId="{A5E03794-6D65-4180-021C-2FF73E153A77}"/>
          </ac:spMkLst>
        </pc:spChg>
        <pc:spChg chg="mod">
          <ac:chgData name="Luis Carlos Guevara Hernandez" userId="946bcc4c-b146-4724-978c-751fab731e0a" providerId="ADAL" clId="{E8E95438-7D72-4151-95E2-CCAFE31D1FDF}" dt="2026-02-22T21:23:48.779" v="3796" actId="113"/>
          <ac:spMkLst>
            <pc:docMk/>
            <pc:sldMk cId="2285636410" sldId="482"/>
            <ac:spMk id="170" creationId="{23220A86-4177-8BB4-6971-5AFC543F6F26}"/>
          </ac:spMkLst>
        </pc:spChg>
        <pc:spChg chg="mod">
          <ac:chgData name="Luis Carlos Guevara Hernandez" userId="946bcc4c-b146-4724-978c-751fab731e0a" providerId="ADAL" clId="{E8E95438-7D72-4151-95E2-CCAFE31D1FDF}" dt="2026-02-22T21:23:56.707" v="3798"/>
          <ac:spMkLst>
            <pc:docMk/>
            <pc:sldMk cId="2285636410" sldId="482"/>
            <ac:spMk id="172" creationId="{179A6FB1-CBDA-4BE9-277D-A1125E948698}"/>
          </ac:spMkLst>
        </pc:spChg>
        <pc:spChg chg="mod">
          <ac:chgData name="Luis Carlos Guevara Hernandez" userId="946bcc4c-b146-4724-978c-751fab731e0a" providerId="ADAL" clId="{E8E95438-7D72-4151-95E2-CCAFE31D1FDF}" dt="2026-02-22T21:18:31.827" v="3718"/>
          <ac:spMkLst>
            <pc:docMk/>
            <pc:sldMk cId="2285636410" sldId="482"/>
            <ac:spMk id="173" creationId="{A00C3A3F-B8BB-1EEE-886E-75609901DB20}"/>
          </ac:spMkLst>
        </pc:spChg>
        <pc:spChg chg="mod">
          <ac:chgData name="Luis Carlos Guevara Hernandez" userId="946bcc4c-b146-4724-978c-751fab731e0a" providerId="ADAL" clId="{E8E95438-7D72-4151-95E2-CCAFE31D1FDF}" dt="2026-02-22T21:24:06.199" v="3803" actId="20577"/>
          <ac:spMkLst>
            <pc:docMk/>
            <pc:sldMk cId="2285636410" sldId="482"/>
            <ac:spMk id="175" creationId="{545BD37E-BC71-2738-1FA9-3DA9665C8125}"/>
          </ac:spMkLst>
        </pc:spChg>
        <pc:spChg chg="mod">
          <ac:chgData name="Luis Carlos Guevara Hernandez" userId="946bcc4c-b146-4724-978c-751fab731e0a" providerId="ADAL" clId="{E8E95438-7D72-4151-95E2-CCAFE31D1FDF}" dt="2026-02-22T21:24:15.396" v="3804"/>
          <ac:spMkLst>
            <pc:docMk/>
            <pc:sldMk cId="2285636410" sldId="482"/>
            <ac:spMk id="178" creationId="{7F39054E-A015-A1B7-1E01-08551EEB28CE}"/>
          </ac:spMkLst>
        </pc:spChg>
        <pc:spChg chg="mod">
          <ac:chgData name="Luis Carlos Guevara Hernandez" userId="946bcc4c-b146-4724-978c-751fab731e0a" providerId="ADAL" clId="{E8E95438-7D72-4151-95E2-CCAFE31D1FDF}" dt="2026-02-22T21:24:27.151" v="3806"/>
          <ac:spMkLst>
            <pc:docMk/>
            <pc:sldMk cId="2285636410" sldId="482"/>
            <ac:spMk id="179" creationId="{9DA2835A-DAD0-AF1C-A8BA-2CA78DD221E4}"/>
          </ac:spMkLst>
        </pc:spChg>
        <pc:spChg chg="mod">
          <ac:chgData name="Luis Carlos Guevara Hernandez" userId="946bcc4c-b146-4724-978c-751fab731e0a" providerId="ADAL" clId="{E8E95438-7D72-4151-95E2-CCAFE31D1FDF}" dt="2026-02-22T21:22:59.973" v="3786" actId="404"/>
          <ac:spMkLst>
            <pc:docMk/>
            <pc:sldMk cId="2285636410" sldId="482"/>
            <ac:spMk id="182" creationId="{C1522DEA-16CE-65C1-AF5B-1250E48539C1}"/>
          </ac:spMkLst>
        </pc:spChg>
        <pc:spChg chg="mod">
          <ac:chgData name="Luis Carlos Guevara Hernandez" userId="946bcc4c-b146-4724-978c-751fab731e0a" providerId="ADAL" clId="{E8E95438-7D72-4151-95E2-CCAFE31D1FDF}" dt="2026-02-22T21:24:20.641" v="3805"/>
          <ac:spMkLst>
            <pc:docMk/>
            <pc:sldMk cId="2285636410" sldId="482"/>
            <ac:spMk id="183" creationId="{AC6A4C7A-4184-F169-049F-510CB684F65A}"/>
          </ac:spMkLst>
        </pc:spChg>
        <pc:spChg chg="mod">
          <ac:chgData name="Luis Carlos Guevara Hernandez" userId="946bcc4c-b146-4724-978c-751fab731e0a" providerId="ADAL" clId="{E8E95438-7D72-4151-95E2-CCAFE31D1FDF}" dt="2026-02-22T21:24:32.510" v="3807"/>
          <ac:spMkLst>
            <pc:docMk/>
            <pc:sldMk cId="2285636410" sldId="482"/>
            <ac:spMk id="184" creationId="{D66D5037-9330-46C8-C348-1C388108D59D}"/>
          </ac:spMkLst>
        </pc:spChg>
        <pc:spChg chg="mod">
          <ac:chgData name="Luis Carlos Guevara Hernandez" userId="946bcc4c-b146-4724-978c-751fab731e0a" providerId="ADAL" clId="{E8E95438-7D72-4151-95E2-CCAFE31D1FDF}" dt="2026-02-22T21:24:39.613" v="3809" actId="113"/>
          <ac:spMkLst>
            <pc:docMk/>
            <pc:sldMk cId="2285636410" sldId="482"/>
            <ac:spMk id="186" creationId="{D321109A-A9D3-A4B2-752C-BA2868AC6F1E}"/>
          </ac:spMkLst>
        </pc:spChg>
        <pc:spChg chg="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2285636410" sldId="482"/>
            <ac:spMk id="189" creationId="{07E3CFF4-79C4-D418-8E4F-C85A161BE34D}"/>
          </ac:spMkLst>
        </pc:spChg>
        <pc:spChg chg="mod">
          <ac:chgData name="Luis Carlos Guevara Hernandez" userId="946bcc4c-b146-4724-978c-751fab731e0a" providerId="ADAL" clId="{E8E95438-7D72-4151-95E2-CCAFE31D1FDF}" dt="2026-02-22T21:24:51.372" v="3811" actId="14100"/>
          <ac:spMkLst>
            <pc:docMk/>
            <pc:sldMk cId="2285636410" sldId="482"/>
            <ac:spMk id="190" creationId="{88C53342-87AC-6645-9589-15C852AB5779}"/>
          </ac:spMkLst>
        </pc:spChg>
        <pc:spChg chg="mod">
          <ac:chgData name="Luis Carlos Guevara Hernandez" userId="946bcc4c-b146-4724-978c-751fab731e0a" providerId="ADAL" clId="{E8E95438-7D72-4151-95E2-CCAFE31D1FDF}" dt="2026-02-22T21:24:57.132" v="3812"/>
          <ac:spMkLst>
            <pc:docMk/>
            <pc:sldMk cId="2285636410" sldId="482"/>
            <ac:spMk id="191" creationId="{63887965-E4A9-DB51-6E3A-EA885A4BDA0E}"/>
          </ac:spMkLst>
        </pc:spChg>
        <pc:spChg chg="mod">
          <ac:chgData name="Luis Carlos Guevara Hernandez" userId="946bcc4c-b146-4724-978c-751fab731e0a" providerId="ADAL" clId="{E8E95438-7D72-4151-95E2-CCAFE31D1FDF}" dt="2026-02-22T21:25:01.406" v="3813"/>
          <ac:spMkLst>
            <pc:docMk/>
            <pc:sldMk cId="2285636410" sldId="482"/>
            <ac:spMk id="193" creationId="{E6A68C27-1715-5846-1157-900DDC578F8B}"/>
          </ac:spMkLst>
        </pc:spChg>
        <pc:spChg chg="mod">
          <ac:chgData name="Luis Carlos Guevara Hernandez" userId="946bcc4c-b146-4724-978c-751fab731e0a" providerId="ADAL" clId="{E8E95438-7D72-4151-95E2-CCAFE31D1FDF}" dt="2026-02-22T21:30:11.600" v="3905" actId="14100"/>
          <ac:spMkLst>
            <pc:docMk/>
            <pc:sldMk cId="2285636410" sldId="482"/>
            <ac:spMk id="197" creationId="{8AF0F4F9-9DC4-131C-D264-FC9A948DDFBA}"/>
          </ac:spMkLst>
        </pc:spChg>
        <pc:spChg chg="mod">
          <ac:chgData name="Luis Carlos Guevara Hernandez" userId="946bcc4c-b146-4724-978c-751fab731e0a" providerId="ADAL" clId="{E8E95438-7D72-4151-95E2-CCAFE31D1FDF}" dt="2026-02-22T21:25:16.178" v="3816"/>
          <ac:spMkLst>
            <pc:docMk/>
            <pc:sldMk cId="2285636410" sldId="482"/>
            <ac:spMk id="200" creationId="{1C944EA5-CC32-6AD3-454F-225CD9180959}"/>
          </ac:spMkLst>
        </pc:spChg>
        <pc:spChg chg="mod">
          <ac:chgData name="Luis Carlos Guevara Hernandez" userId="946bcc4c-b146-4724-978c-751fab731e0a" providerId="ADAL" clId="{E8E95438-7D72-4151-95E2-CCAFE31D1FDF}" dt="2026-02-22T21:25:20.998" v="3818"/>
          <ac:spMkLst>
            <pc:docMk/>
            <pc:sldMk cId="2285636410" sldId="482"/>
            <ac:spMk id="201" creationId="{2FFF4629-2F90-45D1-9CAB-AFB28DCC1DDF}"/>
          </ac:spMkLst>
        </pc:sp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31" creationId="{2A1334C9-342B-E0EA-79E9-3D1CFE6BAD36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58" creationId="{84E7662D-DD50-9BEB-04A7-93006A8CFA91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76" creationId="{43F8F3DA-DCC1-F261-9453-C940FB7D245B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96" creationId="{F922C657-3952-D4E0-BEAE-BFFBECEFF306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100" creationId="{62B25F5A-0CC9-6560-7742-2DD34670E6DE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103" creationId="{FEC76685-4EC7-8862-6A8C-2F630C7F6866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118" creationId="{656BCD3A-0AE1-8984-D5EA-917882E6F14E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130" creationId="{BD89C25D-C69B-F1EB-A499-0386F4158CE7}"/>
          </ac:cxnSpMkLst>
        </pc:cxnChg>
        <pc:cxnChg chg="mod">
          <ac:chgData name="Luis Carlos Guevara Hernandez" userId="946bcc4c-b146-4724-978c-751fab731e0a" providerId="ADAL" clId="{E8E95438-7D72-4151-95E2-CCAFE31D1FDF}" dt="2026-02-22T21:21:57.161" v="3777"/>
          <ac:cxnSpMkLst>
            <pc:docMk/>
            <pc:sldMk cId="2285636410" sldId="482"/>
            <ac:cxnSpMk id="133" creationId="{14ED0F28-046C-A450-8E44-83CB50DE6CE6}"/>
          </ac:cxnSpMkLst>
        </pc:cxnChg>
        <pc:cxnChg chg="mod">
          <ac:chgData name="Luis Carlos Guevara Hernandez" userId="946bcc4c-b146-4724-978c-751fab731e0a" providerId="ADAL" clId="{E8E95438-7D72-4151-95E2-CCAFE31D1FDF}" dt="2026-02-22T21:30:09.315" v="3904" actId="14100"/>
          <ac:cxnSpMkLst>
            <pc:docMk/>
            <pc:sldMk cId="2285636410" sldId="482"/>
            <ac:cxnSpMk id="138" creationId="{E76FC50C-6BEE-2BC7-550C-D29D99381B28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62" creationId="{2F6D17A2-B1AA-C68F-5CD4-728E8C0C4B5E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71" creationId="{8358E773-18BE-D519-3971-0B367BC45777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76" creationId="{5D999748-BECC-5A10-0668-195538EA61E8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80" creationId="{D807BB2C-E6A7-B6C0-9A68-F55CB97DC8C9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85" creationId="{D514463D-DAFF-B910-725C-6E3F0AB2D5DE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87" creationId="{ECAF7394-4235-F47B-D561-1F4983BEB6C9}"/>
          </ac:cxnSpMkLst>
        </pc:cxnChg>
        <pc:cxnChg chg="mod">
          <ac:chgData name="Luis Carlos Guevara Hernandez" userId="946bcc4c-b146-4724-978c-751fab731e0a" providerId="ADAL" clId="{E8E95438-7D72-4151-95E2-CCAFE31D1FDF}" dt="2026-02-22T21:24:51.372" v="3811" actId="14100"/>
          <ac:cxnSpMkLst>
            <pc:docMk/>
            <pc:sldMk cId="2285636410" sldId="482"/>
            <ac:cxnSpMk id="188" creationId="{CBF0AA14-96E4-C8C2-533E-291E1B4EB7A0}"/>
          </ac:cxnSpMkLst>
        </pc:cxnChg>
        <pc:cxnChg chg="mod">
          <ac:chgData name="Luis Carlos Guevara Hernandez" userId="946bcc4c-b146-4724-978c-751fab731e0a" providerId="ADAL" clId="{E8E95438-7D72-4151-95E2-CCAFE31D1FDF}" dt="2026-02-22T21:24:51.372" v="3811" actId="14100"/>
          <ac:cxnSpMkLst>
            <pc:docMk/>
            <pc:sldMk cId="2285636410" sldId="482"/>
            <ac:cxnSpMk id="192" creationId="{C5D7FFF5-6A3E-1920-7DD0-06EAE7A9D7AD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94" creationId="{B4533D7B-88BE-D8F3-3AE6-19B0C6C61456}"/>
          </ac:cxnSpMkLst>
        </pc:cxnChg>
        <pc:cxnChg chg="mod">
          <ac:chgData name="Luis Carlos Guevara Hernandez" userId="946bcc4c-b146-4724-978c-751fab731e0a" providerId="ADAL" clId="{E8E95438-7D72-4151-95E2-CCAFE31D1FDF}" dt="2026-02-22T21:22:54.493" v="3785"/>
          <ac:cxnSpMkLst>
            <pc:docMk/>
            <pc:sldMk cId="2285636410" sldId="482"/>
            <ac:cxnSpMk id="195" creationId="{FBDF7B79-5848-94A2-45ED-31C1AD7C2C9E}"/>
          </ac:cxnSpMkLst>
        </pc:cxnChg>
        <pc:cxnChg chg="mod">
          <ac:chgData name="Luis Carlos Guevara Hernandez" userId="946bcc4c-b146-4724-978c-751fab731e0a" providerId="ADAL" clId="{E8E95438-7D72-4151-95E2-CCAFE31D1FDF}" dt="2026-02-22T21:30:11.600" v="3905" actId="14100"/>
          <ac:cxnSpMkLst>
            <pc:docMk/>
            <pc:sldMk cId="2285636410" sldId="482"/>
            <ac:cxnSpMk id="196" creationId="{653FB461-A2E1-D4E7-6BD6-8633488A8229}"/>
          </ac:cxnSpMkLst>
        </pc:cxnChg>
      </pc:sldChg>
      <pc:sldChg chg="addSp delSp modSp mod setBg">
        <pc:chgData name="Luis Carlos Guevara Hernandez" userId="946bcc4c-b146-4724-978c-751fab731e0a" providerId="ADAL" clId="{E8E95438-7D72-4151-95E2-CCAFE31D1FDF}" dt="2026-02-22T16:56:23.224" v="1245" actId="108"/>
        <pc:sldMkLst>
          <pc:docMk/>
          <pc:sldMk cId="399667321" sldId="486"/>
        </pc:sldMkLst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399667321" sldId="486"/>
            <ac:spMk id="3" creationId="{F1FAFF0F-6813-FC62-DEA5-0DEE706A9717}"/>
          </ac:spMkLst>
        </pc:spChg>
        <pc:spChg chg="mod">
          <ac:chgData name="Luis Carlos Guevara Hernandez" userId="946bcc4c-b146-4724-978c-751fab731e0a" providerId="ADAL" clId="{E8E95438-7D72-4151-95E2-CCAFE31D1FDF}" dt="2026-02-22T15:55:01.656" v="433" actId="207"/>
          <ac:spMkLst>
            <pc:docMk/>
            <pc:sldMk cId="399667321" sldId="486"/>
            <ac:spMk id="6" creationId="{5FFF2DE3-5655-F5A4-773C-C5AF5496D603}"/>
          </ac:spMkLst>
        </pc:spChg>
        <pc:spChg chg="mod">
          <ac:chgData name="Luis Carlos Guevara Hernandez" userId="946bcc4c-b146-4724-978c-751fab731e0a" providerId="ADAL" clId="{E8E95438-7D72-4151-95E2-CCAFE31D1FDF}" dt="2026-02-22T15:13:28.259" v="26" actId="790"/>
          <ac:spMkLst>
            <pc:docMk/>
            <pc:sldMk cId="399667321" sldId="486"/>
            <ac:spMk id="9" creationId="{AEB9423E-F366-5E0A-A8DE-44C273A967BD}"/>
          </ac:spMkLst>
        </pc:spChg>
        <pc:spChg chg="mod">
          <ac:chgData name="Luis Carlos Guevara Hernandez" userId="946bcc4c-b146-4724-978c-751fab731e0a" providerId="ADAL" clId="{E8E95438-7D72-4151-95E2-CCAFE31D1FDF}" dt="2026-02-22T16:56:23.224" v="1245" actId="108"/>
          <ac:spMkLst>
            <pc:docMk/>
            <pc:sldMk cId="399667321" sldId="486"/>
            <ac:spMk id="10" creationId="{FDE2E233-99A8-55A3-F3D7-6E206ED9DBBB}"/>
          </ac:spMkLst>
        </pc:spChg>
        <pc:spChg chg="mod">
          <ac:chgData name="Luis Carlos Guevara Hernandez" userId="946bcc4c-b146-4724-978c-751fab731e0a" providerId="ADAL" clId="{E8E95438-7D72-4151-95E2-CCAFE31D1FDF}" dt="2026-02-22T15:55:01.656" v="433" actId="207"/>
          <ac:spMkLst>
            <pc:docMk/>
            <pc:sldMk cId="399667321" sldId="486"/>
            <ac:spMk id="14" creationId="{3F1A9332-502A-445F-B84B-AE3F54AE89D4}"/>
          </ac:spMkLst>
        </pc:spChg>
        <pc:spChg chg="mod">
          <ac:chgData name="Luis Carlos Guevara Hernandez" userId="946bcc4c-b146-4724-978c-751fab731e0a" providerId="ADAL" clId="{E8E95438-7D72-4151-95E2-CCAFE31D1FDF}" dt="2026-02-22T15:55:01.656" v="433" actId="207"/>
          <ac:spMkLst>
            <pc:docMk/>
            <pc:sldMk cId="399667321" sldId="486"/>
            <ac:spMk id="15" creationId="{B6119932-CC75-01F3-9C84-AE4426418F82}"/>
          </ac:spMkLst>
        </pc:spChg>
        <pc:spChg chg="mod">
          <ac:chgData name="Luis Carlos Guevara Hernandez" userId="946bcc4c-b146-4724-978c-751fab731e0a" providerId="ADAL" clId="{E8E95438-7D72-4151-95E2-CCAFE31D1FDF}" dt="2026-02-22T15:55:01.656" v="433" actId="207"/>
          <ac:spMkLst>
            <pc:docMk/>
            <pc:sldMk cId="399667321" sldId="486"/>
            <ac:spMk id="16" creationId="{26F1D918-1A06-D804-769A-8E28494DD4C5}"/>
          </ac:spMkLst>
        </pc:spChg>
        <pc:spChg chg="mod">
          <ac:chgData name="Luis Carlos Guevara Hernandez" userId="946bcc4c-b146-4724-978c-751fab731e0a" providerId="ADAL" clId="{E8E95438-7D72-4151-95E2-CCAFE31D1FDF}" dt="2026-02-22T15:30:15.997" v="236"/>
          <ac:spMkLst>
            <pc:docMk/>
            <pc:sldMk cId="399667321" sldId="486"/>
            <ac:spMk id="17" creationId="{77A3246C-B561-5947-E9A4-339D5E62AD07}"/>
          </ac:spMkLst>
        </pc:spChg>
        <pc:spChg chg="add mod">
          <ac:chgData name="Luis Carlos Guevara Hernandez" userId="946bcc4c-b146-4724-978c-751fab731e0a" providerId="ADAL" clId="{E8E95438-7D72-4151-95E2-CCAFE31D1FDF}" dt="2026-02-22T15:28:47.758" v="222"/>
          <ac:spMkLst>
            <pc:docMk/>
            <pc:sldMk cId="399667321" sldId="486"/>
            <ac:spMk id="18" creationId="{9F0806C8-1E5D-D2BB-5FCB-934B2CD3407C}"/>
          </ac:spMkLst>
        </pc:spChg>
        <pc:spChg chg="mod">
          <ac:chgData name="Luis Carlos Guevara Hernandez" userId="946bcc4c-b146-4724-978c-751fab731e0a" providerId="ADAL" clId="{E8E95438-7D72-4151-95E2-CCAFE31D1FDF}" dt="2026-02-22T15:55:01.656" v="433" actId="207"/>
          <ac:spMkLst>
            <pc:docMk/>
            <pc:sldMk cId="399667321" sldId="486"/>
            <ac:spMk id="19" creationId="{3674EAE2-7AD4-9510-9BA0-AD7933DFE94E}"/>
          </ac:spMkLst>
        </pc:spChg>
        <pc:spChg chg="mod">
          <ac:chgData name="Luis Carlos Guevara Hernandez" userId="946bcc4c-b146-4724-978c-751fab731e0a" providerId="ADAL" clId="{E8E95438-7D72-4151-95E2-CCAFE31D1FDF}" dt="2026-02-22T15:55:01.656" v="433" actId="207"/>
          <ac:spMkLst>
            <pc:docMk/>
            <pc:sldMk cId="399667321" sldId="486"/>
            <ac:spMk id="20" creationId="{26497D59-A05F-BC89-A7E1-0A61E1F9DCC5}"/>
          </ac:spMkLst>
        </pc:spChg>
        <pc:spChg chg="add mod">
          <ac:chgData name="Luis Carlos Guevara Hernandez" userId="946bcc4c-b146-4724-978c-751fab731e0a" providerId="ADAL" clId="{E8E95438-7D72-4151-95E2-CCAFE31D1FDF}" dt="2026-02-22T15:54:00.442" v="427" actId="2085"/>
          <ac:spMkLst>
            <pc:docMk/>
            <pc:sldMk cId="399667321" sldId="486"/>
            <ac:spMk id="22" creationId="{802C598B-67B9-CBEE-3C99-A9988E93AFDD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22T16:56:13.467" v="1242" actId="108"/>
        <pc:sldMkLst>
          <pc:docMk/>
          <pc:sldMk cId="1614207178" sldId="487"/>
        </pc:sldMkLst>
        <pc:spChg chg="mod">
          <ac:chgData name="Luis Carlos Guevara Hernandez" userId="946bcc4c-b146-4724-978c-751fab731e0a" providerId="ADAL" clId="{E8E95438-7D72-4151-95E2-CCAFE31D1FDF}" dt="2026-02-22T16:56:13.467" v="1242" actId="108"/>
          <ac:spMkLst>
            <pc:docMk/>
            <pc:sldMk cId="1614207178" sldId="487"/>
            <ac:spMk id="6" creationId="{A229A0A4-8481-4E6C-8B45-66A139E18402}"/>
          </ac:spMkLst>
        </pc:spChg>
        <pc:spChg chg="mod">
          <ac:chgData name="Luis Carlos Guevara Hernandez" userId="946bcc4c-b146-4724-978c-751fab731e0a" providerId="ADAL" clId="{E8E95438-7D72-4151-95E2-CCAFE31D1FDF}" dt="2026-02-22T15:55:27.499" v="440" actId="108"/>
          <ac:spMkLst>
            <pc:docMk/>
            <pc:sldMk cId="1614207178" sldId="487"/>
            <ac:spMk id="10" creationId="{5EA3A826-1B57-6026-1D04-D4549B8CB607}"/>
          </ac:spMkLst>
        </pc:spChg>
        <pc:spChg chg="mod">
          <ac:chgData name="Luis Carlos Guevara Hernandez" userId="946bcc4c-b146-4724-978c-751fab731e0a" providerId="ADAL" clId="{E8E95438-7D72-4151-95E2-CCAFE31D1FDF}" dt="2026-02-22T15:55:23.553" v="439" actId="108"/>
          <ac:spMkLst>
            <pc:docMk/>
            <pc:sldMk cId="1614207178" sldId="487"/>
            <ac:spMk id="14" creationId="{9E362C93-A7F5-84F5-2EBD-352FF57EE949}"/>
          </ac:spMkLst>
        </pc:spChg>
        <pc:spChg chg="mod">
          <ac:chgData name="Luis Carlos Guevara Hernandez" userId="946bcc4c-b146-4724-978c-751fab731e0a" providerId="ADAL" clId="{E8E95438-7D72-4151-95E2-CCAFE31D1FDF}" dt="2026-02-22T15:55:32.670" v="441" actId="108"/>
          <ac:spMkLst>
            <pc:docMk/>
            <pc:sldMk cId="1614207178" sldId="487"/>
            <ac:spMk id="17" creationId="{F9768E44-A233-0DB2-B898-31E471259288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22T16:56:08.637" v="1241" actId="108"/>
        <pc:sldMkLst>
          <pc:docMk/>
          <pc:sldMk cId="1438933926" sldId="488"/>
        </pc:sldMkLst>
        <pc:spChg chg="mod">
          <ac:chgData name="Luis Carlos Guevara Hernandez" userId="946bcc4c-b146-4724-978c-751fab731e0a" providerId="ADAL" clId="{E8E95438-7D72-4151-95E2-CCAFE31D1FDF}" dt="2026-02-22T16:04:38.826" v="586" actId="108"/>
          <ac:spMkLst>
            <pc:docMk/>
            <pc:sldMk cId="1438933926" sldId="488"/>
            <ac:spMk id="6" creationId="{50352675-9C2B-DE27-CA2B-344EAFE20259}"/>
          </ac:spMkLst>
        </pc:spChg>
        <pc:spChg chg="mod">
          <ac:chgData name="Luis Carlos Guevara Hernandez" userId="946bcc4c-b146-4724-978c-751fab731e0a" providerId="ADAL" clId="{E8E95438-7D72-4151-95E2-CCAFE31D1FDF}" dt="2026-02-22T16:04:35.001" v="585" actId="108"/>
          <ac:spMkLst>
            <pc:docMk/>
            <pc:sldMk cId="1438933926" sldId="488"/>
            <ac:spMk id="14" creationId="{CC9C27D0-0F57-9280-21CF-4F726E0B8208}"/>
          </ac:spMkLst>
        </pc:spChg>
        <pc:spChg chg="mod">
          <ac:chgData name="Luis Carlos Guevara Hernandez" userId="946bcc4c-b146-4724-978c-751fab731e0a" providerId="ADAL" clId="{E8E95438-7D72-4151-95E2-CCAFE31D1FDF}" dt="2026-02-22T16:56:08.637" v="1241" actId="108"/>
          <ac:spMkLst>
            <pc:docMk/>
            <pc:sldMk cId="1438933926" sldId="488"/>
            <ac:spMk id="15" creationId="{741F84D8-3196-0841-DCCD-FB4C3683C9A2}"/>
          </ac:spMkLst>
        </pc:spChg>
        <pc:spChg chg="mod">
          <ac:chgData name="Luis Carlos Guevara Hernandez" userId="946bcc4c-b146-4724-978c-751fab731e0a" providerId="ADAL" clId="{E8E95438-7D72-4151-95E2-CCAFE31D1FDF}" dt="2026-02-22T16:04:26.250" v="583" actId="108"/>
          <ac:spMkLst>
            <pc:docMk/>
            <pc:sldMk cId="1438933926" sldId="488"/>
            <ac:spMk id="16" creationId="{F2634013-5E9D-6588-6494-FDC7B1BC55AB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22T16:55:49.511" v="1240" actId="207"/>
        <pc:sldMkLst>
          <pc:docMk/>
          <pc:sldMk cId="3034164233" sldId="489"/>
        </pc:sldMkLst>
        <pc:spChg chg="mod">
          <ac:chgData name="Luis Carlos Guevara Hernandez" userId="946bcc4c-b146-4724-978c-751fab731e0a" providerId="ADAL" clId="{E8E95438-7D72-4151-95E2-CCAFE31D1FDF}" dt="2026-02-22T16:55:35.283" v="1237" actId="108"/>
          <ac:spMkLst>
            <pc:docMk/>
            <pc:sldMk cId="3034164233" sldId="489"/>
            <ac:spMk id="15" creationId="{4BBA26E5-B9AC-944B-43BC-53D0A96471FD}"/>
          </ac:spMkLst>
        </pc:spChg>
        <pc:spChg chg="mod">
          <ac:chgData name="Luis Carlos Guevara Hernandez" userId="946bcc4c-b146-4724-978c-751fab731e0a" providerId="ADAL" clId="{E8E95438-7D72-4151-95E2-CCAFE31D1FDF}" dt="2026-02-22T16:55:38.272" v="1238" actId="108"/>
          <ac:spMkLst>
            <pc:docMk/>
            <pc:sldMk cId="3034164233" sldId="489"/>
            <ac:spMk id="16" creationId="{C08F8EFC-EC6E-D2B6-1B9A-7D4350503B55}"/>
          </ac:spMkLst>
        </pc:spChg>
        <pc:spChg chg="mod">
          <ac:chgData name="Luis Carlos Guevara Hernandez" userId="946bcc4c-b146-4724-978c-751fab731e0a" providerId="ADAL" clId="{E8E95438-7D72-4151-95E2-CCAFE31D1FDF}" dt="2026-02-22T16:55:42.185" v="1239" actId="207"/>
          <ac:spMkLst>
            <pc:docMk/>
            <pc:sldMk cId="3034164233" sldId="489"/>
            <ac:spMk id="19" creationId="{4102970E-A8C1-0CE6-CA87-70BDDFED5051}"/>
          </ac:spMkLst>
        </pc:spChg>
        <pc:spChg chg="mod">
          <ac:chgData name="Luis Carlos Guevara Hernandez" userId="946bcc4c-b146-4724-978c-751fab731e0a" providerId="ADAL" clId="{E8E95438-7D72-4151-95E2-CCAFE31D1FDF}" dt="2026-02-22T16:55:49.511" v="1240" actId="207"/>
          <ac:spMkLst>
            <pc:docMk/>
            <pc:sldMk cId="3034164233" sldId="489"/>
            <ac:spMk id="20" creationId="{B90B471B-8438-25A8-6C30-128C1AF9577F}"/>
          </ac:spMkLst>
        </pc:spChg>
      </pc:sldChg>
      <pc:sldChg chg="addSp delSp modSp add mod delAnim modAnim">
        <pc:chgData name="Luis Carlos Guevara Hernandez" userId="946bcc4c-b146-4724-978c-751fab731e0a" providerId="ADAL" clId="{E8E95438-7D72-4151-95E2-CCAFE31D1FDF}" dt="2026-02-22T19:03:52.979" v="2216" actId="1076"/>
        <pc:sldMkLst>
          <pc:docMk/>
          <pc:sldMk cId="2987656899" sldId="490"/>
        </pc:sldMkLst>
        <pc:spChg chg="mod">
          <ac:chgData name="Luis Carlos Guevara Hernandez" userId="946bcc4c-b146-4724-978c-751fab731e0a" providerId="ADAL" clId="{E8E95438-7D72-4151-95E2-CCAFE31D1FDF}" dt="2026-02-22T19:03:52.979" v="2216" actId="1076"/>
          <ac:spMkLst>
            <pc:docMk/>
            <pc:sldMk cId="2987656899" sldId="490"/>
            <ac:spMk id="3" creationId="{C080F348-6B46-F05D-1700-4956F2BA3DE5}"/>
          </ac:spMkLst>
        </pc:spChg>
        <pc:spChg chg="add mod">
          <ac:chgData name="Luis Carlos Guevara Hernandez" userId="946bcc4c-b146-4724-978c-751fab731e0a" providerId="ADAL" clId="{E8E95438-7D72-4151-95E2-CCAFE31D1FDF}" dt="2026-02-22T18:18:56.009" v="1811" actId="20577"/>
          <ac:spMkLst>
            <pc:docMk/>
            <pc:sldMk cId="2987656899" sldId="490"/>
            <ac:spMk id="7" creationId="{CD2CA805-7425-9B82-8E8C-4550134EFCF0}"/>
          </ac:spMkLst>
        </pc:spChg>
        <pc:spChg chg="add mod">
          <ac:chgData name="Luis Carlos Guevara Hernandez" userId="946bcc4c-b146-4724-978c-751fab731e0a" providerId="ADAL" clId="{E8E95438-7D72-4151-95E2-CCAFE31D1FDF}" dt="2026-02-22T18:14:26.555" v="1747" actId="1076"/>
          <ac:spMkLst>
            <pc:docMk/>
            <pc:sldMk cId="2987656899" sldId="490"/>
            <ac:spMk id="11" creationId="{69F72710-A44B-7E4A-CC03-059C19B94DFD}"/>
          </ac:spMkLst>
        </pc:spChg>
        <pc:spChg chg="add mod">
          <ac:chgData name="Luis Carlos Guevara Hernandez" userId="946bcc4c-b146-4724-978c-751fab731e0a" providerId="ADAL" clId="{E8E95438-7D72-4151-95E2-CCAFE31D1FDF}" dt="2026-02-22T18:18:45.357" v="1806" actId="13926"/>
          <ac:spMkLst>
            <pc:docMk/>
            <pc:sldMk cId="2987656899" sldId="490"/>
            <ac:spMk id="14" creationId="{62DAC750-BAEA-F9D8-5C18-8EF7D60A4A1A}"/>
          </ac:spMkLst>
        </pc:spChg>
        <pc:spChg chg="add mod">
          <ac:chgData name="Luis Carlos Guevara Hernandez" userId="946bcc4c-b146-4724-978c-751fab731e0a" providerId="ADAL" clId="{E8E95438-7D72-4151-95E2-CCAFE31D1FDF}" dt="2026-02-22T18:27:19.012" v="1977" actId="20577"/>
          <ac:spMkLst>
            <pc:docMk/>
            <pc:sldMk cId="2987656899" sldId="490"/>
            <ac:spMk id="15" creationId="{0ED59A90-5E53-EFFF-D8B8-9A22E6D01767}"/>
          </ac:spMkLst>
        </pc:spChg>
        <pc:spChg chg="mod">
          <ac:chgData name="Luis Carlos Guevara Hernandez" userId="946bcc4c-b146-4724-978c-751fab731e0a" providerId="ADAL" clId="{E8E95438-7D72-4151-95E2-CCAFE31D1FDF}" dt="2026-02-22T18:12:40.703" v="1712" actId="14100"/>
          <ac:spMkLst>
            <pc:docMk/>
            <pc:sldMk cId="2987656899" sldId="490"/>
            <ac:spMk id="17" creationId="{D082DEDE-8C56-CE91-7774-64A38C5DCE50}"/>
          </ac:spMkLst>
        </pc:spChg>
        <pc:spChg chg="mod">
          <ac:chgData name="Luis Carlos Guevara Hernandez" userId="946bcc4c-b146-4724-978c-751fab731e0a" providerId="ADAL" clId="{E8E95438-7D72-4151-95E2-CCAFE31D1FDF}" dt="2026-02-22T18:12:37.831" v="1711"/>
          <ac:spMkLst>
            <pc:docMk/>
            <pc:sldMk cId="2987656899" sldId="490"/>
            <ac:spMk id="18" creationId="{7BAFE2AC-E8C9-ED1F-7D08-260FF53BEFB3}"/>
          </ac:spMkLst>
        </pc:spChg>
        <pc:spChg chg="add mod">
          <ac:chgData name="Luis Carlos Guevara Hernandez" userId="946bcc4c-b146-4724-978c-751fab731e0a" providerId="ADAL" clId="{E8E95438-7D72-4151-95E2-CCAFE31D1FDF}" dt="2026-02-22T18:19:25.905" v="1820" actId="13926"/>
          <ac:spMkLst>
            <pc:docMk/>
            <pc:sldMk cId="2987656899" sldId="490"/>
            <ac:spMk id="19" creationId="{C831DEC3-EEC0-4D47-2840-C1B9E4649B3D}"/>
          </ac:spMkLst>
        </pc:spChg>
        <pc:spChg chg="mod">
          <ac:chgData name="Luis Carlos Guevara Hernandez" userId="946bcc4c-b146-4724-978c-751fab731e0a" providerId="ADAL" clId="{E8E95438-7D72-4151-95E2-CCAFE31D1FDF}" dt="2026-02-22T18:12:55.441" v="1718"/>
          <ac:spMkLst>
            <pc:docMk/>
            <pc:sldMk cId="2987656899" sldId="490"/>
            <ac:spMk id="20" creationId="{57514B2D-0900-E48F-EB7C-2C260627B31E}"/>
          </ac:spMkLst>
        </pc:spChg>
        <pc:spChg chg="mod">
          <ac:chgData name="Luis Carlos Guevara Hernandez" userId="946bcc4c-b146-4724-978c-751fab731e0a" providerId="ADAL" clId="{E8E95438-7D72-4151-95E2-CCAFE31D1FDF}" dt="2026-02-22T18:12:51.215" v="1716" actId="20577"/>
          <ac:spMkLst>
            <pc:docMk/>
            <pc:sldMk cId="2987656899" sldId="490"/>
            <ac:spMk id="21" creationId="{8152C81E-DCFF-8AD0-FC2B-CF99C0288658}"/>
          </ac:spMkLst>
        </pc:spChg>
        <pc:spChg chg="mod">
          <ac:chgData name="Luis Carlos Guevara Hernandez" userId="946bcc4c-b146-4724-978c-751fab731e0a" providerId="ADAL" clId="{E8E95438-7D72-4151-95E2-CCAFE31D1FDF}" dt="2026-02-22T18:13:14.730" v="1725" actId="20577"/>
          <ac:spMkLst>
            <pc:docMk/>
            <pc:sldMk cId="2987656899" sldId="490"/>
            <ac:spMk id="24" creationId="{7AEBFB0A-42FA-9E4F-ED9B-543918D32AE4}"/>
          </ac:spMkLst>
        </pc:spChg>
        <pc:spChg chg="mod">
          <ac:chgData name="Luis Carlos Guevara Hernandez" userId="946bcc4c-b146-4724-978c-751fab731e0a" providerId="ADAL" clId="{E8E95438-7D72-4151-95E2-CCAFE31D1FDF}" dt="2026-02-22T18:13:12.679" v="1724"/>
          <ac:spMkLst>
            <pc:docMk/>
            <pc:sldMk cId="2987656899" sldId="490"/>
            <ac:spMk id="25" creationId="{AC972E31-BC4A-73CF-9CE6-CC85585839CE}"/>
          </ac:spMkLst>
        </pc:spChg>
        <pc:spChg chg="add mod">
          <ac:chgData name="Luis Carlos Guevara Hernandez" userId="946bcc4c-b146-4724-978c-751fab731e0a" providerId="ADAL" clId="{E8E95438-7D72-4151-95E2-CCAFE31D1FDF}" dt="2026-02-22T18:14:05.448" v="1742" actId="1036"/>
          <ac:spMkLst>
            <pc:docMk/>
            <pc:sldMk cId="2987656899" sldId="490"/>
            <ac:spMk id="26" creationId="{C91F07C2-F784-BA48-73BD-76363740CA4F}"/>
          </ac:spMkLst>
        </pc:spChg>
        <pc:spChg chg="add mod">
          <ac:chgData name="Luis Carlos Guevara Hernandez" userId="946bcc4c-b146-4724-978c-751fab731e0a" providerId="ADAL" clId="{E8E95438-7D72-4151-95E2-CCAFE31D1FDF}" dt="2026-02-22T18:14:21.541" v="1746" actId="1076"/>
          <ac:spMkLst>
            <pc:docMk/>
            <pc:sldMk cId="2987656899" sldId="490"/>
            <ac:spMk id="28" creationId="{FBF369FF-FD56-B451-2D76-6E4CA35315DA}"/>
          </ac:spMkLst>
        </pc:spChg>
        <pc:spChg chg="add mod">
          <ac:chgData name="Luis Carlos Guevara Hernandez" userId="946bcc4c-b146-4724-978c-751fab731e0a" providerId="ADAL" clId="{E8E95438-7D72-4151-95E2-CCAFE31D1FDF}" dt="2026-02-22T18:14:52.970" v="1762" actId="20577"/>
          <ac:spMkLst>
            <pc:docMk/>
            <pc:sldMk cId="2987656899" sldId="490"/>
            <ac:spMk id="29" creationId="{02375039-34B9-9888-2B3B-C8F4F9F9B92E}"/>
          </ac:spMkLst>
        </pc:spChg>
        <pc:spChg chg="add mod">
          <ac:chgData name="Luis Carlos Guevara Hernandez" userId="946bcc4c-b146-4724-978c-751fab731e0a" providerId="ADAL" clId="{E8E95438-7D72-4151-95E2-CCAFE31D1FDF}" dt="2026-02-22T18:14:48.947" v="1751" actId="1076"/>
          <ac:spMkLst>
            <pc:docMk/>
            <pc:sldMk cId="2987656899" sldId="490"/>
            <ac:spMk id="34" creationId="{F584FD02-E994-BB5B-531D-FDADC69EE8C4}"/>
          </ac:spMkLst>
        </pc:spChg>
        <pc:spChg chg="add mod">
          <ac:chgData name="Luis Carlos Guevara Hernandez" userId="946bcc4c-b146-4724-978c-751fab731e0a" providerId="ADAL" clId="{E8E95438-7D72-4151-95E2-CCAFE31D1FDF}" dt="2026-02-22T18:15:36.249" v="1770" actId="6549"/>
          <ac:spMkLst>
            <pc:docMk/>
            <pc:sldMk cId="2987656899" sldId="490"/>
            <ac:spMk id="39" creationId="{D6A4E235-1E47-EFC0-DFBD-5B3541D5C6F1}"/>
          </ac:spMkLst>
        </pc:spChg>
        <pc:spChg chg="add mod">
          <ac:chgData name="Luis Carlos Guevara Hernandez" userId="946bcc4c-b146-4724-978c-751fab731e0a" providerId="ADAL" clId="{E8E95438-7D72-4151-95E2-CCAFE31D1FDF}" dt="2026-02-22T18:18:10.205" v="1803" actId="14100"/>
          <ac:spMkLst>
            <pc:docMk/>
            <pc:sldMk cId="2987656899" sldId="490"/>
            <ac:spMk id="40" creationId="{0146599B-3DFE-A5C4-A67E-BC81C5300582}"/>
          </ac:spMkLst>
        </pc:spChg>
        <pc:spChg chg="mod">
          <ac:chgData name="Luis Carlos Guevara Hernandez" userId="946bcc4c-b146-4724-978c-751fab731e0a" providerId="ADAL" clId="{E8E95438-7D72-4151-95E2-CCAFE31D1FDF}" dt="2026-02-22T18:16:42.755" v="1788" actId="14100"/>
          <ac:spMkLst>
            <pc:docMk/>
            <pc:sldMk cId="2987656899" sldId="490"/>
            <ac:spMk id="45" creationId="{E2BCFDCA-8646-5282-3365-EA83196BFC2E}"/>
          </ac:spMkLst>
        </pc:spChg>
        <pc:spChg chg="mod">
          <ac:chgData name="Luis Carlos Guevara Hernandez" userId="946bcc4c-b146-4724-978c-751fab731e0a" providerId="ADAL" clId="{E8E95438-7D72-4151-95E2-CCAFE31D1FDF}" dt="2026-02-22T18:16:31.306" v="1785"/>
          <ac:spMkLst>
            <pc:docMk/>
            <pc:sldMk cId="2987656899" sldId="490"/>
            <ac:spMk id="46" creationId="{EB98FFAA-1893-793B-DF4F-1B9E1C6BF1DB}"/>
          </ac:spMkLst>
        </pc:spChg>
        <pc:spChg chg="mod">
          <ac:chgData name="Luis Carlos Guevara Hernandez" userId="946bcc4c-b146-4724-978c-751fab731e0a" providerId="ADAL" clId="{E8E95438-7D72-4151-95E2-CCAFE31D1FDF}" dt="2026-02-22T18:17:31.844" v="1793" actId="14100"/>
          <ac:spMkLst>
            <pc:docMk/>
            <pc:sldMk cId="2987656899" sldId="490"/>
            <ac:spMk id="48" creationId="{355B2F13-CC34-B740-F569-B71E4D4A9023}"/>
          </ac:spMkLst>
        </pc:spChg>
        <pc:spChg chg="mod">
          <ac:chgData name="Luis Carlos Guevara Hernandez" userId="946bcc4c-b146-4724-978c-751fab731e0a" providerId="ADAL" clId="{E8E95438-7D72-4151-95E2-CCAFE31D1FDF}" dt="2026-02-22T18:16:47.321" v="1790"/>
          <ac:spMkLst>
            <pc:docMk/>
            <pc:sldMk cId="2987656899" sldId="490"/>
            <ac:spMk id="49" creationId="{EDF956A8-89AF-17D5-E2FB-332B7DB21D2D}"/>
          </ac:spMkLst>
        </pc:spChg>
        <pc:grpChg chg="add mod">
          <ac:chgData name="Luis Carlos Guevara Hernandez" userId="946bcc4c-b146-4724-978c-751fab731e0a" providerId="ADAL" clId="{E8E95438-7D72-4151-95E2-CCAFE31D1FDF}" dt="2026-02-22T18:12:46.932" v="1714" actId="1076"/>
          <ac:grpSpMkLst>
            <pc:docMk/>
            <pc:sldMk cId="2987656899" sldId="490"/>
            <ac:grpSpMk id="13" creationId="{34D7EA22-0725-5A73-343A-E68DA973B3C7}"/>
          </ac:grpSpMkLst>
        </pc:grpChg>
        <pc:grpChg chg="mod">
          <ac:chgData name="Luis Carlos Guevara Hernandez" userId="946bcc4c-b146-4724-978c-751fab731e0a" providerId="ADAL" clId="{E8E95438-7D72-4151-95E2-CCAFE31D1FDF}" dt="2026-02-22T18:12:37.831" v="1711"/>
          <ac:grpSpMkLst>
            <pc:docMk/>
            <pc:sldMk cId="2987656899" sldId="490"/>
            <ac:grpSpMk id="16" creationId="{879243E6-E1BE-62B4-C8CA-42A3BAAA2240}"/>
          </ac:grpSpMkLst>
        </pc:grpChg>
        <pc:grpChg chg="add mod">
          <ac:chgData name="Luis Carlos Guevara Hernandez" userId="946bcc4c-b146-4724-978c-751fab731e0a" providerId="ADAL" clId="{E8E95438-7D72-4151-95E2-CCAFE31D1FDF}" dt="2026-02-22T18:13:12.679" v="1724"/>
          <ac:grpSpMkLst>
            <pc:docMk/>
            <pc:sldMk cId="2987656899" sldId="490"/>
            <ac:grpSpMk id="22" creationId="{BA7FA19B-6A8B-378E-A010-769F5E99E429}"/>
          </ac:grpSpMkLst>
        </pc:grpChg>
        <pc:grpChg chg="add mod">
          <ac:chgData name="Luis Carlos Guevara Hernandez" userId="946bcc4c-b146-4724-978c-751fab731e0a" providerId="ADAL" clId="{E8E95438-7D72-4151-95E2-CCAFE31D1FDF}" dt="2026-02-22T18:16:31.306" v="1785"/>
          <ac:grpSpMkLst>
            <pc:docMk/>
            <pc:sldMk cId="2987656899" sldId="490"/>
            <ac:grpSpMk id="44" creationId="{37070958-0201-0BED-91FE-6677074253A7}"/>
          </ac:grpSpMkLst>
        </pc:grpChg>
        <pc:grpChg chg="add mod">
          <ac:chgData name="Luis Carlos Guevara Hernandez" userId="946bcc4c-b146-4724-978c-751fab731e0a" providerId="ADAL" clId="{E8E95438-7D72-4151-95E2-CCAFE31D1FDF}" dt="2026-02-22T18:16:47.321" v="1790"/>
          <ac:grpSpMkLst>
            <pc:docMk/>
            <pc:sldMk cId="2987656899" sldId="490"/>
            <ac:grpSpMk id="47" creationId="{AC3C47A1-1E1F-8D90-CA2A-44CF4D0E5BF9}"/>
          </ac:grpSpMkLst>
        </pc:grpChg>
      </pc:sldChg>
      <pc:sldChg chg="addSp delSp modSp add mod delAnim modAnim">
        <pc:chgData name="Luis Carlos Guevara Hernandez" userId="946bcc4c-b146-4724-978c-751fab731e0a" providerId="ADAL" clId="{E8E95438-7D72-4151-95E2-CCAFE31D1FDF}" dt="2026-02-22T19:10:37.552" v="2298"/>
        <pc:sldMkLst>
          <pc:docMk/>
          <pc:sldMk cId="3496080528" sldId="491"/>
        </pc:sldMkLst>
        <pc:spChg chg="add mod">
          <ac:chgData name="Luis Carlos Guevara Hernandez" userId="946bcc4c-b146-4724-978c-751fab731e0a" providerId="ADAL" clId="{E8E95438-7D72-4151-95E2-CCAFE31D1FDF}" dt="2026-02-22T18:27:34.522" v="1999" actId="20577"/>
          <ac:spMkLst>
            <pc:docMk/>
            <pc:sldMk cId="3496080528" sldId="491"/>
            <ac:spMk id="23" creationId="{03BAA1E6-5D71-2B6E-B9B8-3D62906639D7}"/>
          </ac:spMkLst>
        </pc:spChg>
        <pc:spChg chg="mod">
          <ac:chgData name="Luis Carlos Guevara Hernandez" userId="946bcc4c-b146-4724-978c-751fab731e0a" providerId="ADAL" clId="{E8E95438-7D72-4151-95E2-CCAFE31D1FDF}" dt="2026-02-22T18:24:17.783" v="1929" actId="14100"/>
          <ac:spMkLst>
            <pc:docMk/>
            <pc:sldMk cId="3496080528" sldId="491"/>
            <ac:spMk id="31" creationId="{BC22C4C2-F2B7-A4FA-BECE-E308828B1844}"/>
          </ac:spMkLst>
        </pc:spChg>
        <pc:spChg chg="mod">
          <ac:chgData name="Luis Carlos Guevara Hernandez" userId="946bcc4c-b146-4724-978c-751fab731e0a" providerId="ADAL" clId="{E8E95438-7D72-4151-95E2-CCAFE31D1FDF}" dt="2026-02-22T18:23:22.743" v="1905"/>
          <ac:spMkLst>
            <pc:docMk/>
            <pc:sldMk cId="3496080528" sldId="491"/>
            <ac:spMk id="32" creationId="{0F015C12-BE79-40FC-0357-F4CF085E797B}"/>
          </ac:spMkLst>
        </pc:spChg>
        <pc:spChg chg="mod">
          <ac:chgData name="Luis Carlos Guevara Hernandez" userId="946bcc4c-b146-4724-978c-751fab731e0a" providerId="ADAL" clId="{E8E95438-7D72-4151-95E2-CCAFE31D1FDF}" dt="2026-02-22T18:24:47.723" v="1936"/>
          <ac:spMkLst>
            <pc:docMk/>
            <pc:sldMk cId="3496080528" sldId="491"/>
            <ac:spMk id="35" creationId="{062085FC-CCB2-D560-65F5-A09592055AD4}"/>
          </ac:spMkLst>
        </pc:spChg>
        <pc:spChg chg="mod">
          <ac:chgData name="Luis Carlos Guevara Hernandez" userId="946bcc4c-b146-4724-978c-751fab731e0a" providerId="ADAL" clId="{E8E95438-7D72-4151-95E2-CCAFE31D1FDF}" dt="2026-02-22T18:24:47.723" v="1936"/>
          <ac:spMkLst>
            <pc:docMk/>
            <pc:sldMk cId="3496080528" sldId="491"/>
            <ac:spMk id="37" creationId="{1D1DFDFA-0ED0-317B-359E-014FC3DC7219}"/>
          </ac:spMkLst>
        </pc:spChg>
        <pc:spChg chg="mod">
          <ac:chgData name="Luis Carlos Guevara Hernandez" userId="946bcc4c-b146-4724-978c-751fab731e0a" providerId="ADAL" clId="{E8E95438-7D72-4151-95E2-CCAFE31D1FDF}" dt="2026-02-22T18:25:39.390" v="1959" actId="20577"/>
          <ac:spMkLst>
            <pc:docMk/>
            <pc:sldMk cId="3496080528" sldId="491"/>
            <ac:spMk id="41" creationId="{26C9AFD3-C84B-DA99-58FF-AFFAB7E45726}"/>
          </ac:spMkLst>
        </pc:spChg>
        <pc:spChg chg="mod">
          <ac:chgData name="Luis Carlos Guevara Hernandez" userId="946bcc4c-b146-4724-978c-751fab731e0a" providerId="ADAL" clId="{E8E95438-7D72-4151-95E2-CCAFE31D1FDF}" dt="2026-02-22T18:25:16.518" v="1945"/>
          <ac:spMkLst>
            <pc:docMk/>
            <pc:sldMk cId="3496080528" sldId="491"/>
            <ac:spMk id="43" creationId="{4A1E1CB9-4587-F71B-DA52-56752987160B}"/>
          </ac:spMkLst>
        </pc:spChg>
        <pc:spChg chg="mod">
          <ac:chgData name="Luis Carlos Guevara Hernandez" userId="946bcc4c-b146-4724-978c-751fab731e0a" providerId="ADAL" clId="{E8E95438-7D72-4151-95E2-CCAFE31D1FDF}" dt="2026-02-22T18:26:12.455" v="1967" actId="13926"/>
          <ac:spMkLst>
            <pc:docMk/>
            <pc:sldMk cId="3496080528" sldId="491"/>
            <ac:spMk id="51" creationId="{2CBB1A2C-D6A2-F4CD-521B-A77729D97038}"/>
          </ac:spMkLst>
        </pc:spChg>
        <pc:spChg chg="mod">
          <ac:chgData name="Luis Carlos Guevara Hernandez" userId="946bcc4c-b146-4724-978c-751fab731e0a" providerId="ADAL" clId="{E8E95438-7D72-4151-95E2-CCAFE31D1FDF}" dt="2026-02-22T18:26:03.263" v="1965"/>
          <ac:spMkLst>
            <pc:docMk/>
            <pc:sldMk cId="3496080528" sldId="491"/>
            <ac:spMk id="52" creationId="{E7D06E2E-0087-7AA2-D20A-CFAFF34FB3A3}"/>
          </ac:spMkLst>
        </pc:spChg>
        <pc:grpChg chg="add mod">
          <ac:chgData name="Luis Carlos Guevara Hernandez" userId="946bcc4c-b146-4724-978c-751fab731e0a" providerId="ADAL" clId="{E8E95438-7D72-4151-95E2-CCAFE31D1FDF}" dt="2026-02-22T18:23:22.743" v="1905"/>
          <ac:grpSpMkLst>
            <pc:docMk/>
            <pc:sldMk cId="3496080528" sldId="491"/>
            <ac:grpSpMk id="30" creationId="{15BB8FB4-129B-8F57-8BF9-630E2FFA9F89}"/>
          </ac:grpSpMkLst>
        </pc:grpChg>
        <pc:grpChg chg="add mod">
          <ac:chgData name="Luis Carlos Guevara Hernandez" userId="946bcc4c-b146-4724-978c-751fab731e0a" providerId="ADAL" clId="{E8E95438-7D72-4151-95E2-CCAFE31D1FDF}" dt="2026-02-22T18:24:47.723" v="1936"/>
          <ac:grpSpMkLst>
            <pc:docMk/>
            <pc:sldMk cId="3496080528" sldId="491"/>
            <ac:grpSpMk id="33" creationId="{7C98CAD7-BE48-02CF-08F2-B410EC881E5B}"/>
          </ac:grpSpMkLst>
        </pc:grpChg>
        <pc:grpChg chg="add mod">
          <ac:chgData name="Luis Carlos Guevara Hernandez" userId="946bcc4c-b146-4724-978c-751fab731e0a" providerId="ADAL" clId="{E8E95438-7D72-4151-95E2-CCAFE31D1FDF}" dt="2026-02-22T18:25:16.518" v="1945"/>
          <ac:grpSpMkLst>
            <pc:docMk/>
            <pc:sldMk cId="3496080528" sldId="491"/>
            <ac:grpSpMk id="38" creationId="{E86C84CC-FBB6-D353-AE20-C66157569392}"/>
          </ac:grpSpMkLst>
        </pc:grpChg>
        <pc:grpChg chg="add mod">
          <ac:chgData name="Luis Carlos Guevara Hernandez" userId="946bcc4c-b146-4724-978c-751fab731e0a" providerId="ADAL" clId="{E8E95438-7D72-4151-95E2-CCAFE31D1FDF}" dt="2026-02-22T18:26:03.263" v="1965"/>
          <ac:grpSpMkLst>
            <pc:docMk/>
            <pc:sldMk cId="3496080528" sldId="491"/>
            <ac:grpSpMk id="50" creationId="{844D8B1D-0F90-E050-81A7-A3FAD6F16CB3}"/>
          </ac:grpSpMkLst>
        </pc:grpChg>
        <pc:graphicFrameChg chg="add mod modGraphic">
          <ac:chgData name="Luis Carlos Guevara Hernandez" userId="946bcc4c-b146-4724-978c-751fab731e0a" providerId="ADAL" clId="{E8E95438-7D72-4151-95E2-CCAFE31D1FDF}" dt="2026-02-22T19:10:37.552" v="2298"/>
          <ac:graphicFrameMkLst>
            <pc:docMk/>
            <pc:sldMk cId="3496080528" sldId="491"/>
            <ac:graphicFrameMk id="27" creationId="{B88DD7D7-847B-DB6E-EE02-C64652853FFD}"/>
          </ac:graphicFrameMkLst>
        </pc:graphicFrameChg>
      </pc:sldChg>
      <pc:sldChg chg="addSp delSp modSp add mod delAnim modAnim">
        <pc:chgData name="Luis Carlos Guevara Hernandez" userId="946bcc4c-b146-4724-978c-751fab731e0a" providerId="ADAL" clId="{E8E95438-7D72-4151-95E2-CCAFE31D1FDF}" dt="2026-02-22T18:39:28.822" v="2095" actId="14100"/>
        <pc:sldMkLst>
          <pc:docMk/>
          <pc:sldMk cId="398874412" sldId="492"/>
        </pc:sldMkLst>
        <pc:spChg chg="add mod">
          <ac:chgData name="Luis Carlos Guevara Hernandez" userId="946bcc4c-b146-4724-978c-751fab731e0a" providerId="ADAL" clId="{E8E95438-7D72-4151-95E2-CCAFE31D1FDF}" dt="2026-02-22T18:34:34.065" v="2011"/>
          <ac:spMkLst>
            <pc:docMk/>
            <pc:sldMk cId="398874412" sldId="492"/>
            <ac:spMk id="30" creationId="{E1B3F7EE-E503-B339-35F9-9928195CDE2B}"/>
          </ac:spMkLst>
        </pc:spChg>
        <pc:spChg chg="add mod">
          <ac:chgData name="Luis Carlos Guevara Hernandez" userId="946bcc4c-b146-4724-978c-751fab731e0a" providerId="ADAL" clId="{E8E95438-7D72-4151-95E2-CCAFE31D1FDF}" dt="2026-02-22T18:37:08.573" v="2059" actId="14100"/>
          <ac:spMkLst>
            <pc:docMk/>
            <pc:sldMk cId="398874412" sldId="492"/>
            <ac:spMk id="31" creationId="{8463A867-731E-F5F3-8FC1-8AD10686A931}"/>
          </ac:spMkLst>
        </pc:spChg>
        <pc:spChg chg="add mod">
          <ac:chgData name="Luis Carlos Guevara Hernandez" userId="946bcc4c-b146-4724-978c-751fab731e0a" providerId="ADAL" clId="{E8E95438-7D72-4151-95E2-CCAFE31D1FDF}" dt="2026-02-22T18:39:28.822" v="2095" actId="14100"/>
          <ac:spMkLst>
            <pc:docMk/>
            <pc:sldMk cId="398874412" sldId="492"/>
            <ac:spMk id="32" creationId="{8FD29969-70F1-C4BF-3AD4-E480943F2E45}"/>
          </ac:spMkLst>
        </pc:spChg>
        <pc:spChg chg="add mod">
          <ac:chgData name="Luis Carlos Guevara Hernandez" userId="946bcc4c-b146-4724-978c-751fab731e0a" providerId="ADAL" clId="{E8E95438-7D72-4151-95E2-CCAFE31D1FDF}" dt="2026-02-22T18:37:03.715" v="2056" actId="1076"/>
          <ac:spMkLst>
            <pc:docMk/>
            <pc:sldMk cId="398874412" sldId="492"/>
            <ac:spMk id="33" creationId="{7AD05B8B-7518-C0FF-42F5-FC43E69FE913}"/>
          </ac:spMkLst>
        </pc:spChg>
        <pc:spChg chg="add mod">
          <ac:chgData name="Luis Carlos Guevara Hernandez" userId="946bcc4c-b146-4724-978c-751fab731e0a" providerId="ADAL" clId="{E8E95438-7D72-4151-95E2-CCAFE31D1FDF}" dt="2026-02-22T18:39:18.925" v="2093" actId="207"/>
          <ac:spMkLst>
            <pc:docMk/>
            <pc:sldMk cId="398874412" sldId="492"/>
            <ac:spMk id="35" creationId="{C77B2666-69EE-7FC6-0675-BBB3D3898625}"/>
          </ac:spMkLst>
        </pc:spChg>
        <pc:spChg chg="mod">
          <ac:chgData name="Luis Carlos Guevara Hernandez" userId="946bcc4c-b146-4724-978c-751fab731e0a" providerId="ADAL" clId="{E8E95438-7D72-4151-95E2-CCAFE31D1FDF}" dt="2026-02-22T18:38:13.534" v="2076" actId="13926"/>
          <ac:spMkLst>
            <pc:docMk/>
            <pc:sldMk cId="398874412" sldId="492"/>
            <ac:spMk id="43" creationId="{DCE68382-7E97-6D3F-9618-3D37D570D31D}"/>
          </ac:spMkLst>
        </pc:spChg>
        <pc:spChg chg="mod">
          <ac:chgData name="Luis Carlos Guevara Hernandez" userId="946bcc4c-b146-4724-978c-751fab731e0a" providerId="ADAL" clId="{E8E95438-7D72-4151-95E2-CCAFE31D1FDF}" dt="2026-02-22T18:37:46.744" v="2072"/>
          <ac:spMkLst>
            <pc:docMk/>
            <pc:sldMk cId="398874412" sldId="492"/>
            <ac:spMk id="50" creationId="{CD52FCFA-256A-0EC2-A402-F366FFC93EE4}"/>
          </ac:spMkLst>
        </pc:spChg>
        <pc:spChg chg="mod">
          <ac:chgData name="Luis Carlos Guevara Hernandez" userId="946bcc4c-b146-4724-978c-751fab731e0a" providerId="ADAL" clId="{E8E95438-7D72-4151-95E2-CCAFE31D1FDF}" dt="2026-02-22T18:38:32.751" v="2081"/>
          <ac:spMkLst>
            <pc:docMk/>
            <pc:sldMk cId="398874412" sldId="492"/>
            <ac:spMk id="52" creationId="{1A778E33-E922-64A8-7CC4-060250C16993}"/>
          </ac:spMkLst>
        </pc:spChg>
        <pc:spChg chg="mod">
          <ac:chgData name="Luis Carlos Guevara Hernandez" userId="946bcc4c-b146-4724-978c-751fab731e0a" providerId="ADAL" clId="{E8E95438-7D72-4151-95E2-CCAFE31D1FDF}" dt="2026-02-22T18:38:32.751" v="2081"/>
          <ac:spMkLst>
            <pc:docMk/>
            <pc:sldMk cId="398874412" sldId="492"/>
            <ac:spMk id="53" creationId="{9526DAA0-E401-EFBB-5300-407416B08A68}"/>
          </ac:spMkLst>
        </pc:spChg>
        <pc:spChg chg="mod">
          <ac:chgData name="Luis Carlos Guevara Hernandez" userId="946bcc4c-b146-4724-978c-751fab731e0a" providerId="ADAL" clId="{E8E95438-7D72-4151-95E2-CCAFE31D1FDF}" dt="2026-02-22T18:38:43.543" v="2085"/>
          <ac:spMkLst>
            <pc:docMk/>
            <pc:sldMk cId="398874412" sldId="492"/>
            <ac:spMk id="55" creationId="{26523553-8EE3-19DC-B035-64D445C559DB}"/>
          </ac:spMkLst>
        </pc:spChg>
        <pc:spChg chg="mod">
          <ac:chgData name="Luis Carlos Guevara Hernandez" userId="946bcc4c-b146-4724-978c-751fab731e0a" providerId="ADAL" clId="{E8E95438-7D72-4151-95E2-CCAFE31D1FDF}" dt="2026-02-22T18:38:43.543" v="2085"/>
          <ac:spMkLst>
            <pc:docMk/>
            <pc:sldMk cId="398874412" sldId="492"/>
            <ac:spMk id="56" creationId="{2B863AC0-DA54-3A05-B6A5-0F97E9A3A238}"/>
          </ac:spMkLst>
        </pc:spChg>
        <pc:grpChg chg="add mod">
          <ac:chgData name="Luis Carlos Guevara Hernandez" userId="946bcc4c-b146-4724-978c-751fab731e0a" providerId="ADAL" clId="{E8E95438-7D72-4151-95E2-CCAFE31D1FDF}" dt="2026-02-22T18:37:46.744" v="2072"/>
          <ac:grpSpMkLst>
            <pc:docMk/>
            <pc:sldMk cId="398874412" sldId="492"/>
            <ac:grpSpMk id="41" creationId="{6F6394FE-750A-0F31-1E02-2EA852BCF217}"/>
          </ac:grpSpMkLst>
        </pc:grpChg>
        <pc:grpChg chg="add mod">
          <ac:chgData name="Luis Carlos Guevara Hernandez" userId="946bcc4c-b146-4724-978c-751fab731e0a" providerId="ADAL" clId="{E8E95438-7D72-4151-95E2-CCAFE31D1FDF}" dt="2026-02-22T18:38:32.751" v="2081"/>
          <ac:grpSpMkLst>
            <pc:docMk/>
            <pc:sldMk cId="398874412" sldId="492"/>
            <ac:grpSpMk id="51" creationId="{711B6C73-7C61-FAEB-2B06-DE330048CB4B}"/>
          </ac:grpSpMkLst>
        </pc:grpChg>
        <pc:grpChg chg="add mod">
          <ac:chgData name="Luis Carlos Guevara Hernandez" userId="946bcc4c-b146-4724-978c-751fab731e0a" providerId="ADAL" clId="{E8E95438-7D72-4151-95E2-CCAFE31D1FDF}" dt="2026-02-22T18:38:43.543" v="2085"/>
          <ac:grpSpMkLst>
            <pc:docMk/>
            <pc:sldMk cId="398874412" sldId="492"/>
            <ac:grpSpMk id="54" creationId="{03659E99-D9EF-F014-46CE-BFCEDD826F2D}"/>
          </ac:grpSpMkLst>
        </pc:grpChg>
        <pc:picChg chg="add mod">
          <ac:chgData name="Luis Carlos Guevara Hernandez" userId="946bcc4c-b146-4724-978c-751fab731e0a" providerId="ADAL" clId="{E8E95438-7D72-4151-95E2-CCAFE31D1FDF}" dt="2026-02-22T18:34:13.575" v="2009" actId="1076"/>
          <ac:picMkLst>
            <pc:docMk/>
            <pc:sldMk cId="398874412" sldId="492"/>
            <ac:picMk id="23" creationId="{8C23C753-3BBE-1A54-E11E-2682BBC1C91D}"/>
          </ac:picMkLst>
        </pc:picChg>
        <pc:picChg chg="add mod">
          <ac:chgData name="Luis Carlos Guevara Hernandez" userId="946bcc4c-b146-4724-978c-751fab731e0a" providerId="ADAL" clId="{E8E95438-7D72-4151-95E2-CCAFE31D1FDF}" dt="2026-02-22T18:34:34.065" v="2011"/>
          <ac:picMkLst>
            <pc:docMk/>
            <pc:sldMk cId="398874412" sldId="492"/>
            <ac:picMk id="27" creationId="{304EFB64-DEB6-7BC3-67D7-93A25D4EE0D0}"/>
          </ac:picMkLst>
        </pc:picChg>
      </pc:sldChg>
      <pc:sldChg chg="addSp delSp modSp add mod">
        <pc:chgData name="Luis Carlos Guevara Hernandez" userId="946bcc4c-b146-4724-978c-751fab731e0a" providerId="ADAL" clId="{E8E95438-7D72-4151-95E2-CCAFE31D1FDF}" dt="2026-02-22T20:52:14.900" v="3281" actId="20577"/>
        <pc:sldMkLst>
          <pc:docMk/>
          <pc:sldMk cId="2531341689" sldId="493"/>
        </pc:sldMkLst>
        <pc:spChg chg="add mod">
          <ac:chgData name="Luis Carlos Guevara Hernandez" userId="946bcc4c-b146-4724-978c-751fab731e0a" providerId="ADAL" clId="{E8E95438-7D72-4151-95E2-CCAFE31D1FDF}" dt="2026-02-22T20:52:14.900" v="3281" actId="20577"/>
          <ac:spMkLst>
            <pc:docMk/>
            <pc:sldMk cId="2531341689" sldId="493"/>
            <ac:spMk id="2" creationId="{F0C19B58-6706-8CD4-662F-BEF23C5D6CB0}"/>
          </ac:spMkLst>
        </pc:spChg>
        <pc:spChg chg="add mod">
          <ac:chgData name="Luis Carlos Guevara Hernandez" userId="946bcc4c-b146-4724-978c-751fab731e0a" providerId="ADAL" clId="{E8E95438-7D72-4151-95E2-CCAFE31D1FDF}" dt="2026-02-22T18:44:35.813" v="2168" actId="1076"/>
          <ac:spMkLst>
            <pc:docMk/>
            <pc:sldMk cId="2531341689" sldId="493"/>
            <ac:spMk id="4" creationId="{9B037A00-96B8-2BE7-716B-AF6F200560F3}"/>
          </ac:spMkLst>
        </pc:spChg>
        <pc:spChg chg="mod">
          <ac:chgData name="Luis Carlos Guevara Hernandez" userId="946bcc4c-b146-4724-978c-751fab731e0a" providerId="ADAL" clId="{E8E95438-7D72-4151-95E2-CCAFE31D1FDF}" dt="2026-02-22T18:44:29.511" v="2167"/>
          <ac:spMkLst>
            <pc:docMk/>
            <pc:sldMk cId="2531341689" sldId="493"/>
            <ac:spMk id="7" creationId="{67181547-8053-AA09-1D94-374E75D55B1B}"/>
          </ac:spMkLst>
        </pc:spChg>
        <pc:spChg chg="add mod">
          <ac:chgData name="Luis Carlos Guevara Hernandez" userId="946bcc4c-b146-4724-978c-751fab731e0a" providerId="ADAL" clId="{E8E95438-7D72-4151-95E2-CCAFE31D1FDF}" dt="2026-02-22T18:44:39.697" v="2169" actId="1076"/>
          <ac:spMkLst>
            <pc:docMk/>
            <pc:sldMk cId="2531341689" sldId="493"/>
            <ac:spMk id="12" creationId="{903BE99B-8A6B-C272-23F6-32C874555923}"/>
          </ac:spMkLst>
        </pc:spChg>
        <pc:spChg chg="mod">
          <ac:chgData name="Luis Carlos Guevara Hernandez" userId="946bcc4c-b146-4724-978c-751fab731e0a" providerId="ADAL" clId="{E8E95438-7D72-4151-95E2-CCAFE31D1FDF}" dt="2026-02-22T18:44:29.511" v="2167"/>
          <ac:spMkLst>
            <pc:docMk/>
            <pc:sldMk cId="2531341689" sldId="493"/>
            <ac:spMk id="21" creationId="{AAC74644-A69B-6FBE-1868-E9D769D19244}"/>
          </ac:spMkLst>
        </pc:spChg>
        <pc:spChg chg="mod">
          <ac:chgData name="Luis Carlos Guevara Hernandez" userId="946bcc4c-b146-4724-978c-751fab731e0a" providerId="ADAL" clId="{E8E95438-7D72-4151-95E2-CCAFE31D1FDF}" dt="2026-02-22T18:44:29.511" v="2167"/>
          <ac:spMkLst>
            <pc:docMk/>
            <pc:sldMk cId="2531341689" sldId="493"/>
            <ac:spMk id="23" creationId="{F4D2FA24-A238-98D3-7E08-AFF6A8795E13}"/>
          </ac:spMkLst>
        </pc:spChg>
        <pc:spChg chg="mod">
          <ac:chgData name="Luis Carlos Guevara Hernandez" userId="946bcc4c-b146-4724-978c-751fab731e0a" providerId="ADAL" clId="{E8E95438-7D72-4151-95E2-CCAFE31D1FDF}" dt="2026-02-22T18:44:29.511" v="2167"/>
          <ac:spMkLst>
            <pc:docMk/>
            <pc:sldMk cId="2531341689" sldId="493"/>
            <ac:spMk id="25" creationId="{139A3B9D-8A65-3946-70B3-997B80ADB1D5}"/>
          </ac:spMkLst>
        </pc:spChg>
        <pc:spChg chg="mod">
          <ac:chgData name="Luis Carlos Guevara Hernandez" userId="946bcc4c-b146-4724-978c-751fab731e0a" providerId="ADAL" clId="{E8E95438-7D72-4151-95E2-CCAFE31D1FDF}" dt="2026-02-22T18:44:29.511" v="2167"/>
          <ac:spMkLst>
            <pc:docMk/>
            <pc:sldMk cId="2531341689" sldId="493"/>
            <ac:spMk id="26" creationId="{3C4DF2FC-B3C0-BE4D-6DE1-F252BC142652}"/>
          </ac:spMkLst>
        </pc:spChg>
        <pc:spChg chg="mod">
          <ac:chgData name="Luis Carlos Guevara Hernandez" userId="946bcc4c-b146-4724-978c-751fab731e0a" providerId="ADAL" clId="{E8E95438-7D72-4151-95E2-CCAFE31D1FDF}" dt="2026-02-22T18:44:29.511" v="2167"/>
          <ac:spMkLst>
            <pc:docMk/>
            <pc:sldMk cId="2531341689" sldId="493"/>
            <ac:spMk id="28" creationId="{A360D4FF-892D-CEEA-124F-9E310A9B6193}"/>
          </ac:spMkLst>
        </pc:spChg>
        <pc:spChg chg="mod">
          <ac:chgData name="Luis Carlos Guevara Hernandez" userId="946bcc4c-b146-4724-978c-751fab731e0a" providerId="ADAL" clId="{E8E95438-7D72-4151-95E2-CCAFE31D1FDF}" dt="2026-02-22T18:44:29.511" v="2167"/>
          <ac:spMkLst>
            <pc:docMk/>
            <pc:sldMk cId="2531341689" sldId="493"/>
            <ac:spMk id="29" creationId="{B3F1F378-EAB1-FB03-B7EA-0CFC9728157A}"/>
          </ac:spMkLst>
        </pc:spChg>
        <pc:grpChg chg="mod">
          <ac:chgData name="Luis Carlos Guevara Hernandez" userId="946bcc4c-b146-4724-978c-751fab731e0a" providerId="ADAL" clId="{E8E95438-7D72-4151-95E2-CCAFE31D1FDF}" dt="2026-02-22T18:44:39.697" v="2169" actId="1076"/>
          <ac:grpSpMkLst>
            <pc:docMk/>
            <pc:sldMk cId="2531341689" sldId="493"/>
            <ac:grpSpMk id="5" creationId="{A9F06E6F-0A26-856D-F736-DFDF194AE6A8}"/>
          </ac:grpSpMkLst>
        </pc:grpChg>
        <pc:grpChg chg="mod">
          <ac:chgData name="Luis Carlos Guevara Hernandez" userId="946bcc4c-b146-4724-978c-751fab731e0a" providerId="ADAL" clId="{E8E95438-7D72-4151-95E2-CCAFE31D1FDF}" dt="2026-02-22T18:44:35.813" v="2168" actId="1076"/>
          <ac:grpSpMkLst>
            <pc:docMk/>
            <pc:sldMk cId="2531341689" sldId="493"/>
            <ac:grpSpMk id="13" creationId="{00A0AE82-3353-6C34-7ED7-0A15B6FEE3CB}"/>
          </ac:grpSpMkLst>
        </pc:grpChg>
        <pc:grpChg chg="mod">
          <ac:chgData name="Luis Carlos Guevara Hernandez" userId="946bcc4c-b146-4724-978c-751fab731e0a" providerId="ADAL" clId="{E8E95438-7D72-4151-95E2-CCAFE31D1FDF}" dt="2026-02-22T18:44:35.813" v="2168" actId="1076"/>
          <ac:grpSpMkLst>
            <pc:docMk/>
            <pc:sldMk cId="2531341689" sldId="493"/>
            <ac:grpSpMk id="24" creationId="{9B11B33B-9938-559E-8BE3-D68E1599BFA3}"/>
          </ac:grpSpMkLst>
        </pc:grpChg>
        <pc:grpChg chg="mod">
          <ac:chgData name="Luis Carlos Guevara Hernandez" userId="946bcc4c-b146-4724-978c-751fab731e0a" providerId="ADAL" clId="{E8E95438-7D72-4151-95E2-CCAFE31D1FDF}" dt="2026-02-22T18:44:45.760" v="2170" actId="1076"/>
          <ac:grpSpMkLst>
            <pc:docMk/>
            <pc:sldMk cId="2531341689" sldId="493"/>
            <ac:grpSpMk id="27" creationId="{5BBBF1C6-558A-79B9-B70F-F937678A820F}"/>
          </ac:grpSpMkLst>
        </pc:grpChg>
      </pc:sldChg>
      <pc:sldChg chg="addSp delSp modSp add mod delAnim modAnim">
        <pc:chgData name="Luis Carlos Guevara Hernandez" userId="946bcc4c-b146-4724-978c-751fab731e0a" providerId="ADAL" clId="{E8E95438-7D72-4151-95E2-CCAFE31D1FDF}" dt="2026-02-22T19:08:30.244" v="2286" actId="1076"/>
        <pc:sldMkLst>
          <pc:docMk/>
          <pc:sldMk cId="1779150504" sldId="494"/>
        </pc:sldMkLst>
        <pc:spChg chg="mod">
          <ac:chgData name="Luis Carlos Guevara Hernandez" userId="946bcc4c-b146-4724-978c-751fab731e0a" providerId="ADAL" clId="{E8E95438-7D72-4151-95E2-CCAFE31D1FDF}" dt="2026-02-22T19:05:41.328" v="2249" actId="1036"/>
          <ac:spMkLst>
            <pc:docMk/>
            <pc:sldMk cId="1779150504" sldId="494"/>
            <ac:spMk id="3" creationId="{68EA0E9D-6B0C-CEB7-E372-3E0BBE206401}"/>
          </ac:spMkLst>
        </pc:spChg>
        <pc:spChg chg="mod">
          <ac:chgData name="Luis Carlos Guevara Hernandez" userId="946bcc4c-b146-4724-978c-751fab731e0a" providerId="ADAL" clId="{E8E95438-7D72-4151-95E2-CCAFE31D1FDF}" dt="2026-02-22T18:46:07.236" v="2191" actId="20577"/>
          <ac:spMkLst>
            <pc:docMk/>
            <pc:sldMk cId="1779150504" sldId="494"/>
            <ac:spMk id="36" creationId="{7058DD67-A33E-9E74-1672-D2BACFC91D99}"/>
          </ac:spMkLst>
        </pc:spChg>
        <pc:spChg chg="mod">
          <ac:chgData name="Luis Carlos Guevara Hernandez" userId="946bcc4c-b146-4724-978c-751fab731e0a" providerId="ADAL" clId="{E8E95438-7D72-4151-95E2-CCAFE31D1FDF}" dt="2026-02-22T18:46:50.735" v="2202"/>
          <ac:spMkLst>
            <pc:docMk/>
            <pc:sldMk cId="1779150504" sldId="494"/>
            <ac:spMk id="63" creationId="{203D05A5-D9C4-D730-D759-BA371C05C085}"/>
          </ac:spMkLst>
        </pc:spChg>
        <pc:spChg chg="mod">
          <ac:chgData name="Luis Carlos Guevara Hernandez" userId="946bcc4c-b146-4724-978c-751fab731e0a" providerId="ADAL" clId="{E8E95438-7D72-4151-95E2-CCAFE31D1FDF}" dt="2026-02-22T18:46:50.735" v="2202"/>
          <ac:spMkLst>
            <pc:docMk/>
            <pc:sldMk cId="1779150504" sldId="494"/>
            <ac:spMk id="64" creationId="{C263509F-2946-6716-7822-DBFFB3FFD2A2}"/>
          </ac:spMkLst>
        </pc:spChg>
        <pc:spChg chg="mod">
          <ac:chgData name="Luis Carlos Guevara Hernandez" userId="946bcc4c-b146-4724-978c-751fab731e0a" providerId="ADAL" clId="{E8E95438-7D72-4151-95E2-CCAFE31D1FDF}" dt="2026-02-22T18:46:50.735" v="2202"/>
          <ac:spMkLst>
            <pc:docMk/>
            <pc:sldMk cId="1779150504" sldId="494"/>
            <ac:spMk id="65" creationId="{DFE169F3-59EA-1F46-1A29-F7912810E3D5}"/>
          </ac:spMkLst>
        </pc:spChg>
        <pc:spChg chg="mod">
          <ac:chgData name="Luis Carlos Guevara Hernandez" userId="946bcc4c-b146-4724-978c-751fab731e0a" providerId="ADAL" clId="{E8E95438-7D72-4151-95E2-CCAFE31D1FDF}" dt="2026-02-22T18:46:50.735" v="2202"/>
          <ac:spMkLst>
            <pc:docMk/>
            <pc:sldMk cId="1779150504" sldId="494"/>
            <ac:spMk id="66" creationId="{6D1972C6-864B-D917-8F5F-A0BCDC546F86}"/>
          </ac:spMkLst>
        </pc:spChg>
        <pc:spChg chg="mod">
          <ac:chgData name="Luis Carlos Guevara Hernandez" userId="946bcc4c-b146-4724-978c-751fab731e0a" providerId="ADAL" clId="{E8E95438-7D72-4151-95E2-CCAFE31D1FDF}" dt="2026-02-22T18:46:50.735" v="2202"/>
          <ac:spMkLst>
            <pc:docMk/>
            <pc:sldMk cId="1779150504" sldId="494"/>
            <ac:spMk id="67" creationId="{D620A3BE-3EA4-7FE9-C007-9E9F752E4B32}"/>
          </ac:spMkLst>
        </pc:spChg>
        <pc:spChg chg="mod">
          <ac:chgData name="Luis Carlos Guevara Hernandez" userId="946bcc4c-b146-4724-978c-751fab731e0a" providerId="ADAL" clId="{E8E95438-7D72-4151-95E2-CCAFE31D1FDF}" dt="2026-02-22T18:46:50.735" v="2202"/>
          <ac:spMkLst>
            <pc:docMk/>
            <pc:sldMk cId="1779150504" sldId="494"/>
            <ac:spMk id="70" creationId="{2DD99CC6-BDC8-05FD-9EAF-CE3D7979130C}"/>
          </ac:spMkLst>
        </pc:spChg>
        <pc:spChg chg="mod">
          <ac:chgData name="Luis Carlos Guevara Hernandez" userId="946bcc4c-b146-4724-978c-751fab731e0a" providerId="ADAL" clId="{E8E95438-7D72-4151-95E2-CCAFE31D1FDF}" dt="2026-02-22T18:46:50.735" v="2202"/>
          <ac:spMkLst>
            <pc:docMk/>
            <pc:sldMk cId="1779150504" sldId="494"/>
            <ac:spMk id="71" creationId="{E7D43101-5F54-B622-C083-84D0D4777248}"/>
          </ac:spMkLst>
        </pc:spChg>
        <pc:spChg chg="add mod">
          <ac:chgData name="Luis Carlos Guevara Hernandez" userId="946bcc4c-b146-4724-978c-751fab731e0a" providerId="ADAL" clId="{E8E95438-7D72-4151-95E2-CCAFE31D1FDF}" dt="2026-02-22T19:05:41.328" v="2249" actId="1036"/>
          <ac:spMkLst>
            <pc:docMk/>
            <pc:sldMk cId="1779150504" sldId="494"/>
            <ac:spMk id="74" creationId="{FA5B7BAA-04AD-26CE-4600-7CB59FA9B643}"/>
          </ac:spMkLst>
        </pc:spChg>
        <pc:spChg chg="add mod">
          <ac:chgData name="Luis Carlos Guevara Hernandez" userId="946bcc4c-b146-4724-978c-751fab731e0a" providerId="ADAL" clId="{E8E95438-7D72-4151-95E2-CCAFE31D1FDF}" dt="2026-02-22T19:05:41.328" v="2249" actId="1036"/>
          <ac:spMkLst>
            <pc:docMk/>
            <pc:sldMk cId="1779150504" sldId="494"/>
            <ac:spMk id="75" creationId="{526B7F8F-D799-E1C3-4EED-459881F0B1E5}"/>
          </ac:spMkLst>
        </pc:spChg>
        <pc:spChg chg="mod">
          <ac:chgData name="Luis Carlos Guevara Hernandez" userId="946bcc4c-b146-4724-978c-751fab731e0a" providerId="ADAL" clId="{E8E95438-7D72-4151-95E2-CCAFE31D1FDF}" dt="2026-02-22T19:04:40.034" v="2229" actId="20577"/>
          <ac:spMkLst>
            <pc:docMk/>
            <pc:sldMk cId="1779150504" sldId="494"/>
            <ac:spMk id="77" creationId="{74DC17DA-D59C-0AB1-26EB-294DEC594145}"/>
          </ac:spMkLst>
        </pc:spChg>
        <pc:spChg chg="mod">
          <ac:chgData name="Luis Carlos Guevara Hernandez" userId="946bcc4c-b146-4724-978c-751fab731e0a" providerId="ADAL" clId="{E8E95438-7D72-4151-95E2-CCAFE31D1FDF}" dt="2026-02-22T19:04:27.269" v="2224"/>
          <ac:spMkLst>
            <pc:docMk/>
            <pc:sldMk cId="1779150504" sldId="494"/>
            <ac:spMk id="78" creationId="{52BBBB95-2688-DB6D-E94A-7D81CEA4383C}"/>
          </ac:spMkLst>
        </pc:spChg>
        <pc:spChg chg="mod">
          <ac:chgData name="Luis Carlos Guevara Hernandez" userId="946bcc4c-b146-4724-978c-751fab731e0a" providerId="ADAL" clId="{E8E95438-7D72-4151-95E2-CCAFE31D1FDF}" dt="2026-02-22T19:04:47.534" v="2233" actId="20577"/>
          <ac:spMkLst>
            <pc:docMk/>
            <pc:sldMk cId="1779150504" sldId="494"/>
            <ac:spMk id="80" creationId="{84DFA83C-AE61-48C3-A4A2-E68D3DB82709}"/>
          </ac:spMkLst>
        </pc:spChg>
        <pc:spChg chg="mod">
          <ac:chgData name="Luis Carlos Guevara Hernandez" userId="946bcc4c-b146-4724-978c-751fab731e0a" providerId="ADAL" clId="{E8E95438-7D72-4151-95E2-CCAFE31D1FDF}" dt="2026-02-22T19:04:27.269" v="2224"/>
          <ac:spMkLst>
            <pc:docMk/>
            <pc:sldMk cId="1779150504" sldId="494"/>
            <ac:spMk id="81" creationId="{5CE1127F-1787-8561-F2C6-7FAEAD2B011C}"/>
          </ac:spMkLst>
        </pc:spChg>
        <pc:spChg chg="add mod">
          <ac:chgData name="Luis Carlos Guevara Hernandez" userId="946bcc4c-b146-4724-978c-751fab731e0a" providerId="ADAL" clId="{E8E95438-7D72-4151-95E2-CCAFE31D1FDF}" dt="2026-02-22T19:06:20.976" v="2262" actId="20577"/>
          <ac:spMkLst>
            <pc:docMk/>
            <pc:sldMk cId="1779150504" sldId="494"/>
            <ac:spMk id="84" creationId="{99590A04-668D-EF78-D312-80076AFD6E6F}"/>
          </ac:spMkLst>
        </pc:spChg>
        <pc:spChg chg="add mod">
          <ac:chgData name="Luis Carlos Guevara Hernandez" userId="946bcc4c-b146-4724-978c-751fab731e0a" providerId="ADAL" clId="{E8E95438-7D72-4151-95E2-CCAFE31D1FDF}" dt="2026-02-22T19:08:30.244" v="2286" actId="1076"/>
          <ac:spMkLst>
            <pc:docMk/>
            <pc:sldMk cId="1779150504" sldId="494"/>
            <ac:spMk id="85" creationId="{D2E3E3A0-0430-B69E-5E0A-250E7399E0FA}"/>
          </ac:spMkLst>
        </pc:spChg>
        <pc:spChg chg="add mod">
          <ac:chgData name="Luis Carlos Guevara Hernandez" userId="946bcc4c-b146-4724-978c-751fab731e0a" providerId="ADAL" clId="{E8E95438-7D72-4151-95E2-CCAFE31D1FDF}" dt="2026-02-22T19:08:30.244" v="2286" actId="1076"/>
          <ac:spMkLst>
            <pc:docMk/>
            <pc:sldMk cId="1779150504" sldId="494"/>
            <ac:spMk id="86" creationId="{3B266A08-6B66-F52F-5D83-37FCF14E396C}"/>
          </ac:spMkLst>
        </pc:spChg>
        <pc:spChg chg="mod">
          <ac:chgData name="Luis Carlos Guevara Hernandez" userId="946bcc4c-b146-4724-978c-751fab731e0a" providerId="ADAL" clId="{E8E95438-7D72-4151-95E2-CCAFE31D1FDF}" dt="2026-02-22T19:07:32.116" v="2269" actId="14100"/>
          <ac:spMkLst>
            <pc:docMk/>
            <pc:sldMk cId="1779150504" sldId="494"/>
            <ac:spMk id="88" creationId="{665BD034-7B9B-4444-F5C6-41F0D5486465}"/>
          </ac:spMkLst>
        </pc:spChg>
        <pc:spChg chg="mod">
          <ac:chgData name="Luis Carlos Guevara Hernandez" userId="946bcc4c-b146-4724-978c-751fab731e0a" providerId="ADAL" clId="{E8E95438-7D72-4151-95E2-CCAFE31D1FDF}" dt="2026-02-22T19:07:28.775" v="2268"/>
          <ac:spMkLst>
            <pc:docMk/>
            <pc:sldMk cId="1779150504" sldId="494"/>
            <ac:spMk id="89" creationId="{2EB511CE-163E-8F33-4C9A-F844AEF0E409}"/>
          </ac:spMkLst>
        </pc:spChg>
        <pc:spChg chg="mod">
          <ac:chgData name="Luis Carlos Guevara Hernandez" userId="946bcc4c-b146-4724-978c-751fab731e0a" providerId="ADAL" clId="{E8E95438-7D72-4151-95E2-CCAFE31D1FDF}" dt="2026-02-22T19:08:02.248" v="2277" actId="20577"/>
          <ac:spMkLst>
            <pc:docMk/>
            <pc:sldMk cId="1779150504" sldId="494"/>
            <ac:spMk id="91" creationId="{B35DAD71-4A59-38CE-642A-D5EE5AD66DF5}"/>
          </ac:spMkLst>
        </pc:spChg>
        <pc:spChg chg="mod">
          <ac:chgData name="Luis Carlos Guevara Hernandez" userId="946bcc4c-b146-4724-978c-751fab731e0a" providerId="ADAL" clId="{E8E95438-7D72-4151-95E2-CCAFE31D1FDF}" dt="2026-02-22T19:07:51.153" v="2275" actId="20577"/>
          <ac:spMkLst>
            <pc:docMk/>
            <pc:sldMk cId="1779150504" sldId="494"/>
            <ac:spMk id="92" creationId="{1D277D9A-A689-9438-9E60-30341D3A4CF2}"/>
          </ac:spMkLst>
        </pc:spChg>
        <pc:spChg chg="mod">
          <ac:chgData name="Luis Carlos Guevara Hernandez" userId="946bcc4c-b146-4724-978c-751fab731e0a" providerId="ADAL" clId="{E8E95438-7D72-4151-95E2-CCAFE31D1FDF}" dt="2026-02-22T19:08:12.069" v="2281"/>
          <ac:spMkLst>
            <pc:docMk/>
            <pc:sldMk cId="1779150504" sldId="494"/>
            <ac:spMk id="94" creationId="{92CE8D07-593A-F1E8-F16C-3C76174B6536}"/>
          </ac:spMkLst>
        </pc:spChg>
        <pc:spChg chg="mod">
          <ac:chgData name="Luis Carlos Guevara Hernandez" userId="946bcc4c-b146-4724-978c-751fab731e0a" providerId="ADAL" clId="{E8E95438-7D72-4151-95E2-CCAFE31D1FDF}" dt="2026-02-22T19:08:12.069" v="2281"/>
          <ac:spMkLst>
            <pc:docMk/>
            <pc:sldMk cId="1779150504" sldId="494"/>
            <ac:spMk id="95" creationId="{2C1D5843-AB83-4388-7FC0-20EEF8D50FF7}"/>
          </ac:spMkLst>
        </pc:spChg>
        <pc:spChg chg="mod">
          <ac:chgData name="Luis Carlos Guevara Hernandez" userId="946bcc4c-b146-4724-978c-751fab731e0a" providerId="ADAL" clId="{E8E95438-7D72-4151-95E2-CCAFE31D1FDF}" dt="2026-02-22T19:08:20.363" v="2285"/>
          <ac:spMkLst>
            <pc:docMk/>
            <pc:sldMk cId="1779150504" sldId="494"/>
            <ac:spMk id="97" creationId="{61C4616D-FA83-8199-3C9C-FAD73BEBD0A4}"/>
          </ac:spMkLst>
        </pc:spChg>
        <pc:spChg chg="mod">
          <ac:chgData name="Luis Carlos Guevara Hernandez" userId="946bcc4c-b146-4724-978c-751fab731e0a" providerId="ADAL" clId="{E8E95438-7D72-4151-95E2-CCAFE31D1FDF}" dt="2026-02-22T19:08:13.981" v="2282"/>
          <ac:spMkLst>
            <pc:docMk/>
            <pc:sldMk cId="1779150504" sldId="494"/>
            <ac:spMk id="98" creationId="{FC23DCCF-AFFB-1AB3-09AF-D025F4CD5FE0}"/>
          </ac:spMkLst>
        </pc:spChg>
        <pc:grpChg chg="add mod">
          <ac:chgData name="Luis Carlos Guevara Hernandez" userId="946bcc4c-b146-4724-978c-751fab731e0a" providerId="ADAL" clId="{E8E95438-7D72-4151-95E2-CCAFE31D1FDF}" dt="2026-02-22T18:46:50.735" v="2202"/>
          <ac:grpSpMkLst>
            <pc:docMk/>
            <pc:sldMk cId="1779150504" sldId="494"/>
            <ac:grpSpMk id="62" creationId="{FAE65547-3920-7702-0495-923030C19248}"/>
          </ac:grpSpMkLst>
        </pc:grpChg>
        <pc:grpChg chg="add mod">
          <ac:chgData name="Luis Carlos Guevara Hernandez" userId="946bcc4c-b146-4724-978c-751fab731e0a" providerId="ADAL" clId="{E8E95438-7D72-4151-95E2-CCAFE31D1FDF}" dt="2026-02-22T19:05:41.328" v="2249" actId="1036"/>
          <ac:grpSpMkLst>
            <pc:docMk/>
            <pc:sldMk cId="1779150504" sldId="494"/>
            <ac:grpSpMk id="76" creationId="{6BF0E0F6-A5CD-714C-4071-F3115A34470D}"/>
          </ac:grpSpMkLst>
        </pc:grpChg>
        <pc:grpChg chg="add mod">
          <ac:chgData name="Luis Carlos Guevara Hernandez" userId="946bcc4c-b146-4724-978c-751fab731e0a" providerId="ADAL" clId="{E8E95438-7D72-4151-95E2-CCAFE31D1FDF}" dt="2026-02-22T19:05:41.328" v="2249" actId="1036"/>
          <ac:grpSpMkLst>
            <pc:docMk/>
            <pc:sldMk cId="1779150504" sldId="494"/>
            <ac:grpSpMk id="79" creationId="{15C94636-F3FB-7D47-2EEA-88DBA6B7CBB2}"/>
          </ac:grpSpMkLst>
        </pc:grpChg>
        <pc:grpChg chg="add mod">
          <ac:chgData name="Luis Carlos Guevara Hernandez" userId="946bcc4c-b146-4724-978c-751fab731e0a" providerId="ADAL" clId="{E8E95438-7D72-4151-95E2-CCAFE31D1FDF}" dt="2026-02-22T19:08:30.244" v="2286" actId="1076"/>
          <ac:grpSpMkLst>
            <pc:docMk/>
            <pc:sldMk cId="1779150504" sldId="494"/>
            <ac:grpSpMk id="87" creationId="{CA37600C-9201-05FE-92D3-FA87B4CBD948}"/>
          </ac:grpSpMkLst>
        </pc:grpChg>
        <pc:grpChg chg="add mod">
          <ac:chgData name="Luis Carlos Guevara Hernandez" userId="946bcc4c-b146-4724-978c-751fab731e0a" providerId="ADAL" clId="{E8E95438-7D72-4151-95E2-CCAFE31D1FDF}" dt="2026-02-22T19:08:30.244" v="2286" actId="1076"/>
          <ac:grpSpMkLst>
            <pc:docMk/>
            <pc:sldMk cId="1779150504" sldId="494"/>
            <ac:grpSpMk id="90" creationId="{B824D3C0-98DA-4BAD-42DE-09C496AB71D8}"/>
          </ac:grpSpMkLst>
        </pc:grpChg>
        <pc:grpChg chg="add mod">
          <ac:chgData name="Luis Carlos Guevara Hernandez" userId="946bcc4c-b146-4724-978c-751fab731e0a" providerId="ADAL" clId="{E8E95438-7D72-4151-95E2-CCAFE31D1FDF}" dt="2026-02-22T19:08:30.244" v="2286" actId="1076"/>
          <ac:grpSpMkLst>
            <pc:docMk/>
            <pc:sldMk cId="1779150504" sldId="494"/>
            <ac:grpSpMk id="93" creationId="{00EF1621-ACAF-7549-BA68-A0FDB01B66BB}"/>
          </ac:grpSpMkLst>
        </pc:grpChg>
        <pc:grpChg chg="add mod">
          <ac:chgData name="Luis Carlos Guevara Hernandez" userId="946bcc4c-b146-4724-978c-751fab731e0a" providerId="ADAL" clId="{E8E95438-7D72-4151-95E2-CCAFE31D1FDF}" dt="2026-02-22T19:08:30.244" v="2286" actId="1076"/>
          <ac:grpSpMkLst>
            <pc:docMk/>
            <pc:sldMk cId="1779150504" sldId="494"/>
            <ac:grpSpMk id="96" creationId="{EF0A6636-EC6B-B23B-9975-A8BC1CF8CC5B}"/>
          </ac:grpSpMkLst>
        </pc:grpChg>
        <pc:cxnChg chg="mod">
          <ac:chgData name="Luis Carlos Guevara Hernandez" userId="946bcc4c-b146-4724-978c-751fab731e0a" providerId="ADAL" clId="{E8E95438-7D72-4151-95E2-CCAFE31D1FDF}" dt="2026-02-22T18:46:50.735" v="2202"/>
          <ac:cxnSpMkLst>
            <pc:docMk/>
            <pc:sldMk cId="1779150504" sldId="494"/>
            <ac:cxnSpMk id="68" creationId="{8FA34321-ADFD-D91A-9B8D-CFBB83A21103}"/>
          </ac:cxnSpMkLst>
        </pc:cxnChg>
        <pc:cxnChg chg="mod">
          <ac:chgData name="Luis Carlos Guevara Hernandez" userId="946bcc4c-b146-4724-978c-751fab731e0a" providerId="ADAL" clId="{E8E95438-7D72-4151-95E2-CCAFE31D1FDF}" dt="2026-02-22T18:46:50.735" v="2202"/>
          <ac:cxnSpMkLst>
            <pc:docMk/>
            <pc:sldMk cId="1779150504" sldId="494"/>
            <ac:cxnSpMk id="72" creationId="{B6688B9C-ABED-C300-3D7F-0D3B62C641F0}"/>
          </ac:cxnSpMkLst>
        </pc:cxnChg>
      </pc:sldChg>
      <pc:sldChg chg="addSp delSp modSp add mod addAnim delAnim">
        <pc:chgData name="Luis Carlos Guevara Hernandez" userId="946bcc4c-b146-4724-978c-751fab731e0a" providerId="ADAL" clId="{E8E95438-7D72-4151-95E2-CCAFE31D1FDF}" dt="2026-02-22T19:18:38.244" v="2481" actId="1076"/>
        <pc:sldMkLst>
          <pc:docMk/>
          <pc:sldMk cId="2540976412" sldId="495"/>
        </pc:sldMkLst>
        <pc:spChg chg="mod">
          <ac:chgData name="Luis Carlos Guevara Hernandez" userId="946bcc4c-b146-4724-978c-751fab731e0a" providerId="ADAL" clId="{E8E95438-7D72-4151-95E2-CCAFE31D1FDF}" dt="2026-02-22T19:09:49.703" v="2293"/>
          <ac:spMkLst>
            <pc:docMk/>
            <pc:sldMk cId="2540976412" sldId="495"/>
            <ac:spMk id="22" creationId="{A9375946-7991-2791-39A7-C314DA98F090}"/>
          </ac:spMkLst>
        </pc:spChg>
        <pc:spChg chg="mod">
          <ac:chgData name="Luis Carlos Guevara Hernandez" userId="946bcc4c-b146-4724-978c-751fab731e0a" providerId="ADAL" clId="{E8E95438-7D72-4151-95E2-CCAFE31D1FDF}" dt="2026-02-22T19:12:17.419" v="2329" actId="1035"/>
          <ac:spMkLst>
            <pc:docMk/>
            <pc:sldMk cId="2540976412" sldId="495"/>
            <ac:spMk id="23" creationId="{32B07A5E-0B97-22DB-2A2F-6111009AB7AA}"/>
          </ac:spMkLst>
        </pc:spChg>
        <pc:spChg chg="mod">
          <ac:chgData name="Luis Carlos Guevara Hernandez" userId="946bcc4c-b146-4724-978c-751fab731e0a" providerId="ADAL" clId="{E8E95438-7D72-4151-95E2-CCAFE31D1FDF}" dt="2026-02-22T19:09:49.703" v="2293"/>
          <ac:spMkLst>
            <pc:docMk/>
            <pc:sldMk cId="2540976412" sldId="495"/>
            <ac:spMk id="24" creationId="{7A72E258-21CC-F39A-F917-58E897A4C86F}"/>
          </ac:spMkLst>
        </pc:spChg>
        <pc:spChg chg="mod">
          <ac:chgData name="Luis Carlos Guevara Hernandez" userId="946bcc4c-b146-4724-978c-751fab731e0a" providerId="ADAL" clId="{E8E95438-7D72-4151-95E2-CCAFE31D1FDF}" dt="2026-02-22T19:09:49.703" v="2293"/>
          <ac:spMkLst>
            <pc:docMk/>
            <pc:sldMk cId="2540976412" sldId="495"/>
            <ac:spMk id="25" creationId="{DB636A20-7DCE-3BAD-EB2E-C21CC933F6D4}"/>
          </ac:spMkLst>
        </pc:spChg>
        <pc:spChg chg="mod">
          <ac:chgData name="Luis Carlos Guevara Hernandez" userId="946bcc4c-b146-4724-978c-751fab731e0a" providerId="ADAL" clId="{E8E95438-7D72-4151-95E2-CCAFE31D1FDF}" dt="2026-02-22T19:09:49.703" v="2293"/>
          <ac:spMkLst>
            <pc:docMk/>
            <pc:sldMk cId="2540976412" sldId="495"/>
            <ac:spMk id="26" creationId="{6FCF659E-F393-7B30-391B-8D8E340CA0BA}"/>
          </ac:spMkLst>
        </pc:spChg>
        <pc:spChg chg="mod">
          <ac:chgData name="Luis Carlos Guevara Hernandez" userId="946bcc4c-b146-4724-978c-751fab731e0a" providerId="ADAL" clId="{E8E95438-7D72-4151-95E2-CCAFE31D1FDF}" dt="2026-02-22T19:09:49.703" v="2293"/>
          <ac:spMkLst>
            <pc:docMk/>
            <pc:sldMk cId="2540976412" sldId="495"/>
            <ac:spMk id="28" creationId="{19C68269-1293-84B1-1A96-A006DC5B03D3}"/>
          </ac:spMkLst>
        </pc:spChg>
        <pc:spChg chg="mod">
          <ac:chgData name="Luis Carlos Guevara Hernandez" userId="946bcc4c-b146-4724-978c-751fab731e0a" providerId="ADAL" clId="{E8E95438-7D72-4151-95E2-CCAFE31D1FDF}" dt="2026-02-22T19:14:14.623" v="2370" actId="14100"/>
          <ac:spMkLst>
            <pc:docMk/>
            <pc:sldMk cId="2540976412" sldId="495"/>
            <ac:spMk id="31" creationId="{A7D68A22-0A43-FB8B-1557-692541911674}"/>
          </ac:spMkLst>
        </pc:spChg>
        <pc:spChg chg="mod">
          <ac:chgData name="Luis Carlos Guevara Hernandez" userId="946bcc4c-b146-4724-978c-751fab731e0a" providerId="ADAL" clId="{E8E95438-7D72-4151-95E2-CCAFE31D1FDF}" dt="2026-02-22T19:12:24.348" v="2331"/>
          <ac:spMkLst>
            <pc:docMk/>
            <pc:sldMk cId="2540976412" sldId="495"/>
            <ac:spMk id="32" creationId="{2E6811C1-B911-D635-03B7-F6464FD75F00}"/>
          </ac:spMkLst>
        </pc:spChg>
        <pc:spChg chg="mod">
          <ac:chgData name="Luis Carlos Guevara Hernandez" userId="946bcc4c-b146-4724-978c-751fab731e0a" providerId="ADAL" clId="{E8E95438-7D72-4151-95E2-CCAFE31D1FDF}" dt="2026-02-22T19:14:33.567" v="2387" actId="404"/>
          <ac:spMkLst>
            <pc:docMk/>
            <pc:sldMk cId="2540976412" sldId="495"/>
            <ac:spMk id="35" creationId="{19AC2C0D-9D95-74EA-4B44-603FF4B50E6C}"/>
          </ac:spMkLst>
        </pc:spChg>
        <pc:spChg chg="mod">
          <ac:chgData name="Luis Carlos Guevara Hernandez" userId="946bcc4c-b146-4724-978c-751fab731e0a" providerId="ADAL" clId="{E8E95438-7D72-4151-95E2-CCAFE31D1FDF}" dt="2026-02-22T19:09:43.038" v="2290" actId="14100"/>
          <ac:spMkLst>
            <pc:docMk/>
            <pc:sldMk cId="2540976412" sldId="495"/>
            <ac:spMk id="36" creationId="{17BF9A6F-5D02-0642-B1C0-B2CC924AB430}"/>
          </ac:spMkLst>
        </pc:spChg>
        <pc:spChg chg="mod">
          <ac:chgData name="Luis Carlos Guevara Hernandez" userId="946bcc4c-b146-4724-978c-751fab731e0a" providerId="ADAL" clId="{E8E95438-7D72-4151-95E2-CCAFE31D1FDF}" dt="2026-02-22T19:12:45.038" v="2335"/>
          <ac:spMkLst>
            <pc:docMk/>
            <pc:sldMk cId="2540976412" sldId="495"/>
            <ac:spMk id="37" creationId="{DE17BDA2-126C-6268-CBC9-570E19193F59}"/>
          </ac:spMkLst>
        </pc:spChg>
        <pc:spChg chg="mod">
          <ac:chgData name="Luis Carlos Guevara Hernandez" userId="946bcc4c-b146-4724-978c-751fab731e0a" providerId="ADAL" clId="{E8E95438-7D72-4151-95E2-CCAFE31D1FDF}" dt="2026-02-22T19:09:49.703" v="2293"/>
          <ac:spMkLst>
            <pc:docMk/>
            <pc:sldMk cId="2540976412" sldId="495"/>
            <ac:spMk id="39" creationId="{58A86A72-C8DB-FD4E-D9F9-2546C747D089}"/>
          </ac:spMkLst>
        </pc:spChg>
        <pc:spChg chg="mod">
          <ac:chgData name="Luis Carlos Guevara Hernandez" userId="946bcc4c-b146-4724-978c-751fab731e0a" providerId="ADAL" clId="{E8E95438-7D72-4151-95E2-CCAFE31D1FDF}" dt="2026-02-22T19:09:49.703" v="2293"/>
          <ac:spMkLst>
            <pc:docMk/>
            <pc:sldMk cId="2540976412" sldId="495"/>
            <ac:spMk id="40" creationId="{A3FACF8D-8058-2783-0863-4BA3E617551A}"/>
          </ac:spMkLst>
        </pc:spChg>
        <pc:spChg chg="add mod">
          <ac:chgData name="Luis Carlos Guevara Hernandez" userId="946bcc4c-b146-4724-978c-751fab731e0a" providerId="ADAL" clId="{E8E95438-7D72-4151-95E2-CCAFE31D1FDF}" dt="2026-02-22T19:18:38.244" v="2481" actId="1076"/>
          <ac:spMkLst>
            <pc:docMk/>
            <pc:sldMk cId="2540976412" sldId="495"/>
            <ac:spMk id="49" creationId="{E95A0314-C991-1E74-AA68-0AB290D3ADD9}"/>
          </ac:spMkLst>
        </pc:spChg>
        <pc:spChg chg="mod">
          <ac:chgData name="Luis Carlos Guevara Hernandez" userId="946bcc4c-b146-4724-978c-751fab731e0a" providerId="ADAL" clId="{E8E95438-7D72-4151-95E2-CCAFE31D1FDF}" dt="2026-02-22T19:16:09.297" v="2452" actId="20577"/>
          <ac:spMkLst>
            <pc:docMk/>
            <pc:sldMk cId="2540976412" sldId="495"/>
            <ac:spMk id="51" creationId="{E458EC80-31E6-A821-1869-247419B341FF}"/>
          </ac:spMkLst>
        </pc:spChg>
        <pc:spChg chg="mod">
          <ac:chgData name="Luis Carlos Guevara Hernandez" userId="946bcc4c-b146-4724-978c-751fab731e0a" providerId="ADAL" clId="{E8E95438-7D72-4151-95E2-CCAFE31D1FDF}" dt="2026-02-22T19:15:38.529" v="2440"/>
          <ac:spMkLst>
            <pc:docMk/>
            <pc:sldMk cId="2540976412" sldId="495"/>
            <ac:spMk id="52" creationId="{A971E4BC-148F-D763-55B6-E4E9F1B9FC45}"/>
          </ac:spMkLst>
        </pc:spChg>
        <pc:grpChg chg="add mod">
          <ac:chgData name="Luis Carlos Guevara Hernandez" userId="946bcc4c-b146-4724-978c-751fab731e0a" providerId="ADAL" clId="{E8E95438-7D72-4151-95E2-CCAFE31D1FDF}" dt="2026-02-22T19:09:49.703" v="2293"/>
          <ac:grpSpMkLst>
            <pc:docMk/>
            <pc:sldMk cId="2540976412" sldId="495"/>
            <ac:grpSpMk id="21" creationId="{F5074B42-E8BE-0E1B-A8E4-20D886D6B2E6}"/>
          </ac:grpSpMkLst>
        </pc:grpChg>
        <pc:grpChg chg="mod">
          <ac:chgData name="Luis Carlos Guevara Hernandez" userId="946bcc4c-b146-4724-978c-751fab731e0a" providerId="ADAL" clId="{E8E95438-7D72-4151-95E2-CCAFE31D1FDF}" dt="2026-02-22T19:16:34.495" v="2466" actId="1035"/>
          <ac:grpSpMkLst>
            <pc:docMk/>
            <pc:sldMk cId="2540976412" sldId="495"/>
            <ac:grpSpMk id="30" creationId="{092AE4B5-9BDB-1FDD-4249-85330B5AFA36}"/>
          </ac:grpSpMkLst>
        </pc:grpChg>
        <pc:grpChg chg="mod">
          <ac:chgData name="Luis Carlos Guevara Hernandez" userId="946bcc4c-b146-4724-978c-751fab731e0a" providerId="ADAL" clId="{E8E95438-7D72-4151-95E2-CCAFE31D1FDF}" dt="2026-02-22T19:16:34.495" v="2466" actId="1035"/>
          <ac:grpSpMkLst>
            <pc:docMk/>
            <pc:sldMk cId="2540976412" sldId="495"/>
            <ac:grpSpMk id="33" creationId="{FBCF968C-6CE3-B196-286A-64CBF2CC5BB0}"/>
          </ac:grpSpMkLst>
        </pc:grpChg>
        <pc:grpChg chg="mod">
          <ac:chgData name="Luis Carlos Guevara Hernandez" userId="946bcc4c-b146-4724-978c-751fab731e0a" providerId="ADAL" clId="{E8E95438-7D72-4151-95E2-CCAFE31D1FDF}" dt="2026-02-22T19:16:34.495" v="2466" actId="1035"/>
          <ac:grpSpMkLst>
            <pc:docMk/>
            <pc:sldMk cId="2540976412" sldId="495"/>
            <ac:grpSpMk id="50" creationId="{07BEB820-F9BD-6960-0490-2BED63F93BB0}"/>
          </ac:grpSpMkLst>
        </pc:grpChg>
        <pc:graphicFrameChg chg="add del mod modGraphic">
          <ac:chgData name="Luis Carlos Guevara Hernandez" userId="946bcc4c-b146-4724-978c-751fab731e0a" providerId="ADAL" clId="{E8E95438-7D72-4151-95E2-CCAFE31D1FDF}" dt="2026-02-22T19:16:30.401" v="2456" actId="14734"/>
          <ac:graphicFrameMkLst>
            <pc:docMk/>
            <pc:sldMk cId="2540976412" sldId="495"/>
            <ac:graphicFrameMk id="27" creationId="{1705CC3C-7122-BE4A-9681-88BA776B11A0}"/>
          </ac:graphicFrameMkLst>
        </pc:graphicFrameChg>
        <pc:cxnChg chg="mod">
          <ac:chgData name="Luis Carlos Guevara Hernandez" userId="946bcc4c-b146-4724-978c-751fab731e0a" providerId="ADAL" clId="{E8E95438-7D72-4151-95E2-CCAFE31D1FDF}" dt="2026-02-22T19:09:49.703" v="2293"/>
          <ac:cxnSpMkLst>
            <pc:docMk/>
            <pc:sldMk cId="2540976412" sldId="495"/>
            <ac:cxnSpMk id="34" creationId="{942F7A22-7D00-9CBC-15B8-734F2C193F51}"/>
          </ac:cxnSpMkLst>
        </pc:cxnChg>
        <pc:cxnChg chg="mod">
          <ac:chgData name="Luis Carlos Guevara Hernandez" userId="946bcc4c-b146-4724-978c-751fab731e0a" providerId="ADAL" clId="{E8E95438-7D72-4151-95E2-CCAFE31D1FDF}" dt="2026-02-22T19:09:49.703" v="2293"/>
          <ac:cxnSpMkLst>
            <pc:docMk/>
            <pc:sldMk cId="2540976412" sldId="495"/>
            <ac:cxnSpMk id="44" creationId="{50D266E4-E109-9A07-6DD4-FC60688C7A96}"/>
          </ac:cxnSpMkLst>
        </pc:cxnChg>
      </pc:sldChg>
      <pc:sldChg chg="addSp delSp modSp add mod delAnim modAnim">
        <pc:chgData name="Luis Carlos Guevara Hernandez" userId="946bcc4c-b146-4724-978c-751fab731e0a" providerId="ADAL" clId="{E8E95438-7D72-4151-95E2-CCAFE31D1FDF}" dt="2026-02-22T19:23:19.924" v="2558" actId="1036"/>
        <pc:sldMkLst>
          <pc:docMk/>
          <pc:sldMk cId="1280076179" sldId="496"/>
        </pc:sldMkLst>
        <pc:spChg chg="mod">
          <ac:chgData name="Luis Carlos Guevara Hernandez" userId="946bcc4c-b146-4724-978c-751fab731e0a" providerId="ADAL" clId="{E8E95438-7D72-4151-95E2-CCAFE31D1FDF}" dt="2026-02-22T19:19:09.433" v="2486"/>
          <ac:spMkLst>
            <pc:docMk/>
            <pc:sldMk cId="1280076179" sldId="496"/>
            <ac:spMk id="22" creationId="{DCDD60D0-1768-F3BD-BBF3-71924B181581}"/>
          </ac:spMkLst>
        </pc:spChg>
        <pc:spChg chg="mod">
          <ac:chgData name="Luis Carlos Guevara Hernandez" userId="946bcc4c-b146-4724-978c-751fab731e0a" providerId="ADAL" clId="{E8E95438-7D72-4151-95E2-CCAFE31D1FDF}" dt="2026-02-22T19:19:09.433" v="2486"/>
          <ac:spMkLst>
            <pc:docMk/>
            <pc:sldMk cId="1280076179" sldId="496"/>
            <ac:spMk id="24" creationId="{5857E489-DC78-0E83-EBCA-7C5CDA169F23}"/>
          </ac:spMkLst>
        </pc:spChg>
        <pc:spChg chg="mod">
          <ac:chgData name="Luis Carlos Guevara Hernandez" userId="946bcc4c-b146-4724-978c-751fab731e0a" providerId="ADAL" clId="{E8E95438-7D72-4151-95E2-CCAFE31D1FDF}" dt="2026-02-22T19:19:09.433" v="2486"/>
          <ac:spMkLst>
            <pc:docMk/>
            <pc:sldMk cId="1280076179" sldId="496"/>
            <ac:spMk id="25" creationId="{F92DE88F-ED42-2280-436C-CA58CD0196CB}"/>
          </ac:spMkLst>
        </pc:spChg>
        <pc:spChg chg="mod">
          <ac:chgData name="Luis Carlos Guevara Hernandez" userId="946bcc4c-b146-4724-978c-751fab731e0a" providerId="ADAL" clId="{E8E95438-7D72-4151-95E2-CCAFE31D1FDF}" dt="2026-02-22T19:19:09.433" v="2486"/>
          <ac:spMkLst>
            <pc:docMk/>
            <pc:sldMk cId="1280076179" sldId="496"/>
            <ac:spMk id="26" creationId="{2332B1B0-D25B-FDEA-CD6F-22188F17BC4C}"/>
          </ac:spMkLst>
        </pc:spChg>
        <pc:spChg chg="mod">
          <ac:chgData name="Luis Carlos Guevara Hernandez" userId="946bcc4c-b146-4724-978c-751fab731e0a" providerId="ADAL" clId="{E8E95438-7D72-4151-95E2-CCAFE31D1FDF}" dt="2026-02-22T19:19:09.433" v="2486"/>
          <ac:spMkLst>
            <pc:docMk/>
            <pc:sldMk cId="1280076179" sldId="496"/>
            <ac:spMk id="28" creationId="{F1CC028E-7A2E-F0B8-35C4-586CD498DAB7}"/>
          </ac:spMkLst>
        </pc:spChg>
        <pc:spChg chg="mod">
          <ac:chgData name="Luis Carlos Guevara Hernandez" userId="946bcc4c-b146-4724-978c-751fab731e0a" providerId="ADAL" clId="{E8E95438-7D72-4151-95E2-CCAFE31D1FDF}" dt="2026-02-22T19:23:19.924" v="2558" actId="1036"/>
          <ac:spMkLst>
            <pc:docMk/>
            <pc:sldMk cId="1280076179" sldId="496"/>
            <ac:spMk id="30" creationId="{77381D90-EE0E-5D13-2A3C-215573931BC6}"/>
          </ac:spMkLst>
        </pc:spChg>
        <pc:spChg chg="mod">
          <ac:chgData name="Luis Carlos Guevara Hernandez" userId="946bcc4c-b146-4724-978c-751fab731e0a" providerId="ADAL" clId="{E8E95438-7D72-4151-95E2-CCAFE31D1FDF}" dt="2026-02-22T19:23:19.924" v="2558" actId="1036"/>
          <ac:spMkLst>
            <pc:docMk/>
            <pc:sldMk cId="1280076179" sldId="496"/>
            <ac:spMk id="31" creationId="{293462A4-D191-FFB0-7816-0DC9C7DAA17B}"/>
          </ac:spMkLst>
        </pc:spChg>
        <pc:spChg chg="mod">
          <ac:chgData name="Luis Carlos Guevara Hernandez" userId="946bcc4c-b146-4724-978c-751fab731e0a" providerId="ADAL" clId="{E8E95438-7D72-4151-95E2-CCAFE31D1FDF}" dt="2026-02-22T19:23:19.924" v="2558" actId="1036"/>
          <ac:spMkLst>
            <pc:docMk/>
            <pc:sldMk cId="1280076179" sldId="496"/>
            <ac:spMk id="32" creationId="{60D06285-E58F-1E83-99FA-42CF8383709E}"/>
          </ac:spMkLst>
        </pc:spChg>
        <pc:spChg chg="mod">
          <ac:chgData name="Luis Carlos Guevara Hernandez" userId="946bcc4c-b146-4724-978c-751fab731e0a" providerId="ADAL" clId="{E8E95438-7D72-4151-95E2-CCAFE31D1FDF}" dt="2026-02-22T19:23:19.924" v="2558" actId="1036"/>
          <ac:spMkLst>
            <pc:docMk/>
            <pc:sldMk cId="1280076179" sldId="496"/>
            <ac:spMk id="33" creationId="{8259BE72-0BBF-65F7-147C-E9BA5A13FD47}"/>
          </ac:spMkLst>
        </pc:spChg>
        <pc:spChg chg="mod">
          <ac:chgData name="Luis Carlos Guevara Hernandez" userId="946bcc4c-b146-4724-978c-751fab731e0a" providerId="ADAL" clId="{E8E95438-7D72-4151-95E2-CCAFE31D1FDF}" dt="2026-02-22T19:19:09.433" v="2486"/>
          <ac:spMkLst>
            <pc:docMk/>
            <pc:sldMk cId="1280076179" sldId="496"/>
            <ac:spMk id="37" creationId="{FF947ED9-514F-082D-13EA-DA3FE59D48A5}"/>
          </ac:spMkLst>
        </pc:spChg>
        <pc:spChg chg="mod">
          <ac:chgData name="Luis Carlos Guevara Hernandez" userId="946bcc4c-b146-4724-978c-751fab731e0a" providerId="ADAL" clId="{E8E95438-7D72-4151-95E2-CCAFE31D1FDF}" dt="2026-02-22T19:19:09.433" v="2486"/>
          <ac:spMkLst>
            <pc:docMk/>
            <pc:sldMk cId="1280076179" sldId="496"/>
            <ac:spMk id="38" creationId="{B287B3DE-F15C-4DEE-B7DD-B232ECC7022E}"/>
          </ac:spMkLst>
        </pc:spChg>
        <pc:spChg chg="mod">
          <ac:chgData name="Luis Carlos Guevara Hernandez" userId="946bcc4c-b146-4724-978c-751fab731e0a" providerId="ADAL" clId="{E8E95438-7D72-4151-95E2-CCAFE31D1FDF}" dt="2026-02-22T19:22:24.188" v="2533" actId="20577"/>
          <ac:spMkLst>
            <pc:docMk/>
            <pc:sldMk cId="1280076179" sldId="496"/>
            <ac:spMk id="43" creationId="{FA5B701D-0976-6029-42E7-B7A8B83A867C}"/>
          </ac:spMkLst>
        </pc:spChg>
        <pc:spChg chg="mod">
          <ac:chgData name="Luis Carlos Guevara Hernandez" userId="946bcc4c-b146-4724-978c-751fab731e0a" providerId="ADAL" clId="{E8E95438-7D72-4151-95E2-CCAFE31D1FDF}" dt="2026-02-22T19:22:22.141" v="2532"/>
          <ac:spMkLst>
            <pc:docMk/>
            <pc:sldMk cId="1280076179" sldId="496"/>
            <ac:spMk id="50" creationId="{760F38DF-7ECE-3F41-BD60-269753F2433F}"/>
          </ac:spMkLst>
        </pc:spChg>
        <pc:spChg chg="mod">
          <ac:chgData name="Luis Carlos Guevara Hernandez" userId="946bcc4c-b146-4724-978c-751fab731e0a" providerId="ADAL" clId="{E8E95438-7D72-4151-95E2-CCAFE31D1FDF}" dt="2026-02-22T19:22:38.836" v="2535"/>
          <ac:spMkLst>
            <pc:docMk/>
            <pc:sldMk cId="1280076179" sldId="496"/>
            <ac:spMk id="52" creationId="{C7F7BFA5-7EFC-DDC1-4512-6A7D75A819B1}"/>
          </ac:spMkLst>
        </pc:spChg>
        <pc:spChg chg="mod">
          <ac:chgData name="Luis Carlos Guevara Hernandez" userId="946bcc4c-b146-4724-978c-751fab731e0a" providerId="ADAL" clId="{E8E95438-7D72-4151-95E2-CCAFE31D1FDF}" dt="2026-02-22T19:22:38.836" v="2535"/>
          <ac:spMkLst>
            <pc:docMk/>
            <pc:sldMk cId="1280076179" sldId="496"/>
            <ac:spMk id="53" creationId="{97D80DEE-45E1-93C7-2020-1879A830A3BE}"/>
          </ac:spMkLst>
        </pc:spChg>
        <pc:grpChg chg="add mod">
          <ac:chgData name="Luis Carlos Guevara Hernandez" userId="946bcc4c-b146-4724-978c-751fab731e0a" providerId="ADAL" clId="{E8E95438-7D72-4151-95E2-CCAFE31D1FDF}" dt="2026-02-22T19:19:09.433" v="2486"/>
          <ac:grpSpMkLst>
            <pc:docMk/>
            <pc:sldMk cId="1280076179" sldId="496"/>
            <ac:grpSpMk id="21" creationId="{71B02C1D-15C5-776C-274A-29E15F63F2B2}"/>
          </ac:grpSpMkLst>
        </pc:grpChg>
        <pc:grpChg chg="mod">
          <ac:chgData name="Luis Carlos Guevara Hernandez" userId="946bcc4c-b146-4724-978c-751fab731e0a" providerId="ADAL" clId="{E8E95438-7D72-4151-95E2-CCAFE31D1FDF}" dt="2026-02-22T19:23:19.924" v="2558" actId="1036"/>
          <ac:grpSpMkLst>
            <pc:docMk/>
            <pc:sldMk cId="1280076179" sldId="496"/>
            <ac:grpSpMk id="41" creationId="{FAC5D8B2-994D-7EF1-03F1-521ACDD189C1}"/>
          </ac:grpSpMkLst>
        </pc:grpChg>
        <pc:grpChg chg="mod">
          <ac:chgData name="Luis Carlos Guevara Hernandez" userId="946bcc4c-b146-4724-978c-751fab731e0a" providerId="ADAL" clId="{E8E95438-7D72-4151-95E2-CCAFE31D1FDF}" dt="2026-02-22T19:23:19.924" v="2558" actId="1036"/>
          <ac:grpSpMkLst>
            <pc:docMk/>
            <pc:sldMk cId="1280076179" sldId="496"/>
            <ac:grpSpMk id="51" creationId="{0BD3C9BC-DEA4-CC82-F89E-21219B3B4DEC}"/>
          </ac:grpSpMkLst>
        </pc:grpChg>
        <pc:picChg chg="mod">
          <ac:chgData name="Luis Carlos Guevara Hernandez" userId="946bcc4c-b146-4724-978c-751fab731e0a" providerId="ADAL" clId="{E8E95438-7D72-4151-95E2-CCAFE31D1FDF}" dt="2026-02-22T19:23:19.924" v="2558" actId="1036"/>
          <ac:picMkLst>
            <pc:docMk/>
            <pc:sldMk cId="1280076179" sldId="496"/>
            <ac:picMk id="27" creationId="{7C5F0A0F-6DE1-0611-F1EE-AC00A60455CA}"/>
          </ac:picMkLst>
        </pc:picChg>
        <pc:picChg chg="add mod">
          <ac:chgData name="Luis Carlos Guevara Hernandez" userId="946bcc4c-b146-4724-978c-751fab731e0a" providerId="ADAL" clId="{E8E95438-7D72-4151-95E2-CCAFE31D1FDF}" dt="2026-02-22T19:23:19.924" v="2558" actId="1036"/>
          <ac:picMkLst>
            <pc:docMk/>
            <pc:sldMk cId="1280076179" sldId="496"/>
            <ac:picMk id="40" creationId="{EFA93A32-1D1F-F597-C84F-B4FD9B85F026}"/>
          </ac:picMkLst>
        </pc:picChg>
        <pc:cxnChg chg="mod">
          <ac:chgData name="Luis Carlos Guevara Hernandez" userId="946bcc4c-b146-4724-978c-751fab731e0a" providerId="ADAL" clId="{E8E95438-7D72-4151-95E2-CCAFE31D1FDF}" dt="2026-02-22T19:19:09.433" v="2486"/>
          <ac:cxnSpMkLst>
            <pc:docMk/>
            <pc:sldMk cId="1280076179" sldId="496"/>
            <ac:cxnSpMk id="29" creationId="{2DEA1048-1C42-2A30-C123-B4C3BE28CD8F}"/>
          </ac:cxnSpMkLst>
        </pc:cxnChg>
        <pc:cxnChg chg="mod">
          <ac:chgData name="Luis Carlos Guevara Hernandez" userId="946bcc4c-b146-4724-978c-751fab731e0a" providerId="ADAL" clId="{E8E95438-7D72-4151-95E2-CCAFE31D1FDF}" dt="2026-02-22T19:19:09.433" v="2486"/>
          <ac:cxnSpMkLst>
            <pc:docMk/>
            <pc:sldMk cId="1280076179" sldId="496"/>
            <ac:cxnSpMk id="39" creationId="{6DADD6EE-8EC0-98FC-EBC7-7EBFB61D9982}"/>
          </ac:cxnSpMkLst>
        </pc:cxnChg>
      </pc:sldChg>
      <pc:sldChg chg="delSp modSp add mod">
        <pc:chgData name="Luis Carlos Guevara Hernandez" userId="946bcc4c-b146-4724-978c-751fab731e0a" providerId="ADAL" clId="{E8E95438-7D72-4151-95E2-CCAFE31D1FDF}" dt="2026-02-22T20:52:20.144" v="3283" actId="6549"/>
        <pc:sldMkLst>
          <pc:docMk/>
          <pc:sldMk cId="2767209261" sldId="497"/>
        </pc:sldMkLst>
        <pc:spChg chg="mod">
          <ac:chgData name="Luis Carlos Guevara Hernandez" userId="946bcc4c-b146-4724-978c-751fab731e0a" providerId="ADAL" clId="{E8E95438-7D72-4151-95E2-CCAFE31D1FDF}" dt="2026-02-22T20:52:20.144" v="3283" actId="6549"/>
          <ac:spMkLst>
            <pc:docMk/>
            <pc:sldMk cId="2767209261" sldId="497"/>
            <ac:spMk id="2" creationId="{A5D78C4F-8CB6-CECB-7EE5-D3B024DDC56B}"/>
          </ac:spMkLst>
        </pc:spChg>
        <pc:spChg chg="mod">
          <ac:chgData name="Luis Carlos Guevara Hernandez" userId="946bcc4c-b146-4724-978c-751fab731e0a" providerId="ADAL" clId="{E8E95438-7D72-4151-95E2-CCAFE31D1FDF}" dt="2026-02-22T19:25:04.998" v="2570" actId="207"/>
          <ac:spMkLst>
            <pc:docMk/>
            <pc:sldMk cId="2767209261" sldId="497"/>
            <ac:spMk id="4" creationId="{B94CD137-08DF-4278-98E2-236FCF19485A}"/>
          </ac:spMkLst>
        </pc:spChg>
        <pc:spChg chg="mod">
          <ac:chgData name="Luis Carlos Guevara Hernandez" userId="946bcc4c-b146-4724-978c-751fab731e0a" providerId="ADAL" clId="{E8E95438-7D72-4151-95E2-CCAFE31D1FDF}" dt="2026-02-22T19:25:46.551" v="2585" actId="113"/>
          <ac:spMkLst>
            <pc:docMk/>
            <pc:sldMk cId="2767209261" sldId="497"/>
            <ac:spMk id="21" creationId="{B374B9CE-4EA9-32D7-6011-A074D55A8BD8}"/>
          </ac:spMkLst>
        </pc:spChg>
        <pc:spChg chg="mod">
          <ac:chgData name="Luis Carlos Guevara Hernandez" userId="946bcc4c-b146-4724-978c-751fab731e0a" providerId="ADAL" clId="{E8E95438-7D72-4151-95E2-CCAFE31D1FDF}" dt="2026-02-22T19:25:10.017" v="2572"/>
          <ac:spMkLst>
            <pc:docMk/>
            <pc:sldMk cId="2767209261" sldId="497"/>
            <ac:spMk id="23" creationId="{D481E484-5654-3C8B-13FD-0E584298C59A}"/>
          </ac:spMkLst>
        </pc:spChg>
        <pc:spChg chg="mod">
          <ac:chgData name="Luis Carlos Guevara Hernandez" userId="946bcc4c-b146-4724-978c-751fab731e0a" providerId="ADAL" clId="{E8E95438-7D72-4151-95E2-CCAFE31D1FDF}" dt="2026-02-22T19:25:57.417" v="2587" actId="13926"/>
          <ac:spMkLst>
            <pc:docMk/>
            <pc:sldMk cId="2767209261" sldId="497"/>
            <ac:spMk id="25" creationId="{58CC54E3-4C78-0505-4A11-E541929A207C}"/>
          </ac:spMkLst>
        </pc:spChg>
        <pc:spChg chg="mod">
          <ac:chgData name="Luis Carlos Guevara Hernandez" userId="946bcc4c-b146-4724-978c-751fab731e0a" providerId="ADAL" clId="{E8E95438-7D72-4151-95E2-CCAFE31D1FDF}" dt="2026-02-22T19:25:42.612" v="2583"/>
          <ac:spMkLst>
            <pc:docMk/>
            <pc:sldMk cId="2767209261" sldId="497"/>
            <ac:spMk id="26" creationId="{A98632EA-2C41-684F-7B2C-9E60CD8D043A}"/>
          </ac:spMkLst>
        </pc:spChg>
        <pc:spChg chg="mod">
          <ac:chgData name="Luis Carlos Guevara Hernandez" userId="946bcc4c-b146-4724-978c-751fab731e0a" providerId="ADAL" clId="{E8E95438-7D72-4151-95E2-CCAFE31D1FDF}" dt="2026-02-22T19:26:30.771" v="2597" actId="20577"/>
          <ac:spMkLst>
            <pc:docMk/>
            <pc:sldMk cId="2767209261" sldId="497"/>
            <ac:spMk id="28" creationId="{9641A36B-30A3-57FD-FC04-D6541A303EAD}"/>
          </ac:spMkLst>
        </pc:spChg>
        <pc:spChg chg="mod">
          <ac:chgData name="Luis Carlos Guevara Hernandez" userId="946bcc4c-b146-4724-978c-751fab731e0a" providerId="ADAL" clId="{E8E95438-7D72-4151-95E2-CCAFE31D1FDF}" dt="2026-02-22T19:26:04.119" v="2589"/>
          <ac:spMkLst>
            <pc:docMk/>
            <pc:sldMk cId="2767209261" sldId="497"/>
            <ac:spMk id="29" creationId="{4007B081-E260-CBF9-3C34-EB056DA9AE22}"/>
          </ac:spMkLst>
        </pc:spChg>
        <pc:grpChg chg="mod">
          <ac:chgData name="Luis Carlos Guevara Hernandez" userId="946bcc4c-b146-4724-978c-751fab731e0a" providerId="ADAL" clId="{E8E95438-7D72-4151-95E2-CCAFE31D1FDF}" dt="2026-02-22T19:25:10.017" v="2572"/>
          <ac:grpSpMkLst>
            <pc:docMk/>
            <pc:sldMk cId="2767209261" sldId="497"/>
            <ac:grpSpMk id="13" creationId="{373017B3-BC33-5FF9-6E1A-B0EFA988E6A4}"/>
          </ac:grpSpMkLst>
        </pc:grpChg>
        <pc:grpChg chg="mod">
          <ac:chgData name="Luis Carlos Guevara Hernandez" userId="946bcc4c-b146-4724-978c-751fab731e0a" providerId="ADAL" clId="{E8E95438-7D72-4151-95E2-CCAFE31D1FDF}" dt="2026-02-22T19:25:42.612" v="2583"/>
          <ac:grpSpMkLst>
            <pc:docMk/>
            <pc:sldMk cId="2767209261" sldId="497"/>
            <ac:grpSpMk id="24" creationId="{15ED4EF0-F007-7DD3-F85E-355DC04598C6}"/>
          </ac:grpSpMkLst>
        </pc:grpChg>
        <pc:grpChg chg="mod">
          <ac:chgData name="Luis Carlos Guevara Hernandez" userId="946bcc4c-b146-4724-978c-751fab731e0a" providerId="ADAL" clId="{E8E95438-7D72-4151-95E2-CCAFE31D1FDF}" dt="2026-02-22T19:26:04.119" v="2589"/>
          <ac:grpSpMkLst>
            <pc:docMk/>
            <pc:sldMk cId="2767209261" sldId="497"/>
            <ac:grpSpMk id="27" creationId="{3FB8DB07-0D18-64D0-36DA-C2A82CAA13F2}"/>
          </ac:grpSpMkLst>
        </pc:grpChg>
      </pc:sldChg>
      <pc:sldChg chg="addSp delSp modSp add mod delAnim modAnim">
        <pc:chgData name="Luis Carlos Guevara Hernandez" userId="946bcc4c-b146-4724-978c-751fab731e0a" providerId="ADAL" clId="{E8E95438-7D72-4151-95E2-CCAFE31D1FDF}" dt="2026-02-22T21:18:39.779" v="3720"/>
        <pc:sldMkLst>
          <pc:docMk/>
          <pc:sldMk cId="3234339030" sldId="498"/>
        </pc:sldMkLst>
        <pc:spChg chg="mod">
          <ac:chgData name="Luis Carlos Guevara Hernandez" userId="946bcc4c-b146-4724-978c-751fab731e0a" providerId="ADAL" clId="{E8E95438-7D72-4151-95E2-CCAFE31D1FDF}" dt="2026-02-22T20:12:44.010" v="2749" actId="404"/>
          <ac:spMkLst>
            <pc:docMk/>
            <pc:sldMk cId="3234339030" sldId="498"/>
            <ac:spMk id="3" creationId="{A8EA9893-848D-FCA0-B518-97BE64028D78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17" creationId="{12EE431A-A01B-BA09-6280-AC3294088DE9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18" creationId="{1D16DC94-D013-7149-5AEB-BE90681A06DA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19" creationId="{6484341E-43F7-F146-D142-A58948F68B24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20" creationId="{02C0D24D-6972-8F2F-97D7-13ED7F3DBDF3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21" creationId="{820B6078-64B8-8C49-CDF3-D291219C5822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22" creationId="{AD86B135-0FE1-30FF-ED1C-445E5B289386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25" creationId="{4D1E16AD-5B96-B99F-026E-A7B864911C71}"/>
          </ac:spMkLst>
        </pc:spChg>
        <pc:spChg chg="mod">
          <ac:chgData name="Luis Carlos Guevara Hernandez" userId="946bcc4c-b146-4724-978c-751fab731e0a" providerId="ADAL" clId="{E8E95438-7D72-4151-95E2-CCAFE31D1FDF}" dt="2026-02-22T20:04:34.385" v="2607"/>
          <ac:spMkLst>
            <pc:docMk/>
            <pc:sldMk cId="3234339030" sldId="498"/>
            <ac:spMk id="26" creationId="{4FCA27DA-2E92-A26F-3A51-BA67A56AC1A6}"/>
          </ac:spMkLst>
        </pc:spChg>
        <pc:spChg chg="mod">
          <ac:chgData name="Luis Carlos Guevara Hernandez" userId="946bcc4c-b146-4724-978c-751fab731e0a" providerId="ADAL" clId="{E8E95438-7D72-4151-95E2-CCAFE31D1FDF}" dt="2026-02-22T20:08:40.971" v="2640"/>
          <ac:spMkLst>
            <pc:docMk/>
            <pc:sldMk cId="3234339030" sldId="498"/>
            <ac:spMk id="30" creationId="{734A0009-808D-3897-0CFB-16BF4BE3B534}"/>
          </ac:spMkLst>
        </pc:spChg>
        <pc:spChg chg="mod">
          <ac:chgData name="Luis Carlos Guevara Hernandez" userId="946bcc4c-b146-4724-978c-751fab731e0a" providerId="ADAL" clId="{E8E95438-7D72-4151-95E2-CCAFE31D1FDF}" dt="2026-02-22T20:08:40.971" v="2640"/>
          <ac:spMkLst>
            <pc:docMk/>
            <pc:sldMk cId="3234339030" sldId="498"/>
            <ac:spMk id="31" creationId="{449D99E7-B94A-65A0-C662-100CD3C2D3BA}"/>
          </ac:spMkLst>
        </pc:spChg>
        <pc:spChg chg="mod">
          <ac:chgData name="Luis Carlos Guevara Hernandez" userId="946bcc4c-b146-4724-978c-751fab731e0a" providerId="ADAL" clId="{E8E95438-7D72-4151-95E2-CCAFE31D1FDF}" dt="2026-02-22T20:13:15.790" v="2755" actId="14100"/>
          <ac:spMkLst>
            <pc:docMk/>
            <pc:sldMk cId="3234339030" sldId="498"/>
            <ac:spMk id="33" creationId="{430FB757-2D2F-A4B5-DB52-9B179C6B1E79}"/>
          </ac:spMkLst>
        </pc:spChg>
        <pc:spChg chg="mod">
          <ac:chgData name="Luis Carlos Guevara Hernandez" userId="946bcc4c-b146-4724-978c-751fab731e0a" providerId="ADAL" clId="{E8E95438-7D72-4151-95E2-CCAFE31D1FDF}" dt="2026-02-22T20:08:49.460" v="2644"/>
          <ac:spMkLst>
            <pc:docMk/>
            <pc:sldMk cId="3234339030" sldId="498"/>
            <ac:spMk id="34" creationId="{74BC3C63-0595-F91C-5735-92F9287EF716}"/>
          </ac:spMkLst>
        </pc:spChg>
        <pc:spChg chg="mod">
          <ac:chgData name="Luis Carlos Guevara Hernandez" userId="946bcc4c-b146-4724-978c-751fab731e0a" providerId="ADAL" clId="{E8E95438-7D72-4151-95E2-CCAFE31D1FDF}" dt="2026-02-22T20:23:29.667" v="2904"/>
          <ac:spMkLst>
            <pc:docMk/>
            <pc:sldMk cId="3234339030" sldId="498"/>
            <ac:spMk id="36" creationId="{61A077F1-6AF0-2357-DA6E-63660E69A351}"/>
          </ac:spMkLst>
        </pc:spChg>
        <pc:spChg chg="mod">
          <ac:chgData name="Luis Carlos Guevara Hernandez" userId="946bcc4c-b146-4724-978c-751fab731e0a" providerId="ADAL" clId="{E8E95438-7D72-4151-95E2-CCAFE31D1FDF}" dt="2026-02-22T20:13:11.301" v="2754" actId="14100"/>
          <ac:spMkLst>
            <pc:docMk/>
            <pc:sldMk cId="3234339030" sldId="498"/>
            <ac:spMk id="37" creationId="{D6219BE0-EB55-3910-867C-12E049073D2D}"/>
          </ac:spMkLst>
        </pc:spChg>
        <pc:spChg chg="mod">
          <ac:chgData name="Luis Carlos Guevara Hernandez" userId="946bcc4c-b146-4724-978c-751fab731e0a" providerId="ADAL" clId="{E8E95438-7D72-4151-95E2-CCAFE31D1FDF}" dt="2026-02-22T20:08:51.433" v="2645"/>
          <ac:spMkLst>
            <pc:docMk/>
            <pc:sldMk cId="3234339030" sldId="498"/>
            <ac:spMk id="38" creationId="{C06A87E6-D152-6F6D-C1B0-E99E600DD304}"/>
          </ac:spMkLst>
        </pc:spChg>
        <pc:spChg chg="mod">
          <ac:chgData name="Luis Carlos Guevara Hernandez" userId="946bcc4c-b146-4724-978c-751fab731e0a" providerId="ADAL" clId="{E8E95438-7D72-4151-95E2-CCAFE31D1FDF}" dt="2026-02-22T20:15:28.129" v="2787" actId="1076"/>
          <ac:spMkLst>
            <pc:docMk/>
            <pc:sldMk cId="3234339030" sldId="498"/>
            <ac:spMk id="40" creationId="{607FD370-20E2-3E86-08EA-2D1256A5F5E4}"/>
          </ac:spMkLst>
        </pc:spChg>
        <pc:spChg chg="mod">
          <ac:chgData name="Luis Carlos Guevara Hernandez" userId="946bcc4c-b146-4724-978c-751fab731e0a" providerId="ADAL" clId="{E8E95438-7D72-4151-95E2-CCAFE31D1FDF}" dt="2026-02-22T20:10:03.329" v="2667" actId="20577"/>
          <ac:spMkLst>
            <pc:docMk/>
            <pc:sldMk cId="3234339030" sldId="498"/>
            <ac:spMk id="41" creationId="{01415650-5D5D-1B5A-E5FE-3D3AD38AE74E}"/>
          </ac:spMkLst>
        </pc:spChg>
        <pc:spChg chg="add mod">
          <ac:chgData name="Luis Carlos Guevara Hernandez" userId="946bcc4c-b146-4724-978c-751fab731e0a" providerId="ADAL" clId="{E8E95438-7D72-4151-95E2-CCAFE31D1FDF}" dt="2026-02-22T20:15:54.897" v="2792" actId="1076"/>
          <ac:spMkLst>
            <pc:docMk/>
            <pc:sldMk cId="3234339030" sldId="498"/>
            <ac:spMk id="43" creationId="{B5E31791-5CF9-BC18-B9A0-A43EE85B1D7C}"/>
          </ac:spMkLst>
        </pc:spChg>
        <pc:spChg chg="add mod">
          <ac:chgData name="Luis Carlos Guevara Hernandez" userId="946bcc4c-b146-4724-978c-751fab731e0a" providerId="ADAL" clId="{E8E95438-7D72-4151-95E2-CCAFE31D1FDF}" dt="2026-02-22T20:15:54.897" v="2792" actId="1076"/>
          <ac:spMkLst>
            <pc:docMk/>
            <pc:sldMk cId="3234339030" sldId="498"/>
            <ac:spMk id="44" creationId="{961AC67E-C067-1F02-DE86-176711781170}"/>
          </ac:spMkLst>
        </pc:spChg>
        <pc:spChg chg="add mod">
          <ac:chgData name="Luis Carlos Guevara Hernandez" userId="946bcc4c-b146-4724-978c-751fab731e0a" providerId="ADAL" clId="{E8E95438-7D72-4151-95E2-CCAFE31D1FDF}" dt="2026-02-22T21:18:39.779" v="3720"/>
          <ac:spMkLst>
            <pc:docMk/>
            <pc:sldMk cId="3234339030" sldId="498"/>
            <ac:spMk id="45" creationId="{54783E7C-F6D0-BD54-B5AB-316CBDA93132}"/>
          </ac:spMkLst>
        </pc:spChg>
        <pc:spChg chg="mod">
          <ac:chgData name="Luis Carlos Guevara Hernandez" userId="946bcc4c-b146-4724-978c-751fab731e0a" providerId="ADAL" clId="{E8E95438-7D72-4151-95E2-CCAFE31D1FDF}" dt="2026-02-22T20:16:35.534" v="2803" actId="14100"/>
          <ac:spMkLst>
            <pc:docMk/>
            <pc:sldMk cId="3234339030" sldId="498"/>
            <ac:spMk id="47" creationId="{54BAC577-1F12-CE36-F5D4-5CAF19EE051C}"/>
          </ac:spMkLst>
        </pc:spChg>
        <pc:spChg chg="mod">
          <ac:chgData name="Luis Carlos Guevara Hernandez" userId="946bcc4c-b146-4724-978c-751fab731e0a" providerId="ADAL" clId="{E8E95438-7D72-4151-95E2-CCAFE31D1FDF}" dt="2026-02-22T20:14:59.750" v="2774"/>
          <ac:spMkLst>
            <pc:docMk/>
            <pc:sldMk cId="3234339030" sldId="498"/>
            <ac:spMk id="48" creationId="{414F488B-214D-623D-7B1C-9CB9BFB6500D}"/>
          </ac:spMkLst>
        </pc:spChg>
        <pc:spChg chg="mod">
          <ac:chgData name="Luis Carlos Guevara Hernandez" userId="946bcc4c-b146-4724-978c-751fab731e0a" providerId="ADAL" clId="{E8E95438-7D72-4151-95E2-CCAFE31D1FDF}" dt="2026-02-22T20:16:31.404" v="2802" actId="14100"/>
          <ac:spMkLst>
            <pc:docMk/>
            <pc:sldMk cId="3234339030" sldId="498"/>
            <ac:spMk id="50" creationId="{104FC8B2-6896-3F98-A781-5DB6325ED9B0}"/>
          </ac:spMkLst>
        </pc:spChg>
        <pc:spChg chg="mod">
          <ac:chgData name="Luis Carlos Guevara Hernandez" userId="946bcc4c-b146-4724-978c-751fab731e0a" providerId="ADAL" clId="{E8E95438-7D72-4151-95E2-CCAFE31D1FDF}" dt="2026-02-22T20:15:01.905" v="2775"/>
          <ac:spMkLst>
            <pc:docMk/>
            <pc:sldMk cId="3234339030" sldId="498"/>
            <ac:spMk id="51" creationId="{25AE4A51-BC2C-29C4-8173-B8656F52317F}"/>
          </ac:spMkLst>
        </pc:spChg>
        <pc:spChg chg="mod">
          <ac:chgData name="Luis Carlos Guevara Hernandez" userId="946bcc4c-b146-4724-978c-751fab731e0a" providerId="ADAL" clId="{E8E95438-7D72-4151-95E2-CCAFE31D1FDF}" dt="2026-02-22T20:16:27.868" v="2801" actId="14100"/>
          <ac:spMkLst>
            <pc:docMk/>
            <pc:sldMk cId="3234339030" sldId="498"/>
            <ac:spMk id="53" creationId="{F91BAC87-3BA5-C244-09EC-5167C11054F5}"/>
          </ac:spMkLst>
        </pc:spChg>
        <pc:spChg chg="mod">
          <ac:chgData name="Luis Carlos Guevara Hernandez" userId="946bcc4c-b146-4724-978c-751fab731e0a" providerId="ADAL" clId="{E8E95438-7D72-4151-95E2-CCAFE31D1FDF}" dt="2026-02-22T20:15:16.479" v="2780"/>
          <ac:spMkLst>
            <pc:docMk/>
            <pc:sldMk cId="3234339030" sldId="498"/>
            <ac:spMk id="54" creationId="{BE8BCE78-8661-C50A-1B57-069F9C1362E6}"/>
          </ac:spMkLst>
        </pc:spChg>
        <pc:spChg chg="mod">
          <ac:chgData name="Luis Carlos Guevara Hernandez" userId="946bcc4c-b146-4724-978c-751fab731e0a" providerId="ADAL" clId="{E8E95438-7D72-4151-95E2-CCAFE31D1FDF}" dt="2026-02-22T20:16:17.805" v="2796" actId="1076"/>
          <ac:spMkLst>
            <pc:docMk/>
            <pc:sldMk cId="3234339030" sldId="498"/>
            <ac:spMk id="85" creationId="{589CB6AB-A582-0F49-7580-C71EFFA6DB06}"/>
          </ac:spMkLst>
        </pc:spChg>
        <pc:spChg chg="mod">
          <ac:chgData name="Luis Carlos Guevara Hernandez" userId="946bcc4c-b146-4724-978c-751fab731e0a" providerId="ADAL" clId="{E8E95438-7D72-4151-95E2-CCAFE31D1FDF}" dt="2026-02-22T20:16:17.805" v="2796" actId="1076"/>
          <ac:spMkLst>
            <pc:docMk/>
            <pc:sldMk cId="3234339030" sldId="498"/>
            <ac:spMk id="86" creationId="{4324D345-5158-FD35-8A48-49A807953634}"/>
          </ac:spMkLst>
        </pc:spChg>
        <pc:spChg chg="mod">
          <ac:chgData name="Luis Carlos Guevara Hernandez" userId="946bcc4c-b146-4724-978c-751fab731e0a" providerId="ADAL" clId="{E8E95438-7D72-4151-95E2-CCAFE31D1FDF}" dt="2026-02-22T20:09:52.432" v="2662" actId="1076"/>
          <ac:spMkLst>
            <pc:docMk/>
            <pc:sldMk cId="3234339030" sldId="498"/>
            <ac:spMk id="88" creationId="{B8921134-FADE-9BF8-452B-707780D0E5EC}"/>
          </ac:spMkLst>
        </pc:spChg>
        <pc:spChg chg="mod">
          <ac:chgData name="Luis Carlos Guevara Hernandez" userId="946bcc4c-b146-4724-978c-751fab731e0a" providerId="ADAL" clId="{E8E95438-7D72-4151-95E2-CCAFE31D1FDF}" dt="2026-02-22T20:09:25.381" v="2654"/>
          <ac:spMkLst>
            <pc:docMk/>
            <pc:sldMk cId="3234339030" sldId="498"/>
            <ac:spMk id="89" creationId="{BCD14135-BD2A-3371-E819-046F47B11A52}"/>
          </ac:spMkLst>
        </pc:spChg>
        <pc:spChg chg="mod">
          <ac:chgData name="Luis Carlos Guevara Hernandez" userId="946bcc4c-b146-4724-978c-751fab731e0a" providerId="ADAL" clId="{E8E95438-7D72-4151-95E2-CCAFE31D1FDF}" dt="2026-02-22T20:09:49.550" v="2661" actId="13926"/>
          <ac:spMkLst>
            <pc:docMk/>
            <pc:sldMk cId="3234339030" sldId="498"/>
            <ac:spMk id="91" creationId="{DA0A9811-D00F-0243-5824-18E8415674F1}"/>
          </ac:spMkLst>
        </pc:spChg>
        <pc:spChg chg="mod">
          <ac:chgData name="Luis Carlos Guevara Hernandez" userId="946bcc4c-b146-4724-978c-751fab731e0a" providerId="ADAL" clId="{E8E95438-7D72-4151-95E2-CCAFE31D1FDF}" dt="2026-02-22T20:15:49.691" v="2791" actId="14100"/>
          <ac:spMkLst>
            <pc:docMk/>
            <pc:sldMk cId="3234339030" sldId="498"/>
            <ac:spMk id="94" creationId="{9F73D105-3DDB-14A3-A82D-2AF1E809B8AA}"/>
          </ac:spMkLst>
        </pc:spChg>
        <pc:grpChg chg="add mod">
          <ac:chgData name="Luis Carlos Guevara Hernandez" userId="946bcc4c-b146-4724-978c-751fab731e0a" providerId="ADAL" clId="{E8E95438-7D72-4151-95E2-CCAFE31D1FDF}" dt="2026-02-22T20:04:34.385" v="2607"/>
          <ac:grpSpMkLst>
            <pc:docMk/>
            <pc:sldMk cId="3234339030" sldId="498"/>
            <ac:grpSpMk id="16" creationId="{D3BF9AD6-0D55-91DB-9D27-56988A56C1DF}"/>
          </ac:grpSpMkLst>
        </pc:grpChg>
        <pc:grpChg chg="add mod">
          <ac:chgData name="Luis Carlos Guevara Hernandez" userId="946bcc4c-b146-4724-978c-751fab731e0a" providerId="ADAL" clId="{E8E95438-7D72-4151-95E2-CCAFE31D1FDF}" dt="2026-02-22T20:13:31.120" v="2759" actId="1076"/>
          <ac:grpSpMkLst>
            <pc:docMk/>
            <pc:sldMk cId="3234339030" sldId="498"/>
            <ac:grpSpMk id="29" creationId="{95EE4C5C-6DA1-BB3E-05BF-F0E84F3574E7}"/>
          </ac:grpSpMkLst>
        </pc:grpChg>
        <pc:grpChg chg="add mod">
          <ac:chgData name="Luis Carlos Guevara Hernandez" userId="946bcc4c-b146-4724-978c-751fab731e0a" providerId="ADAL" clId="{E8E95438-7D72-4151-95E2-CCAFE31D1FDF}" dt="2026-02-22T20:13:31.120" v="2759" actId="1076"/>
          <ac:grpSpMkLst>
            <pc:docMk/>
            <pc:sldMk cId="3234339030" sldId="498"/>
            <ac:grpSpMk id="32" creationId="{145E6CA6-DE30-EB19-F841-E618465E2084}"/>
          </ac:grpSpMkLst>
        </pc:grpChg>
        <pc:grpChg chg="add mod">
          <ac:chgData name="Luis Carlos Guevara Hernandez" userId="946bcc4c-b146-4724-978c-751fab731e0a" providerId="ADAL" clId="{E8E95438-7D72-4151-95E2-CCAFE31D1FDF}" dt="2026-02-22T20:15:44.493" v="2790" actId="14100"/>
          <ac:grpSpMkLst>
            <pc:docMk/>
            <pc:sldMk cId="3234339030" sldId="498"/>
            <ac:grpSpMk id="35" creationId="{559F8021-029E-1F1C-2051-E8C9DA2E6384}"/>
          </ac:grpSpMkLst>
        </pc:grpChg>
        <pc:grpChg chg="add mod">
          <ac:chgData name="Luis Carlos Guevara Hernandez" userId="946bcc4c-b146-4724-978c-751fab731e0a" providerId="ADAL" clId="{E8E95438-7D72-4151-95E2-CCAFE31D1FDF}" dt="2026-02-22T20:16:17.805" v="2796" actId="1076"/>
          <ac:grpSpMkLst>
            <pc:docMk/>
            <pc:sldMk cId="3234339030" sldId="498"/>
            <ac:grpSpMk id="39" creationId="{10D947B7-91B0-954E-F876-87237D4CEAB5}"/>
          </ac:grpSpMkLst>
        </pc:grpChg>
        <pc:grpChg chg="add mod">
          <ac:chgData name="Luis Carlos Guevara Hernandez" userId="946bcc4c-b146-4724-978c-751fab731e0a" providerId="ADAL" clId="{E8E95438-7D72-4151-95E2-CCAFE31D1FDF}" dt="2026-02-22T20:16:17.805" v="2796" actId="1076"/>
          <ac:grpSpMkLst>
            <pc:docMk/>
            <pc:sldMk cId="3234339030" sldId="498"/>
            <ac:grpSpMk id="46" creationId="{8CCED999-3C49-C77B-D2EB-77AE3105C25E}"/>
          </ac:grpSpMkLst>
        </pc:grpChg>
        <pc:grpChg chg="add mod">
          <ac:chgData name="Luis Carlos Guevara Hernandez" userId="946bcc4c-b146-4724-978c-751fab731e0a" providerId="ADAL" clId="{E8E95438-7D72-4151-95E2-CCAFE31D1FDF}" dt="2026-02-22T20:16:24.421" v="2799" actId="14100"/>
          <ac:grpSpMkLst>
            <pc:docMk/>
            <pc:sldMk cId="3234339030" sldId="498"/>
            <ac:grpSpMk id="49" creationId="{0AB1638C-C8B1-6F14-E963-2592ECFA31D7}"/>
          </ac:grpSpMkLst>
        </pc:grpChg>
        <pc:grpChg chg="add mod">
          <ac:chgData name="Luis Carlos Guevara Hernandez" userId="946bcc4c-b146-4724-978c-751fab731e0a" providerId="ADAL" clId="{E8E95438-7D72-4151-95E2-CCAFE31D1FDF}" dt="2026-02-22T20:16:24.699" v="2800" actId="14100"/>
          <ac:grpSpMkLst>
            <pc:docMk/>
            <pc:sldMk cId="3234339030" sldId="498"/>
            <ac:grpSpMk id="52" creationId="{9C26D566-F3DC-B951-0BB7-4DD5D5018B49}"/>
          </ac:grpSpMkLst>
        </pc:grpChg>
        <pc:grpChg chg="mod">
          <ac:chgData name="Luis Carlos Guevara Hernandez" userId="946bcc4c-b146-4724-978c-751fab731e0a" providerId="ADAL" clId="{E8E95438-7D72-4151-95E2-CCAFE31D1FDF}" dt="2026-02-22T20:16:17.805" v="2796" actId="1076"/>
          <ac:grpSpMkLst>
            <pc:docMk/>
            <pc:sldMk cId="3234339030" sldId="498"/>
            <ac:grpSpMk id="87" creationId="{BD60B8E1-6158-BD9E-CDDF-714A97002BDE}"/>
          </ac:grpSpMkLst>
        </pc:grpChg>
        <pc:grpChg chg="mod">
          <ac:chgData name="Luis Carlos Guevara Hernandez" userId="946bcc4c-b146-4724-978c-751fab731e0a" providerId="ADAL" clId="{E8E95438-7D72-4151-95E2-CCAFE31D1FDF}" dt="2026-02-22T20:16:17.805" v="2796" actId="1076"/>
          <ac:grpSpMkLst>
            <pc:docMk/>
            <pc:sldMk cId="3234339030" sldId="498"/>
            <ac:grpSpMk id="90" creationId="{3372F10C-43BF-E474-8BCD-05A1E2025891}"/>
          </ac:grpSpMkLst>
        </pc:grpChg>
        <pc:grpChg chg="mod">
          <ac:chgData name="Luis Carlos Guevara Hernandez" userId="946bcc4c-b146-4724-978c-751fab731e0a" providerId="ADAL" clId="{E8E95438-7D72-4151-95E2-CCAFE31D1FDF}" dt="2026-02-22T20:12:48.094" v="2750" actId="1076"/>
          <ac:grpSpMkLst>
            <pc:docMk/>
            <pc:sldMk cId="3234339030" sldId="498"/>
            <ac:grpSpMk id="93" creationId="{C81A3585-73C7-14F2-29B0-13306E00235B}"/>
          </ac:grpSpMkLst>
        </pc:grpChg>
        <pc:cxnChg chg="mod">
          <ac:chgData name="Luis Carlos Guevara Hernandez" userId="946bcc4c-b146-4724-978c-751fab731e0a" providerId="ADAL" clId="{E8E95438-7D72-4151-95E2-CCAFE31D1FDF}" dt="2026-02-22T20:04:34.385" v="2607"/>
          <ac:cxnSpMkLst>
            <pc:docMk/>
            <pc:sldMk cId="3234339030" sldId="498"/>
            <ac:cxnSpMk id="24" creationId="{43047AC9-B296-1B2C-DFB6-B0FE8CA7260B}"/>
          </ac:cxnSpMkLst>
        </pc:cxnChg>
      </pc:sldChg>
      <pc:sldChg chg="addSp delSp modSp add mod modAnim">
        <pc:chgData name="Luis Carlos Guevara Hernandez" userId="946bcc4c-b146-4724-978c-751fab731e0a" providerId="ADAL" clId="{E8E95438-7D72-4151-95E2-CCAFE31D1FDF}" dt="2026-02-22T20:23:46.086" v="2907"/>
        <pc:sldMkLst>
          <pc:docMk/>
          <pc:sldMk cId="2517517329" sldId="499"/>
        </pc:sldMkLst>
        <pc:spChg chg="mod">
          <ac:chgData name="Luis Carlos Guevara Hernandez" userId="946bcc4c-b146-4724-978c-751fab731e0a" providerId="ADAL" clId="{E8E95438-7D72-4151-95E2-CCAFE31D1FDF}" dt="2026-02-22T20:20:36.177" v="2872" actId="108"/>
          <ac:spMkLst>
            <pc:docMk/>
            <pc:sldMk cId="2517517329" sldId="499"/>
            <ac:spMk id="4" creationId="{338E2ACD-3230-9FE6-8F57-63EE829AD385}"/>
          </ac:spMkLst>
        </pc:spChg>
        <pc:spChg chg="mod">
          <ac:chgData name="Luis Carlos Guevara Hernandez" userId="946bcc4c-b146-4724-978c-751fab731e0a" providerId="ADAL" clId="{E8E95438-7D72-4151-95E2-CCAFE31D1FDF}" dt="2026-02-22T20:20:25.152" v="2870"/>
          <ac:spMkLst>
            <pc:docMk/>
            <pc:sldMk cId="2517517329" sldId="499"/>
            <ac:spMk id="6" creationId="{832CC514-C384-7D03-802E-4EFAEF378A6D}"/>
          </ac:spMkLst>
        </pc:spChg>
        <pc:spChg chg="mod">
          <ac:chgData name="Luis Carlos Guevara Hernandez" userId="946bcc4c-b146-4724-978c-751fab731e0a" providerId="ADAL" clId="{E8E95438-7D72-4151-95E2-CCAFE31D1FDF}" dt="2026-02-22T20:21:11.274" v="2879" actId="14100"/>
          <ac:spMkLst>
            <pc:docMk/>
            <pc:sldMk cId="2517517329" sldId="499"/>
            <ac:spMk id="8" creationId="{23BED4BE-E047-6B91-05E1-B82E554748C8}"/>
          </ac:spMkLst>
        </pc:spChg>
        <pc:spChg chg="mod">
          <ac:chgData name="Luis Carlos Guevara Hernandez" userId="946bcc4c-b146-4724-978c-751fab731e0a" providerId="ADAL" clId="{E8E95438-7D72-4151-95E2-CCAFE31D1FDF}" dt="2026-02-22T20:21:21.736" v="2880" actId="1035"/>
          <ac:spMkLst>
            <pc:docMk/>
            <pc:sldMk cId="2517517329" sldId="499"/>
            <ac:spMk id="9" creationId="{8F36F904-E1A0-A895-294C-764A08CA9A33}"/>
          </ac:spMkLst>
        </pc:spChg>
        <pc:spChg chg="mod">
          <ac:chgData name="Luis Carlos Guevara Hernandez" userId="946bcc4c-b146-4724-978c-751fab731e0a" providerId="ADAL" clId="{E8E95438-7D72-4151-95E2-CCAFE31D1FDF}" dt="2026-02-22T20:22:11.477" v="2892" actId="14100"/>
          <ac:spMkLst>
            <pc:docMk/>
            <pc:sldMk cId="2517517329" sldId="499"/>
            <ac:spMk id="11" creationId="{6D4A69BE-14D9-5D44-3629-51FF5FD328DB}"/>
          </ac:spMkLst>
        </pc:spChg>
        <pc:spChg chg="mod">
          <ac:chgData name="Luis Carlos Guevara Hernandez" userId="946bcc4c-b146-4724-978c-751fab731e0a" providerId="ADAL" clId="{E8E95438-7D72-4151-95E2-CCAFE31D1FDF}" dt="2026-02-22T20:21:29.721" v="2884"/>
          <ac:spMkLst>
            <pc:docMk/>
            <pc:sldMk cId="2517517329" sldId="499"/>
            <ac:spMk id="12" creationId="{D8FA6084-1CEA-E43C-06CF-3DE4B952DF97}"/>
          </ac:spMkLst>
        </pc:spChg>
        <pc:spChg chg="mod">
          <ac:chgData name="Luis Carlos Guevara Hernandez" userId="946bcc4c-b146-4724-978c-751fab731e0a" providerId="ADAL" clId="{E8E95438-7D72-4151-95E2-CCAFE31D1FDF}" dt="2026-02-22T20:22:32.016" v="2899"/>
          <ac:spMkLst>
            <pc:docMk/>
            <pc:sldMk cId="2517517329" sldId="499"/>
            <ac:spMk id="15" creationId="{73560471-B327-A583-4274-C84CF3B96C59}"/>
          </ac:spMkLst>
        </pc:spChg>
        <pc:spChg chg="mod">
          <ac:chgData name="Luis Carlos Guevara Hernandez" userId="946bcc4c-b146-4724-978c-751fab731e0a" providerId="ADAL" clId="{E8E95438-7D72-4151-95E2-CCAFE31D1FDF}" dt="2026-02-22T20:22:17.424" v="2896"/>
          <ac:spMkLst>
            <pc:docMk/>
            <pc:sldMk cId="2517517329" sldId="499"/>
            <ac:spMk id="16" creationId="{C4252086-769E-B781-C534-0196D4D30F21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18" creationId="{8A0E713D-CBF7-9631-51C9-1B1E0A6343F6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19" creationId="{D8AE0CB2-029E-016D-7F5D-E6744E5FD8BD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20" creationId="{B8272D63-EDE6-7B59-FA43-26A9AA983D45}"/>
          </ac:spMkLst>
        </pc:spChg>
        <pc:spChg chg="mod">
          <ac:chgData name="Luis Carlos Guevara Hernandez" userId="946bcc4c-b146-4724-978c-751fab731e0a" providerId="ADAL" clId="{E8E95438-7D72-4151-95E2-CCAFE31D1FDF}" dt="2026-02-22T20:19:32.300" v="2856" actId="20577"/>
          <ac:spMkLst>
            <pc:docMk/>
            <pc:sldMk cId="2517517329" sldId="499"/>
            <ac:spMk id="31" creationId="{18C75D30-C22D-0E3D-8EA1-F1CF616D0151}"/>
          </ac:spMkLst>
        </pc:spChg>
        <pc:spChg chg="mod">
          <ac:chgData name="Luis Carlos Guevara Hernandez" userId="946bcc4c-b146-4724-978c-751fab731e0a" providerId="ADAL" clId="{E8E95438-7D72-4151-95E2-CCAFE31D1FDF}" dt="2026-02-22T20:19:30.276" v="2855"/>
          <ac:spMkLst>
            <pc:docMk/>
            <pc:sldMk cId="2517517329" sldId="499"/>
            <ac:spMk id="32" creationId="{838A769C-2F15-EAE1-0948-4DBE3F4C9FFC}"/>
          </ac:spMkLst>
        </pc:spChg>
        <pc:spChg chg="mod">
          <ac:chgData name="Luis Carlos Guevara Hernandez" userId="946bcc4c-b146-4724-978c-751fab731e0a" providerId="ADAL" clId="{E8E95438-7D72-4151-95E2-CCAFE31D1FDF}" dt="2026-02-22T20:21:49.146" v="2885" actId="14100"/>
          <ac:spMkLst>
            <pc:docMk/>
            <pc:sldMk cId="2517517329" sldId="499"/>
            <ac:spMk id="35" creationId="{D4966E74-AFCC-3192-F40F-9F25C80D302F}"/>
          </ac:spMkLst>
        </pc:spChg>
        <pc:spChg chg="mod">
          <ac:chgData name="Luis Carlos Guevara Hernandez" userId="946bcc4c-b146-4724-978c-751fab731e0a" providerId="ADAL" clId="{E8E95438-7D72-4151-95E2-CCAFE31D1FDF}" dt="2026-02-22T20:23:40.729" v="2905"/>
          <ac:spMkLst>
            <pc:docMk/>
            <pc:sldMk cId="2517517329" sldId="499"/>
            <ac:spMk id="36" creationId="{876764F2-AB82-D560-0A56-BA27E0BA6E4D}"/>
          </ac:spMkLst>
        </pc:spChg>
        <pc:spChg chg="mod">
          <ac:chgData name="Luis Carlos Guevara Hernandez" userId="946bcc4c-b146-4724-978c-751fab731e0a" providerId="ADAL" clId="{E8E95438-7D72-4151-95E2-CCAFE31D1FDF}" dt="2026-02-22T20:19:43.874" v="2859"/>
          <ac:spMkLst>
            <pc:docMk/>
            <pc:sldMk cId="2517517329" sldId="499"/>
            <ac:spMk id="37" creationId="{64BF5846-7945-A0F2-0081-11A7EAB3C4C3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38" creationId="{0657880D-A72D-1611-AB68-A3471DCB76B3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41" creationId="{FD8D76B6-C214-CEF8-CB1C-ACF94172ECB4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43" creationId="{AF2075C3-19EC-C5A4-25F0-F492DFD20EF8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47" creationId="{8AB6739C-8D67-18C2-F9D8-A895FFDA6173}"/>
          </ac:spMkLst>
        </pc:spChg>
        <pc:spChg chg="mod">
          <ac:chgData name="Luis Carlos Guevara Hernandez" userId="946bcc4c-b146-4724-978c-751fab731e0a" providerId="ADAL" clId="{E8E95438-7D72-4151-95E2-CCAFE31D1FDF}" dt="2026-02-22T20:23:46.086" v="2907"/>
          <ac:spMkLst>
            <pc:docMk/>
            <pc:sldMk cId="2517517329" sldId="499"/>
            <ac:spMk id="48" creationId="{98832D91-406C-7F19-6C51-8589B38C1095}"/>
          </ac:spMkLst>
        </pc:spChg>
        <pc:spChg chg="mod">
          <ac:chgData name="Luis Carlos Guevara Hernandez" userId="946bcc4c-b146-4724-978c-751fab731e0a" providerId="ADAL" clId="{E8E95438-7D72-4151-95E2-CCAFE31D1FDF}" dt="2026-02-22T20:21:56.917" v="2887" actId="14100"/>
          <ac:spMkLst>
            <pc:docMk/>
            <pc:sldMk cId="2517517329" sldId="499"/>
            <ac:spMk id="51" creationId="{644F4AAB-80A8-0115-87FB-00236357A960}"/>
          </ac:spMkLst>
        </pc:spChg>
        <pc:spChg chg="mod">
          <ac:chgData name="Luis Carlos Guevara Hernandez" userId="946bcc4c-b146-4724-978c-751fab731e0a" providerId="ADAL" clId="{E8E95438-7D72-4151-95E2-CCAFE31D1FDF}" dt="2026-02-22T20:19:57.513" v="2863"/>
          <ac:spMkLst>
            <pc:docMk/>
            <pc:sldMk cId="2517517329" sldId="499"/>
            <ac:spMk id="52" creationId="{467C14E2-AC81-72C1-768E-BF91D69F92CA}"/>
          </ac:spMkLst>
        </pc:spChg>
        <pc:grpChg chg="add mod">
          <ac:chgData name="Luis Carlos Guevara Hernandez" userId="946bcc4c-b146-4724-978c-751fab731e0a" providerId="ADAL" clId="{E8E95438-7D72-4151-95E2-CCAFE31D1FDF}" dt="2026-02-22T20:22:04.303" v="2890" actId="1076"/>
          <ac:grpSpMkLst>
            <pc:docMk/>
            <pc:sldMk cId="2517517329" sldId="499"/>
            <ac:grpSpMk id="3" creationId="{CDFF74B8-9F44-1FCF-6E8A-0B8DA2F612D4}"/>
          </ac:grpSpMkLst>
        </pc:grpChg>
        <pc:grpChg chg="add mod">
          <ac:chgData name="Luis Carlos Guevara Hernandez" userId="946bcc4c-b146-4724-978c-751fab731e0a" providerId="ADAL" clId="{E8E95438-7D72-4151-95E2-CCAFE31D1FDF}" dt="2026-02-22T20:22:07.994" v="2891" actId="1076"/>
          <ac:grpSpMkLst>
            <pc:docMk/>
            <pc:sldMk cId="2517517329" sldId="499"/>
            <ac:grpSpMk id="7" creationId="{ACB08901-275F-CC1D-61B7-BA33570A0FCD}"/>
          </ac:grpSpMkLst>
        </pc:grpChg>
        <pc:grpChg chg="add mod">
          <ac:chgData name="Luis Carlos Guevara Hernandez" userId="946bcc4c-b146-4724-978c-751fab731e0a" providerId="ADAL" clId="{E8E95438-7D72-4151-95E2-CCAFE31D1FDF}" dt="2026-02-22T20:22:07.994" v="2891" actId="1076"/>
          <ac:grpSpMkLst>
            <pc:docMk/>
            <pc:sldMk cId="2517517329" sldId="499"/>
            <ac:grpSpMk id="10" creationId="{02AD7770-6C16-5239-193A-6B4B6C263C7F}"/>
          </ac:grpSpMkLst>
        </pc:grpChg>
        <pc:grpChg chg="add mod">
          <ac:chgData name="Luis Carlos Guevara Hernandez" userId="946bcc4c-b146-4724-978c-751fab731e0a" providerId="ADAL" clId="{E8E95438-7D72-4151-95E2-CCAFE31D1FDF}" dt="2026-02-22T20:22:21.224" v="2897" actId="1076"/>
          <ac:grpSpMkLst>
            <pc:docMk/>
            <pc:sldMk cId="2517517329" sldId="499"/>
            <ac:grpSpMk id="14" creationId="{9FF329CC-7EB8-CDA9-4AF0-649F0B867FF0}"/>
          </ac:grpSpMkLst>
        </pc:grpChg>
        <pc:grpChg chg="add mod">
          <ac:chgData name="Luis Carlos Guevara Hernandez" userId="946bcc4c-b146-4724-978c-751fab731e0a" providerId="ADAL" clId="{E8E95438-7D72-4151-95E2-CCAFE31D1FDF}" dt="2026-02-22T20:23:46.086" v="2907"/>
          <ac:grpSpMkLst>
            <pc:docMk/>
            <pc:sldMk cId="2517517329" sldId="499"/>
            <ac:grpSpMk id="17" creationId="{9124CDD9-F7CB-7CAE-F6EA-A64A8BD88BB2}"/>
          </ac:grpSpMkLst>
        </pc:grpChg>
        <pc:grpChg chg="mod">
          <ac:chgData name="Luis Carlos Guevara Hernandez" userId="946bcc4c-b146-4724-978c-751fab731e0a" providerId="ADAL" clId="{E8E95438-7D72-4151-95E2-CCAFE31D1FDF}" dt="2026-02-22T20:19:30.276" v="2855"/>
          <ac:grpSpMkLst>
            <pc:docMk/>
            <pc:sldMk cId="2517517329" sldId="499"/>
            <ac:grpSpMk id="30" creationId="{82820E04-523C-FE7B-677A-62671EB8DEA7}"/>
          </ac:grpSpMkLst>
        </pc:grpChg>
        <pc:grpChg chg="mod">
          <ac:chgData name="Luis Carlos Guevara Hernandez" userId="946bcc4c-b146-4724-978c-751fab731e0a" providerId="ADAL" clId="{E8E95438-7D72-4151-95E2-CCAFE31D1FDF}" dt="2026-02-22T20:20:05.052" v="2865" actId="1076"/>
          <ac:grpSpMkLst>
            <pc:docMk/>
            <pc:sldMk cId="2517517329" sldId="499"/>
            <ac:grpSpMk id="33" creationId="{4880C18C-6F91-E854-F057-31254C6CCC6F}"/>
          </ac:grpSpMkLst>
        </pc:grpChg>
        <pc:grpChg chg="mod">
          <ac:chgData name="Luis Carlos Guevara Hernandez" userId="946bcc4c-b146-4724-978c-751fab731e0a" providerId="ADAL" clId="{E8E95438-7D72-4151-95E2-CCAFE31D1FDF}" dt="2026-02-22T20:21:52.601" v="2886" actId="1076"/>
          <ac:grpSpMkLst>
            <pc:docMk/>
            <pc:sldMk cId="2517517329" sldId="499"/>
            <ac:grpSpMk id="50" creationId="{D6252C99-EF69-04CB-5481-AD58945166FD}"/>
          </ac:grpSpMkLst>
        </pc:grpChg>
        <pc:graphicFrameChg chg="mod modGraphic">
          <ac:chgData name="Luis Carlos Guevara Hernandez" userId="946bcc4c-b146-4724-978c-751fab731e0a" providerId="ADAL" clId="{E8E95438-7D72-4151-95E2-CCAFE31D1FDF}" dt="2026-02-22T20:18:55.764" v="2845"/>
          <ac:graphicFrameMkLst>
            <pc:docMk/>
            <pc:sldMk cId="2517517329" sldId="499"/>
            <ac:graphicFrameMk id="27" creationId="{1C7F2B8F-E3BD-0966-DC18-628DFC5E5197}"/>
          </ac:graphicFrameMkLst>
        </pc:graphicFrameChg>
        <pc:cxnChg chg="mod">
          <ac:chgData name="Luis Carlos Guevara Hernandez" userId="946bcc4c-b146-4724-978c-751fab731e0a" providerId="ADAL" clId="{E8E95438-7D72-4151-95E2-CCAFE31D1FDF}" dt="2026-02-22T20:23:46.086" v="2907"/>
          <ac:cxnSpMkLst>
            <pc:docMk/>
            <pc:sldMk cId="2517517329" sldId="499"/>
            <ac:cxnSpMk id="46" creationId="{F731412F-BFBD-25E1-A7CE-21325839CD34}"/>
          </ac:cxnSpMkLst>
        </pc:cxnChg>
      </pc:sldChg>
      <pc:sldChg chg="addSp delSp modSp add mod addAnim delAnim modAnim">
        <pc:chgData name="Luis Carlos Guevara Hernandez" userId="946bcc4c-b146-4724-978c-751fab731e0a" providerId="ADAL" clId="{E8E95438-7D72-4151-95E2-CCAFE31D1FDF}" dt="2026-02-22T20:26:04.656" v="2945" actId="13926"/>
        <pc:sldMkLst>
          <pc:docMk/>
          <pc:sldMk cId="2965883033" sldId="500"/>
        </pc:sldMkLst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3" creationId="{5CD24448-9722-3DC5-81FF-77C1430F20E2}"/>
          </ac:spMkLst>
        </pc:spChg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4" creationId="{24AE50CD-5E56-C863-416A-C090F35B6550}"/>
          </ac:spMkLst>
        </pc:spChg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6" creationId="{C51DC8C9-5C45-641A-9683-81EB69E1F427}"/>
          </ac:spMkLst>
        </pc:spChg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7" creationId="{023A3BC9-F7B5-7D36-3876-E399D0A84E24}"/>
          </ac:spMkLst>
        </pc:spChg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8" creationId="{AB63CA49-655E-0A7E-5EFF-97AC371956AF}"/>
          </ac:spMkLst>
        </pc:spChg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9" creationId="{ECB80462-05ED-7872-220C-E1D589F47BCB}"/>
          </ac:spMkLst>
        </pc:spChg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12" creationId="{5773F6DB-3FC4-ADEB-4997-ECADEA01E760}"/>
          </ac:spMkLst>
        </pc:spChg>
        <pc:spChg chg="mod">
          <ac:chgData name="Luis Carlos Guevara Hernandez" userId="946bcc4c-b146-4724-978c-751fab731e0a" providerId="ADAL" clId="{E8E95438-7D72-4151-95E2-CCAFE31D1FDF}" dt="2026-02-22T20:23:59.413" v="2910"/>
          <ac:spMkLst>
            <pc:docMk/>
            <pc:sldMk cId="2965883033" sldId="500"/>
            <ac:spMk id="13" creationId="{61D686BC-8B60-B6ED-026F-45B4A90EE156}"/>
          </ac:spMkLst>
        </pc:spChg>
        <pc:spChg chg="add mod">
          <ac:chgData name="Luis Carlos Guevara Hernandez" userId="946bcc4c-b146-4724-978c-751fab731e0a" providerId="ADAL" clId="{E8E95438-7D72-4151-95E2-CCAFE31D1FDF}" dt="2026-02-22T20:25:05.645" v="2927" actId="20577"/>
          <ac:spMkLst>
            <pc:docMk/>
            <pc:sldMk cId="2965883033" sldId="500"/>
            <ac:spMk id="18" creationId="{12327336-749D-ADB5-A3F5-8898D3475AB9}"/>
          </ac:spMkLst>
        </pc:spChg>
        <pc:spChg chg="mod">
          <ac:chgData name="Luis Carlos Guevara Hernandez" userId="946bcc4c-b146-4724-978c-751fab731e0a" providerId="ADAL" clId="{E8E95438-7D72-4151-95E2-CCAFE31D1FDF}" dt="2026-02-22T20:26:04.656" v="2945" actId="13926"/>
          <ac:spMkLst>
            <pc:docMk/>
            <pc:sldMk cId="2965883033" sldId="500"/>
            <ac:spMk id="20" creationId="{D45FC30D-0B1A-41C7-1690-66618627E54B}"/>
          </ac:spMkLst>
        </pc:spChg>
        <pc:spChg chg="mod">
          <ac:chgData name="Luis Carlos Guevara Hernandez" userId="946bcc4c-b146-4724-978c-751fab731e0a" providerId="ADAL" clId="{E8E95438-7D72-4151-95E2-CCAFE31D1FDF}" dt="2026-02-22T20:25:53.670" v="2943"/>
          <ac:spMkLst>
            <pc:docMk/>
            <pc:sldMk cId="2965883033" sldId="500"/>
            <ac:spMk id="23" creationId="{6C61D82F-F73A-8D65-963F-BF475E4B8714}"/>
          </ac:spMkLst>
        </pc:spChg>
        <pc:spChg chg="mod">
          <ac:chgData name="Luis Carlos Guevara Hernandez" userId="946bcc4c-b146-4724-978c-751fab731e0a" providerId="ADAL" clId="{E8E95438-7D72-4151-95E2-CCAFE31D1FDF}" dt="2026-02-22T20:25:25.927" v="2932" actId="13926"/>
          <ac:spMkLst>
            <pc:docMk/>
            <pc:sldMk cId="2965883033" sldId="500"/>
            <ac:spMk id="32" creationId="{72F44BE1-7857-9CC4-B343-EF788F01A34E}"/>
          </ac:spMkLst>
        </pc:spChg>
        <pc:spChg chg="mod">
          <ac:chgData name="Luis Carlos Guevara Hernandez" userId="946bcc4c-b146-4724-978c-751fab731e0a" providerId="ADAL" clId="{E8E95438-7D72-4151-95E2-CCAFE31D1FDF}" dt="2026-02-22T20:23:54.071" v="2908"/>
          <ac:spMkLst>
            <pc:docMk/>
            <pc:sldMk cId="2965883033" sldId="500"/>
            <ac:spMk id="36" creationId="{76333420-11B0-4639-562A-8C4257CA62FA}"/>
          </ac:spMkLst>
        </pc:spChg>
        <pc:spChg chg="mod">
          <ac:chgData name="Luis Carlos Guevara Hernandez" userId="946bcc4c-b146-4724-978c-751fab731e0a" providerId="ADAL" clId="{E8E95438-7D72-4151-95E2-CCAFE31D1FDF}" dt="2026-02-22T20:25:32.257" v="2935"/>
          <ac:spMkLst>
            <pc:docMk/>
            <pc:sldMk cId="2965883033" sldId="500"/>
            <ac:spMk id="43" creationId="{9FBAE276-7383-C281-CFBA-C6C298258240}"/>
          </ac:spMkLst>
        </pc:spChg>
        <pc:spChg chg="mod">
          <ac:chgData name="Luis Carlos Guevara Hernandez" userId="946bcc4c-b146-4724-978c-751fab731e0a" providerId="ADAL" clId="{E8E95438-7D72-4151-95E2-CCAFE31D1FDF}" dt="2026-02-22T20:25:32.257" v="2935"/>
          <ac:spMkLst>
            <pc:docMk/>
            <pc:sldMk cId="2965883033" sldId="500"/>
            <ac:spMk id="50" creationId="{5F9813A7-98CD-9D23-59E4-F09FFFCC3C22}"/>
          </ac:spMkLst>
        </pc:spChg>
        <pc:spChg chg="mod">
          <ac:chgData name="Luis Carlos Guevara Hernandez" userId="946bcc4c-b146-4724-978c-751fab731e0a" providerId="ADAL" clId="{E8E95438-7D72-4151-95E2-CCAFE31D1FDF}" dt="2026-02-22T20:25:36.739" v="2937"/>
          <ac:spMkLst>
            <pc:docMk/>
            <pc:sldMk cId="2965883033" sldId="500"/>
            <ac:spMk id="52" creationId="{C77BDAD6-2735-0F25-F64F-652D46BB73C5}"/>
          </ac:spMkLst>
        </pc:spChg>
        <pc:spChg chg="mod">
          <ac:chgData name="Luis Carlos Guevara Hernandez" userId="946bcc4c-b146-4724-978c-751fab731e0a" providerId="ADAL" clId="{E8E95438-7D72-4151-95E2-CCAFE31D1FDF}" dt="2026-02-22T20:25:36.739" v="2937"/>
          <ac:spMkLst>
            <pc:docMk/>
            <pc:sldMk cId="2965883033" sldId="500"/>
            <ac:spMk id="53" creationId="{1325A570-96AF-8BA1-4871-FFD9B0072DD1}"/>
          </ac:spMkLst>
        </pc:spChg>
        <pc:grpChg chg="add mod">
          <ac:chgData name="Luis Carlos Guevara Hernandez" userId="946bcc4c-b146-4724-978c-751fab731e0a" providerId="ADAL" clId="{E8E95438-7D72-4151-95E2-CCAFE31D1FDF}" dt="2026-02-22T20:23:59.413" v="2910"/>
          <ac:grpSpMkLst>
            <pc:docMk/>
            <pc:sldMk cId="2965883033" sldId="500"/>
            <ac:grpSpMk id="2" creationId="{89AE1689-7DB6-BD13-2199-DECF437029F4}"/>
          </ac:grpSpMkLst>
        </pc:grpChg>
        <pc:grpChg chg="add mod">
          <ac:chgData name="Luis Carlos Guevara Hernandez" userId="946bcc4c-b146-4724-978c-751fab731e0a" providerId="ADAL" clId="{E8E95438-7D72-4151-95E2-CCAFE31D1FDF}" dt="2026-02-22T20:25:53.670" v="2943"/>
          <ac:grpSpMkLst>
            <pc:docMk/>
            <pc:sldMk cId="2965883033" sldId="500"/>
            <ac:grpSpMk id="19" creationId="{D28FC670-DD5F-7BF5-A82B-61AD8D0B9137}"/>
          </ac:grpSpMkLst>
        </pc:grpChg>
        <pc:grpChg chg="mod">
          <ac:chgData name="Luis Carlos Guevara Hernandez" userId="946bcc4c-b146-4724-978c-751fab731e0a" providerId="ADAL" clId="{E8E95438-7D72-4151-95E2-CCAFE31D1FDF}" dt="2026-02-22T20:25:41.169" v="2938" actId="1076"/>
          <ac:grpSpMkLst>
            <pc:docMk/>
            <pc:sldMk cId="2965883033" sldId="500"/>
            <ac:grpSpMk id="41" creationId="{43B0F4B2-3D72-EC42-11AB-2E5BAB885BF8}"/>
          </ac:grpSpMkLst>
        </pc:grpChg>
        <pc:grpChg chg="mod">
          <ac:chgData name="Luis Carlos Guevara Hernandez" userId="946bcc4c-b146-4724-978c-751fab731e0a" providerId="ADAL" clId="{E8E95438-7D72-4151-95E2-CCAFE31D1FDF}" dt="2026-02-22T20:25:44.485" v="2939" actId="1076"/>
          <ac:grpSpMkLst>
            <pc:docMk/>
            <pc:sldMk cId="2965883033" sldId="500"/>
            <ac:grpSpMk id="51" creationId="{FE45147A-B56E-286C-2A49-22B7053A03A6}"/>
          </ac:grpSpMkLst>
        </pc:grpChg>
        <pc:picChg chg="add mod">
          <ac:chgData name="Luis Carlos Guevara Hernandez" userId="946bcc4c-b146-4724-978c-751fab731e0a" providerId="ADAL" clId="{E8E95438-7D72-4151-95E2-CCAFE31D1FDF}" dt="2026-02-22T20:24:07.217" v="2916" actId="1076"/>
          <ac:picMkLst>
            <pc:docMk/>
            <pc:sldMk cId="2965883033" sldId="500"/>
            <ac:picMk id="17" creationId="{34778759-3B7E-0264-965D-F7C756F754A8}"/>
          </ac:picMkLst>
        </pc:picChg>
        <pc:cxnChg chg="mod">
          <ac:chgData name="Luis Carlos Guevara Hernandez" userId="946bcc4c-b146-4724-978c-751fab731e0a" providerId="ADAL" clId="{E8E95438-7D72-4151-95E2-CCAFE31D1FDF}" dt="2026-02-22T20:23:59.413" v="2910"/>
          <ac:cxnSpMkLst>
            <pc:docMk/>
            <pc:sldMk cId="2965883033" sldId="500"/>
            <ac:cxnSpMk id="14" creationId="{66A035CE-BDE7-8EE7-3011-EF7A9BD620BE}"/>
          </ac:cxnSpMkLst>
        </pc:cxnChg>
      </pc:sldChg>
      <pc:sldChg chg="addSp modSp add mod">
        <pc:chgData name="Luis Carlos Guevara Hernandez" userId="946bcc4c-b146-4724-978c-751fab731e0a" providerId="ADAL" clId="{E8E95438-7D72-4151-95E2-CCAFE31D1FDF}" dt="2026-02-22T20:52:26.289" v="3285" actId="6549"/>
        <pc:sldMkLst>
          <pc:docMk/>
          <pc:sldMk cId="573556279" sldId="501"/>
        </pc:sldMkLst>
        <pc:spChg chg="mod">
          <ac:chgData name="Luis Carlos Guevara Hernandez" userId="946bcc4c-b146-4724-978c-751fab731e0a" providerId="ADAL" clId="{E8E95438-7D72-4151-95E2-CCAFE31D1FDF}" dt="2026-02-22T20:52:26.289" v="3285" actId="6549"/>
          <ac:spMkLst>
            <pc:docMk/>
            <pc:sldMk cId="573556279" sldId="501"/>
            <ac:spMk id="2" creationId="{F55DAA30-CCD3-6A38-C22B-ED15707099BD}"/>
          </ac:spMkLst>
        </pc:spChg>
        <pc:spChg chg="mod">
          <ac:chgData name="Luis Carlos Guevara Hernandez" userId="946bcc4c-b146-4724-978c-751fab731e0a" providerId="ADAL" clId="{E8E95438-7D72-4151-95E2-CCAFE31D1FDF}" dt="2026-02-22T20:30:22.454" v="2967"/>
          <ac:spMkLst>
            <pc:docMk/>
            <pc:sldMk cId="573556279" sldId="501"/>
            <ac:spMk id="11" creationId="{754FC8AE-9E9F-2F4E-71EC-ED6D830E4189}"/>
          </ac:spMkLst>
        </pc:spChg>
        <pc:spChg chg="mod">
          <ac:chgData name="Luis Carlos Guevara Hernandez" userId="946bcc4c-b146-4724-978c-751fab731e0a" providerId="ADAL" clId="{E8E95438-7D72-4151-95E2-CCAFE31D1FDF}" dt="2026-02-22T20:30:14.573" v="2964"/>
          <ac:spMkLst>
            <pc:docMk/>
            <pc:sldMk cId="573556279" sldId="501"/>
            <ac:spMk id="12" creationId="{B1F74F24-C19F-02C3-6F5F-BEE0065CA04F}"/>
          </ac:spMkLst>
        </pc:spChg>
        <pc:spChg chg="mod">
          <ac:chgData name="Luis Carlos Guevara Hernandez" userId="946bcc4c-b146-4724-978c-751fab731e0a" providerId="ADAL" clId="{E8E95438-7D72-4151-95E2-CCAFE31D1FDF}" dt="2026-02-22T20:28:56.334" v="2951"/>
          <ac:spMkLst>
            <pc:docMk/>
            <pc:sldMk cId="573556279" sldId="501"/>
            <ac:spMk id="21" creationId="{A4C7C34C-7B67-43F4-87AF-9AF598FA2117}"/>
          </ac:spMkLst>
        </pc:spChg>
        <pc:spChg chg="mod">
          <ac:chgData name="Luis Carlos Guevara Hernandez" userId="946bcc4c-b146-4724-978c-751fab731e0a" providerId="ADAL" clId="{E8E95438-7D72-4151-95E2-CCAFE31D1FDF}" dt="2026-02-22T20:28:56.334" v="2951"/>
          <ac:spMkLst>
            <pc:docMk/>
            <pc:sldMk cId="573556279" sldId="501"/>
            <ac:spMk id="23" creationId="{CF228CFB-1946-7C71-E59D-B51EE8F6935B}"/>
          </ac:spMkLst>
        </pc:spChg>
        <pc:spChg chg="mod">
          <ac:chgData name="Luis Carlos Guevara Hernandez" userId="946bcc4c-b146-4724-978c-751fab731e0a" providerId="ADAL" clId="{E8E95438-7D72-4151-95E2-CCAFE31D1FDF}" dt="2026-02-22T20:29:09.544" v="2955" actId="13926"/>
          <ac:spMkLst>
            <pc:docMk/>
            <pc:sldMk cId="573556279" sldId="501"/>
            <ac:spMk id="25" creationId="{C753065C-C2E1-C6D0-3A72-CEBDED9E7F5C}"/>
          </ac:spMkLst>
        </pc:spChg>
        <pc:spChg chg="mod">
          <ac:chgData name="Luis Carlos Guevara Hernandez" userId="946bcc4c-b146-4724-978c-751fab731e0a" providerId="ADAL" clId="{E8E95438-7D72-4151-95E2-CCAFE31D1FDF}" dt="2026-02-22T20:29:19.161" v="2959" actId="13926"/>
          <ac:spMkLst>
            <pc:docMk/>
            <pc:sldMk cId="573556279" sldId="501"/>
            <ac:spMk id="28" creationId="{877A1366-5B1E-3B42-1491-2713196DC6CE}"/>
          </ac:spMkLst>
        </pc:spChg>
        <pc:spChg chg="mod">
          <ac:chgData name="Luis Carlos Guevara Hernandez" userId="946bcc4c-b146-4724-978c-751fab731e0a" providerId="ADAL" clId="{E8E95438-7D72-4151-95E2-CCAFE31D1FDF}" dt="2026-02-22T20:29:13.970" v="2957"/>
          <ac:spMkLst>
            <pc:docMk/>
            <pc:sldMk cId="573556279" sldId="501"/>
            <ac:spMk id="29" creationId="{45649332-B344-4A26-39FA-F0B85AD6A3A1}"/>
          </ac:spMkLst>
        </pc:spChg>
        <pc:grpChg chg="add mod">
          <ac:chgData name="Luis Carlos Guevara Hernandez" userId="946bcc4c-b146-4724-978c-751fab731e0a" providerId="ADAL" clId="{E8E95438-7D72-4151-95E2-CCAFE31D1FDF}" dt="2026-02-22T20:30:18.656" v="2965" actId="1076"/>
          <ac:grpSpMkLst>
            <pc:docMk/>
            <pc:sldMk cId="573556279" sldId="501"/>
            <ac:grpSpMk id="10" creationId="{F97DE6A9-BABE-B36B-0754-0E1C7C1AB3B4}"/>
          </ac:grpSpMkLst>
        </pc:grpChg>
        <pc:grpChg chg="mod">
          <ac:chgData name="Luis Carlos Guevara Hernandez" userId="946bcc4c-b146-4724-978c-751fab731e0a" providerId="ADAL" clId="{E8E95438-7D72-4151-95E2-CCAFE31D1FDF}" dt="2026-02-22T20:28:56.334" v="2951"/>
          <ac:grpSpMkLst>
            <pc:docMk/>
            <pc:sldMk cId="573556279" sldId="501"/>
            <ac:grpSpMk id="13" creationId="{F6E75CE4-03A4-CFB3-3E3A-510C85C6854E}"/>
          </ac:grpSpMkLst>
        </pc:grpChg>
        <pc:grpChg chg="mod">
          <ac:chgData name="Luis Carlos Guevara Hernandez" userId="946bcc4c-b146-4724-978c-751fab731e0a" providerId="ADAL" clId="{E8E95438-7D72-4151-95E2-CCAFE31D1FDF}" dt="2026-02-22T20:29:26.729" v="2962" actId="1076"/>
          <ac:grpSpMkLst>
            <pc:docMk/>
            <pc:sldMk cId="573556279" sldId="501"/>
            <ac:grpSpMk id="24" creationId="{24B8394C-831C-066C-9F7D-3C54CB08A9A7}"/>
          </ac:grpSpMkLst>
        </pc:grpChg>
        <pc:grpChg chg="mod">
          <ac:chgData name="Luis Carlos Guevara Hernandez" userId="946bcc4c-b146-4724-978c-751fab731e0a" providerId="ADAL" clId="{E8E95438-7D72-4151-95E2-CCAFE31D1FDF}" dt="2026-02-22T20:30:13.990" v="2963" actId="1076"/>
          <ac:grpSpMkLst>
            <pc:docMk/>
            <pc:sldMk cId="573556279" sldId="501"/>
            <ac:grpSpMk id="27" creationId="{2E94B2FC-D42C-3261-B56E-C13C667D0C76}"/>
          </ac:grpSpMkLst>
        </pc:grpChg>
      </pc:sldChg>
      <pc:sldChg chg="add">
        <pc:chgData name="Luis Carlos Guevara Hernandez" userId="946bcc4c-b146-4724-978c-751fab731e0a" providerId="ADAL" clId="{E8E95438-7D72-4151-95E2-CCAFE31D1FDF}" dt="2026-02-22T20:30:40.195" v="2969"/>
        <pc:sldMkLst>
          <pc:docMk/>
          <pc:sldMk cId="3647329443" sldId="502"/>
        </pc:sldMkLst>
      </pc:sldChg>
      <pc:sldChg chg="addSp delSp modSp add mod modAnim">
        <pc:chgData name="Luis Carlos Guevara Hernandez" userId="946bcc4c-b146-4724-978c-751fab731e0a" providerId="ADAL" clId="{E8E95438-7D72-4151-95E2-CCAFE31D1FDF}" dt="2026-02-22T21:15:25.609" v="3713" actId="5793"/>
        <pc:sldMkLst>
          <pc:docMk/>
          <pc:sldMk cId="420979091" sldId="503"/>
        </pc:sldMkLst>
        <pc:spChg chg="add mod">
          <ac:chgData name="Luis Carlos Guevara Hernandez" userId="946bcc4c-b146-4724-978c-751fab731e0a" providerId="ADAL" clId="{E8E95438-7D72-4151-95E2-CCAFE31D1FDF}" dt="2026-02-22T21:15:25.609" v="3713" actId="5793"/>
          <ac:spMkLst>
            <pc:docMk/>
            <pc:sldMk cId="420979091" sldId="503"/>
            <ac:spMk id="5" creationId="{B265E2D9-F3E0-49BB-40BE-2B6EDE404356}"/>
          </ac:spMkLst>
        </pc:spChg>
        <pc:spChg chg="mod">
          <ac:chgData name="Luis Carlos Guevara Hernandez" userId="946bcc4c-b146-4724-978c-751fab731e0a" providerId="ADAL" clId="{E8E95438-7D72-4151-95E2-CCAFE31D1FDF}" dt="2026-02-22T21:15:05.474" v="3709"/>
          <ac:spMkLst>
            <pc:docMk/>
            <pc:sldMk cId="420979091" sldId="503"/>
            <ac:spMk id="14" creationId="{B4791B1F-54D5-FC4E-6B47-997F9F083DAA}"/>
          </ac:spMkLst>
        </pc:spChg>
        <pc:spChg chg="add mod">
          <ac:chgData name="Luis Carlos Guevara Hernandez" userId="946bcc4c-b146-4724-978c-751fab731e0a" providerId="ADAL" clId="{E8E95438-7D72-4151-95E2-CCAFE31D1FDF}" dt="2026-02-22T21:15:05.474" v="3709"/>
          <ac:spMkLst>
            <pc:docMk/>
            <pc:sldMk cId="420979091" sldId="503"/>
            <ac:spMk id="16" creationId="{468DF289-17D8-289B-FE22-12018D3A9AEC}"/>
          </ac:spMkLst>
        </pc:spChg>
        <pc:grpChg chg="add mod">
          <ac:chgData name="Luis Carlos Guevara Hernandez" userId="946bcc4c-b146-4724-978c-751fab731e0a" providerId="ADAL" clId="{E8E95438-7D72-4151-95E2-CCAFE31D1FDF}" dt="2026-02-22T21:15:05.474" v="3709"/>
          <ac:grpSpMkLst>
            <pc:docMk/>
            <pc:sldMk cId="420979091" sldId="503"/>
            <ac:grpSpMk id="7" creationId="{E13FF3C2-E417-1329-8EB4-2EE8E58D1A37}"/>
          </ac:grpSpMkLst>
        </pc:grpChg>
        <pc:graphicFrameChg chg="add mod">
          <ac:chgData name="Luis Carlos Guevara Hernandez" userId="946bcc4c-b146-4724-978c-751fab731e0a" providerId="ADAL" clId="{E8E95438-7D72-4151-95E2-CCAFE31D1FDF}" dt="2026-02-22T21:15:05.474" v="3709"/>
          <ac:graphicFrameMkLst>
            <pc:docMk/>
            <pc:sldMk cId="420979091" sldId="503"/>
            <ac:graphicFrameMk id="6" creationId="{1CFC0475-45A4-367F-5FD2-79B8D70CDFDB}"/>
          </ac:graphicFrameMkLst>
        </pc:graphicFrameChg>
        <pc:picChg chg="mod">
          <ac:chgData name="Luis Carlos Guevara Hernandez" userId="946bcc4c-b146-4724-978c-751fab731e0a" providerId="ADAL" clId="{E8E95438-7D72-4151-95E2-CCAFE31D1FDF}" dt="2026-02-22T21:15:05.474" v="3709"/>
          <ac:picMkLst>
            <pc:docMk/>
            <pc:sldMk cId="420979091" sldId="503"/>
            <ac:picMk id="15" creationId="{40D8D8A4-11C4-6D24-FCDD-1475431551A2}"/>
          </ac:picMkLst>
        </pc:picChg>
      </pc:sldChg>
      <pc:sldChg chg="addSp delSp modSp add mod delAnim modAnim">
        <pc:chgData name="Luis Carlos Guevara Hernandez" userId="946bcc4c-b146-4724-978c-751fab731e0a" providerId="ADAL" clId="{E8E95438-7D72-4151-95E2-CCAFE31D1FDF}" dt="2026-02-22T21:29:49.925" v="3903" actId="404"/>
        <pc:sldMkLst>
          <pc:docMk/>
          <pc:sldMk cId="1328767798" sldId="504"/>
        </pc:sldMkLst>
        <pc:spChg chg="mod">
          <ac:chgData name="Luis Carlos Guevara Hernandez" userId="946bcc4c-b146-4724-978c-751fab731e0a" providerId="ADAL" clId="{E8E95438-7D72-4151-95E2-CCAFE31D1FDF}" dt="2026-02-22T21:29:39.335" v="3898"/>
          <ac:spMkLst>
            <pc:docMk/>
            <pc:sldMk cId="1328767798" sldId="504"/>
            <ac:spMk id="2" creationId="{9A9E0D4E-9498-366F-52FC-076E730AEA57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10" creationId="{FFAF9C48-0203-82DA-A22D-C37244F6B1C0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11" creationId="{F20A54BA-441C-331C-D331-A98B808731CB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13" creationId="{84D21AE1-5024-2CA4-E2CD-08D55D3E9900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17" creationId="{73F20720-AF5D-8603-57E4-897C5CA906DD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19" creationId="{B11D1749-F376-39F9-84E9-C7590B45270B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20" creationId="{DB0AE167-4783-7E3C-1E6E-EA0B70B7FED8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24" creationId="{09F97B0A-6887-EEF6-134C-6884476A9AE9}"/>
          </ac:spMkLst>
        </pc:spChg>
        <pc:spChg chg="mod">
          <ac:chgData name="Luis Carlos Guevara Hernandez" userId="946bcc4c-b146-4724-978c-751fab731e0a" providerId="ADAL" clId="{E8E95438-7D72-4151-95E2-CCAFE31D1FDF}" dt="2026-02-22T21:29:49.925" v="3903" actId="404"/>
          <ac:spMkLst>
            <pc:docMk/>
            <pc:sldMk cId="1328767798" sldId="504"/>
            <ac:spMk id="26" creationId="{AEB28CA3-98E3-1FDE-3C67-470F6FBFFA44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27" creationId="{28433A21-EAB9-F3C6-660A-BAEE59B8213B}"/>
          </ac:spMkLst>
        </pc:spChg>
        <pc:spChg chg="mod">
          <ac:chgData name="Luis Carlos Guevara Hernandez" userId="946bcc4c-b146-4724-978c-751fab731e0a" providerId="ADAL" clId="{E8E95438-7D72-4151-95E2-CCAFE31D1FDF}" dt="2026-02-22T21:29:28.672" v="3897"/>
          <ac:spMkLst>
            <pc:docMk/>
            <pc:sldMk cId="1328767798" sldId="504"/>
            <ac:spMk id="30" creationId="{8EA63582-E812-CCE8-DB33-73358DFE915E}"/>
          </ac:spMkLst>
        </pc:spChg>
      </pc:sldChg>
      <pc:sldMasterChg chg="modSldLayout">
        <pc:chgData name="Luis Carlos Guevara Hernandez" userId="946bcc4c-b146-4724-978c-751fab731e0a" providerId="ADAL" clId="{E8E95438-7D72-4151-95E2-CCAFE31D1FDF}" dt="2026-02-22T15:16:20.526" v="46" actId="478"/>
        <pc:sldMasterMkLst>
          <pc:docMk/>
          <pc:sldMasterMk cId="2460954070" sldId="2147483660"/>
        </pc:sldMasterMkLst>
        <pc:sldLayoutChg chg="addSp delSp modSp">
          <pc:chgData name="Luis Carlos Guevara Hernandez" userId="946bcc4c-b146-4724-978c-751fab731e0a" providerId="ADAL" clId="{E8E95438-7D72-4151-95E2-CCAFE31D1FDF}" dt="2026-02-22T15:15:48.741" v="35"/>
          <pc:sldLayoutMkLst>
            <pc:docMk/>
            <pc:sldMasterMk cId="2460954070" sldId="2147483660"/>
            <pc:sldLayoutMk cId="2385387890" sldId="2147483661"/>
          </pc:sldLayoutMkLst>
          <pc:spChg chg="add mod">
            <ac:chgData name="Luis Carlos Guevara Hernandez" userId="946bcc4c-b146-4724-978c-751fab731e0a" providerId="ADAL" clId="{E8E95438-7D72-4151-95E2-CCAFE31D1FDF}" dt="2026-02-22T15:15:48.741" v="35"/>
            <ac:spMkLst>
              <pc:docMk/>
              <pc:sldMasterMk cId="2460954070" sldId="2147483660"/>
              <pc:sldLayoutMk cId="2385387890" sldId="2147483661"/>
              <ac:spMk id="3" creationId="{E4B8D429-39F3-06EC-CDAB-39961CA75FE1}"/>
            </ac:spMkLst>
          </pc:spChg>
          <pc:picChg chg="add mod">
            <ac:chgData name="Luis Carlos Guevara Hernandez" userId="946bcc4c-b146-4724-978c-751fab731e0a" providerId="ADAL" clId="{E8E95438-7D72-4151-95E2-CCAFE31D1FDF}" dt="2026-02-22T15:15:48.741" v="35"/>
            <ac:picMkLst>
              <pc:docMk/>
              <pc:sldMasterMk cId="2460954070" sldId="2147483660"/>
              <pc:sldLayoutMk cId="2385387890" sldId="2147483661"/>
              <ac:picMk id="2" creationId="{2985D6F0-A2FF-2978-87F2-BCE5680EAAB4}"/>
            </ac:picMkLst>
          </pc:picChg>
        </pc:sldLayoutChg>
        <pc:sldLayoutChg chg="delSp mod">
          <pc:chgData name="Luis Carlos Guevara Hernandez" userId="946bcc4c-b146-4724-978c-751fab731e0a" providerId="ADAL" clId="{E8E95438-7D72-4151-95E2-CCAFE31D1FDF}" dt="2026-02-22T15:15:59.044" v="37" actId="478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20.526" v="46" actId="478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18.620" v="45" actId="478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16.087" v="44" actId="478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14.509" v="43" actId="478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12.868" v="42" actId="478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10.969" v="41" actId="478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07.594" v="40" actId="478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06.011" v="39" actId="478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Sp mod">
          <pc:chgData name="Luis Carlos Guevara Hernandez" userId="946bcc4c-b146-4724-978c-751fab731e0a" providerId="ADAL" clId="{E8E95438-7D72-4151-95E2-CCAFE31D1FDF}" dt="2026-02-22T15:16:04.376" v="38" actId="478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Luis Carlos Guevara Hernandez" userId="946bcc4c-b146-4724-978c-751fab731e0a" providerId="ADAL" clId="{8D45B6E4-1233-4CBF-9F60-0793E96FE6AE}"/>
    <pc:docChg chg="undo custSel addSld delSld modSld">
      <pc:chgData name="Luis Carlos Guevara Hernandez" userId="946bcc4c-b146-4724-978c-751fab731e0a" providerId="ADAL" clId="{8D45B6E4-1233-4CBF-9F60-0793E96FE6AE}" dt="2026-03-04T17:13:39.995" v="124" actId="20577"/>
      <pc:docMkLst>
        <pc:docMk/>
      </pc:docMkLst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831261329" sldId="379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500461336" sldId="428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178594256" sldId="429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77856306" sldId="445"/>
        </pc:sldMkLst>
      </pc:sldChg>
      <pc:sldChg chg="modSp 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463727550" sldId="448"/>
        </pc:sldMkLst>
        <pc:spChg chg="mod">
          <ac:chgData name="Luis Carlos Guevara Hernandez" userId="946bcc4c-b146-4724-978c-751fab731e0a" providerId="ADAL" clId="{8D45B6E4-1233-4CBF-9F60-0793E96FE6AE}" dt="2026-03-02T15:39:16.383" v="26" actId="20577"/>
          <ac:spMkLst>
            <pc:docMk/>
            <pc:sldMk cId="2463727550" sldId="448"/>
            <ac:spMk id="16" creationId="{8178E538-7DC2-E12D-DCC5-083A0EEF54BF}"/>
          </ac:spMkLst>
        </pc:spChg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010316572" sldId="450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472478394" sldId="451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4121982574" sldId="452"/>
        </pc:sldMkLst>
      </pc:sldChg>
      <pc:sldChg chg="addSp delSp modSp add del mod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451694885" sldId="454"/>
        </pc:sldMkLst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12" creationId="{3281746F-D058-29EF-6822-B0EA25927DCB}"/>
          </ac:spMkLst>
        </pc:spChg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14" creationId="{BDAD26D2-4B60-A521-9B8B-816B7D08E982}"/>
          </ac:spMkLst>
        </pc:spChg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16" creationId="{E879EB19-85BD-2EFB-6BE5-983FCCDC7AE9}"/>
          </ac:spMkLst>
        </pc:spChg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22" creationId="{43F5B361-866D-0857-EA7A-01FA10B20224}"/>
          </ac:spMkLst>
        </pc:spChg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23" creationId="{4983FEB4-DB1F-F342-9541-0010D2434BE3}"/>
          </ac:spMkLst>
        </pc:spChg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24" creationId="{FA138CE9-DDD6-FAA4-5E35-E6612A3D631F}"/>
          </ac:spMkLst>
        </pc:spChg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25" creationId="{EFB6786F-2A82-8935-36AB-09ACE0F95136}"/>
          </ac:spMkLst>
        </pc:spChg>
        <pc:spChg chg="mod topLvl">
          <ac:chgData name="Luis Carlos Guevara Hernandez" userId="946bcc4c-b146-4724-978c-751fab731e0a" providerId="ADAL" clId="{8D45B6E4-1233-4CBF-9F60-0793E96FE6AE}" dt="2026-03-02T15:41:34.012" v="54" actId="165"/>
          <ac:spMkLst>
            <pc:docMk/>
            <pc:sldMk cId="2451694885" sldId="454"/>
            <ac:spMk id="26" creationId="{80ABE994-4C33-E01D-8F62-151E7E6C63FD}"/>
          </ac:spMkLst>
        </pc:spChg>
        <pc:grpChg chg="add del">
          <ac:chgData name="Luis Carlos Guevara Hernandez" userId="946bcc4c-b146-4724-978c-751fab731e0a" providerId="ADAL" clId="{8D45B6E4-1233-4CBF-9F60-0793E96FE6AE}" dt="2026-03-02T15:42:11.051" v="66" actId="21"/>
          <ac:grpSpMkLst>
            <pc:docMk/>
            <pc:sldMk cId="2451694885" sldId="454"/>
            <ac:grpSpMk id="20" creationId="{2EE82C99-F8F3-5B88-2DE4-9055F839487B}"/>
          </ac:grpSpMkLst>
        </pc:grpChg>
        <pc:cxnChg chg="mod">
          <ac:chgData name="Luis Carlos Guevara Hernandez" userId="946bcc4c-b146-4724-978c-751fab731e0a" providerId="ADAL" clId="{8D45B6E4-1233-4CBF-9F60-0793E96FE6AE}" dt="2026-02-25T14:54:15.268" v="1" actId="164"/>
          <ac:cxnSpMkLst>
            <pc:docMk/>
            <pc:sldMk cId="2451694885" sldId="454"/>
            <ac:cxnSpMk id="13" creationId="{118713DA-F8FA-C4C4-B3DC-DC477200068F}"/>
          </ac:cxnSpMkLst>
        </pc:cxnChg>
        <pc:cxnChg chg="mod topLvl">
          <ac:chgData name="Luis Carlos Guevara Hernandez" userId="946bcc4c-b146-4724-978c-751fab731e0a" providerId="ADAL" clId="{8D45B6E4-1233-4CBF-9F60-0793E96FE6AE}" dt="2026-03-02T15:41:34.012" v="54" actId="165"/>
          <ac:cxnSpMkLst>
            <pc:docMk/>
            <pc:sldMk cId="2451694885" sldId="454"/>
            <ac:cxnSpMk id="18" creationId="{6E40F95A-ED9D-A537-D897-24753E81AECD}"/>
          </ac:cxnSpMkLst>
        </pc:cxnChg>
      </pc:sldChg>
      <pc:sldChg chg="delSp modSp add del mod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470710066" sldId="456"/>
        </pc:sldMkLst>
        <pc:spChg chg="mod topLvl">
          <ac:chgData name="Luis Carlos Guevara Hernandez" userId="946bcc4c-b146-4724-978c-751fab731e0a" providerId="ADAL" clId="{8D45B6E4-1233-4CBF-9F60-0793E96FE6AE}" dt="2026-03-02T15:43:26.298" v="75" actId="165"/>
          <ac:spMkLst>
            <pc:docMk/>
            <pc:sldMk cId="1470710066" sldId="456"/>
            <ac:spMk id="39" creationId="{59B79FB3-8D4A-9384-4AD1-14BA2819DF08}"/>
          </ac:spMkLst>
        </pc:spChg>
        <pc:spChg chg="mod topLvl">
          <ac:chgData name="Luis Carlos Guevara Hernandez" userId="946bcc4c-b146-4724-978c-751fab731e0a" providerId="ADAL" clId="{8D45B6E4-1233-4CBF-9F60-0793E96FE6AE}" dt="2026-03-02T15:43:26.298" v="75" actId="165"/>
          <ac:spMkLst>
            <pc:docMk/>
            <pc:sldMk cId="1470710066" sldId="456"/>
            <ac:spMk id="41" creationId="{4C52EE94-0722-D1D3-D75E-D7C2CFEDEDE7}"/>
          </ac:spMkLst>
        </pc:spChg>
        <pc:spChg chg="mod topLvl">
          <ac:chgData name="Luis Carlos Guevara Hernandez" userId="946bcc4c-b146-4724-978c-751fab731e0a" providerId="ADAL" clId="{8D45B6E4-1233-4CBF-9F60-0793E96FE6AE}" dt="2026-03-02T15:43:26.298" v="75" actId="165"/>
          <ac:spMkLst>
            <pc:docMk/>
            <pc:sldMk cId="1470710066" sldId="456"/>
            <ac:spMk id="70" creationId="{B02A0B0F-957A-B663-03EB-0B037426F613}"/>
          </ac:spMkLst>
        </pc:spChg>
        <pc:spChg chg="mod topLvl">
          <ac:chgData name="Luis Carlos Guevara Hernandez" userId="946bcc4c-b146-4724-978c-751fab731e0a" providerId="ADAL" clId="{8D45B6E4-1233-4CBF-9F60-0793E96FE6AE}" dt="2026-03-02T15:43:26.298" v="75" actId="165"/>
          <ac:spMkLst>
            <pc:docMk/>
            <pc:sldMk cId="1470710066" sldId="456"/>
            <ac:spMk id="72" creationId="{41E30D5C-D4A9-E6EF-7CE1-1418BB21EB6E}"/>
          </ac:spMkLst>
        </pc:spChg>
        <pc:spChg chg="mod">
          <ac:chgData name="Luis Carlos Guevara Hernandez" userId="946bcc4c-b146-4724-978c-751fab731e0a" providerId="ADAL" clId="{8D45B6E4-1233-4CBF-9F60-0793E96FE6AE}" dt="2026-03-02T15:44:26.810" v="85" actId="1076"/>
          <ac:spMkLst>
            <pc:docMk/>
            <pc:sldMk cId="1470710066" sldId="456"/>
            <ac:spMk id="88" creationId="{61CE9E48-816C-456B-936C-44558591B88B}"/>
          </ac:spMkLst>
        </pc:spChg>
        <pc:spChg chg="mod topLvl">
          <ac:chgData name="Luis Carlos Guevara Hernandez" userId="946bcc4c-b146-4724-978c-751fab731e0a" providerId="ADAL" clId="{8D45B6E4-1233-4CBF-9F60-0793E96FE6AE}" dt="2026-03-02T15:43:26.298" v="75" actId="165"/>
          <ac:spMkLst>
            <pc:docMk/>
            <pc:sldMk cId="1470710066" sldId="456"/>
            <ac:spMk id="111" creationId="{429A7B64-A84C-EFAF-AD3F-CE70B7EB8109}"/>
          </ac:spMkLst>
        </pc:spChg>
        <pc:spChg chg="mod topLvl">
          <ac:chgData name="Luis Carlos Guevara Hernandez" userId="946bcc4c-b146-4724-978c-751fab731e0a" providerId="ADAL" clId="{8D45B6E4-1233-4CBF-9F60-0793E96FE6AE}" dt="2026-03-02T15:43:26.298" v="75" actId="165"/>
          <ac:spMkLst>
            <pc:docMk/>
            <pc:sldMk cId="1470710066" sldId="456"/>
            <ac:spMk id="113" creationId="{F179E382-6072-BD47-50F1-A8C278B0E05E}"/>
          </ac:spMkLst>
        </pc:spChg>
        <pc:spChg chg="mod topLvl">
          <ac:chgData name="Luis Carlos Guevara Hernandez" userId="946bcc4c-b146-4724-978c-751fab731e0a" providerId="ADAL" clId="{8D45B6E4-1233-4CBF-9F60-0793E96FE6AE}" dt="2026-03-02T15:43:26.298" v="75" actId="165"/>
          <ac:spMkLst>
            <pc:docMk/>
            <pc:sldMk cId="1470710066" sldId="456"/>
            <ac:spMk id="114" creationId="{08F1C7DA-14B3-7740-8F00-A6FCC3DA1811}"/>
          </ac:spMkLst>
        </pc:spChg>
        <pc:cxnChg chg="mod topLvl">
          <ac:chgData name="Luis Carlos Guevara Hernandez" userId="946bcc4c-b146-4724-978c-751fab731e0a" providerId="ADAL" clId="{8D45B6E4-1233-4CBF-9F60-0793E96FE6AE}" dt="2026-03-02T15:43:26.298" v="75" actId="165"/>
          <ac:cxnSpMkLst>
            <pc:docMk/>
            <pc:sldMk cId="1470710066" sldId="456"/>
            <ac:cxnSpMk id="42" creationId="{92A9824E-AE1F-D7D4-6019-8ADC0FC13766}"/>
          </ac:cxnSpMkLst>
        </pc:cxnChg>
        <pc:cxnChg chg="mod topLvl">
          <ac:chgData name="Luis Carlos Guevara Hernandez" userId="946bcc4c-b146-4724-978c-751fab731e0a" providerId="ADAL" clId="{8D45B6E4-1233-4CBF-9F60-0793E96FE6AE}" dt="2026-03-02T15:43:26.298" v="75" actId="165"/>
          <ac:cxnSpMkLst>
            <pc:docMk/>
            <pc:sldMk cId="1470710066" sldId="456"/>
            <ac:cxnSpMk id="45" creationId="{4984D88C-9A9D-ADDA-0A51-EF0E10C4EFF3}"/>
          </ac:cxnSpMkLst>
        </pc:cxnChg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436149030" sldId="457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589669215" sldId="477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373581877" sldId="478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449278227" sldId="479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180109538" sldId="480"/>
        </pc:sldMkLst>
      </pc:sldChg>
      <pc:sldChg chg="add del modAnim">
        <pc:chgData name="Luis Carlos Guevara Hernandez" userId="946bcc4c-b146-4724-978c-751fab731e0a" providerId="ADAL" clId="{8D45B6E4-1233-4CBF-9F60-0793E96FE6AE}" dt="2026-03-04T15:54:52.866" v="122"/>
        <pc:sldMkLst>
          <pc:docMk/>
          <pc:sldMk cId="2285636410" sldId="482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99667321" sldId="486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614207178" sldId="487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438933926" sldId="488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034164233" sldId="489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987656899" sldId="490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496080528" sldId="491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98874412" sldId="492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531341689" sldId="493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779150504" sldId="494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540976412" sldId="495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280076179" sldId="496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767209261" sldId="497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234339030" sldId="498"/>
        </pc:sldMkLst>
      </pc:sldChg>
      <pc:sldChg chg="modSp add del mod modAnim">
        <pc:chgData name="Luis Carlos Guevara Hernandez" userId="946bcc4c-b146-4724-978c-751fab731e0a" providerId="ADAL" clId="{8D45B6E4-1233-4CBF-9F60-0793E96FE6AE}" dt="2026-03-04T17:13:39.995" v="124" actId="20577"/>
        <pc:sldMkLst>
          <pc:docMk/>
          <pc:sldMk cId="2517517329" sldId="499"/>
        </pc:sldMkLst>
        <pc:spChg chg="mod">
          <ac:chgData name="Luis Carlos Guevara Hernandez" userId="946bcc4c-b146-4724-978c-751fab731e0a" providerId="ADAL" clId="{8D45B6E4-1233-4CBF-9F60-0793E96FE6AE}" dt="2026-03-04T17:13:39.995" v="124" actId="20577"/>
          <ac:spMkLst>
            <pc:docMk/>
            <pc:sldMk cId="2517517329" sldId="499"/>
            <ac:spMk id="6" creationId="{832CC514-C384-7D03-802E-4EFAEF378A6D}"/>
          </ac:spMkLst>
        </pc:spChg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2965883033" sldId="500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573556279" sldId="501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3647329443" sldId="502"/>
        </pc:sldMkLst>
      </pc:sldChg>
      <pc:sldChg chg="add del modAnim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420979091" sldId="503"/>
        </pc:sldMkLst>
      </pc:sldChg>
      <pc:sldChg chg="add del">
        <pc:chgData name="Luis Carlos Guevara Hernandez" userId="946bcc4c-b146-4724-978c-751fab731e0a" providerId="ADAL" clId="{8D45B6E4-1233-4CBF-9F60-0793E96FE6AE}" dt="2026-03-04T15:54:50.587" v="121" actId="47"/>
        <pc:sldMkLst>
          <pc:docMk/>
          <pc:sldMk cId="1328767798" sldId="50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E701E5-B3C4-97DF-1176-2AFC85B6DD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20163-749A-1D0F-B680-5053BC53A4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90100-FC31-4E00-A218-96376BE64108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7B271-DC03-A3C9-7588-BAB858DBB2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54CDE-0013-785C-124F-0E09A6C2C3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A6E62-FD2E-4AD2-B3A8-40B3BB0A9F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496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FB681-422F-492A-A538-67B2BCA02B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808D-F8FF-4F45-9B49-F778C5ECCD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89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1908-525E-2D3A-D4F2-F3C8FD64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A98AC-77DB-C7C8-F20D-6AF3B15CD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D4765-E72E-E4A1-9E56-808EDDB96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F624B-F19E-1AEF-3BE9-6E16DB120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581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8BEB-CE78-E241-2B6F-CA851A7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4766F-C934-37B1-7DD1-1A644830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71ACE-83B7-FDA1-8387-0F8034672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16B75-5CFE-6703-22A8-62439BFF6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048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8DD9-C146-BDB2-523D-79D543ED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79703-4A77-AAD9-87DA-1A9012B85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C7410-EFC3-5E26-EE01-8D1AA402C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B45AD-B198-A6F0-D7DE-8A756DB01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270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FAB19-3F64-D8C9-90B9-DBB14A661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53F0C-EBA7-33B8-9BD0-9B7B91BF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28A87-3030-90AE-6AD2-E18DF18E1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203FB-42CC-0BA8-F3E0-46BB83A18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717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7A0A-6EFD-B01B-EC1F-38FE536D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B3561-1019-732E-E36E-EA04934DE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0650B-7620-BB1F-FA20-AE3D2B353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39C63-A79D-F6B4-9D37-0199E55A6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700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B0D5B-A138-F8CC-3A16-87E509DF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9BD49-93F9-FBF1-49A1-C076890A4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9B1BB-648E-D729-88C1-3EFE25D05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E3946-6129-E5B0-F489-EB589349B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830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3977-41FC-E944-B247-C1282096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69A82-2E51-8CE1-127D-9DCF0C78E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BDFB2-48CC-56D0-2915-949D97CAA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B6353-E865-1F6D-8B49-7369362AA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864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F903-E99D-3B08-7FB9-84BB2E2D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74C04-1389-B17B-8052-AF73023A5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284CB-BE3E-492D-F721-FC65BC016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A7B6-B325-159E-6BF6-671037BCE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431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8A29-C6F5-4926-0EF9-2B2FCD11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FB48B-DDD8-B19B-D43A-08FB455F7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53B65-92C8-F8EC-141D-069F54C91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2C46F-51DE-81B0-641F-D8735A691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126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A4D3-F8C1-EC63-2FE6-7F4B2589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0E9AB-4C88-402F-79B4-FF4469BCE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FB6CD-172E-B230-BAAD-F401F0C15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B4053-6440-2494-D63D-88F8C73F8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781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A1B-8723-3658-1526-B9CE563F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EB490-8361-2BE8-66E0-4AA1E678C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608E9-A108-D043-2AA8-97FB73FE8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6E16F-6E5D-76EB-03A1-5A59E8985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072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F137-2DA6-33D5-28A1-981FF80C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E1408-5ECA-DDD9-DAFC-57F3F5087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82498-2CAB-9E7F-9992-B71496547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31CA2-0239-9E25-CC21-20BC3B879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799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4A93-17F7-E8E8-6C10-F61214EF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D25FB-7DD7-21C5-260C-FE9C417A6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B3899-5212-9B43-33E5-D33EA1D1C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C976B-6678-874A-0EE5-7B66BDDC6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115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DFDF-98F7-98C0-8791-B98E428E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7E2D8-D4B2-724E-15F1-3FE267BE6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4E550-8C6A-9C03-3565-3A4FAFC97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DD355-593C-4AFF-4DFE-84E574A6F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6331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ED96-1DCE-B302-1478-8F620092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2AB59-B003-9B46-C678-3C9219E19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09DF6-B580-9BF7-C67D-ABB8721D1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9703C-33D1-30D2-FBA8-95CCC0287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925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0FCED-F3A8-1947-D986-680B8EFA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E4B44-6E7F-FEB3-253C-B6C24C24E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D6C15-15C7-969E-9927-EE83D5F73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EDDE2-473E-0836-D341-21ECDFEBC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115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A3C5-9B69-5155-2B6D-75061B615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5199C-6E98-7307-4F48-A72D2E2A6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4953A-9FFF-35D6-D9BB-50F843588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4866B-48AD-1DDB-7B5A-FBCEA06DB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585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9F67-9CBC-E228-A46A-4A831BBE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CE1FC-BE8B-84BF-2D4A-8C8050732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E918C-3EB2-ECAB-DAB1-1A891BDD7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7CD84-BA25-4FE1-0AAF-91765FB4E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099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6BBD-04D1-9C96-5B2C-D5ED16A6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38E9A-32F2-5E8D-87EF-C81D015EE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8036B-2423-41F8-5CB8-5A75BE9A6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42C8B-76A9-D7C1-B134-4AD8FF696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091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DACB1-58C5-2247-B766-8967D8929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109ED-D4DB-8601-DCA2-9C995EAAB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12BC0-7B24-8EC1-7343-5ECB075B2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8DD3D-3069-82BB-D72A-08701201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9644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4F87-0A90-160D-4E7B-20135841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F2323-B95A-1A16-44CE-063E5AD8D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3665A-CCD2-4601-CC31-A00F9DC7A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18701-30E0-E9C0-9800-076483C16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9580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E0C0-49EB-6F3A-0409-932E3EFF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2DA98-3EAE-F0CE-5CA2-263588E3A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0024D-0558-E516-CE8C-E4392B992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C2E56-198B-23C0-7A3A-F0A5A4E90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729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DA5F-FAA6-F917-8542-E694D43F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BDE6D-66FB-F790-5791-22C432BB0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F78FD-B605-B59D-1CD6-C1DAD494C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CFAE7-802B-EC10-0B2F-F0DA476FC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8465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33EEB-F17F-47A4-99B4-4FCD8E0F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6932F-F855-01C4-F345-66F9AE4F6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2F321-8E17-C085-3A35-EBD0AFCCD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CB947-B299-1C5B-2C5A-0D3D74C1C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652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392FC-410F-CC4C-BF98-2D3AFD28D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C1691-34D4-658E-160A-EEA097328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92AEF-2966-698E-80C8-436F585DD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FA1D3-B7B2-CCD0-1846-ABD921CCC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317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C46FC-830E-8078-8F83-2F6F1D3D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FBF66-D979-B74B-4125-690C47CC7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91EB9-BF77-4756-3470-E8D9DFB98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2A5BC-28AE-A119-5C15-4AE509592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9349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DD1-967B-128F-7974-94272657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1F596-80AB-C414-B0FD-FC6EB198F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ADDBF-A406-723D-B0F7-C90C7DFE5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C028-FDA2-24DD-72CC-7F59C811C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8226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F057F-E7D9-7D51-79BF-6D1B937E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89C49-DABE-17F4-042E-B497D8D84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96340-E0F8-9C32-A867-BE3DDAB90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BFA25-1F56-E203-4A33-6D338001F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16878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2875E-8A0C-0813-FC7B-43402ADE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A3BD8-5EFA-DFB5-3BEE-872B47F11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DD042-B4A2-352F-C3DF-8389287D9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0767A-D66B-682A-FA6A-4F2194D46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9084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7D53-7F36-81A4-47B5-D580B750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160A6-AAD1-BFB7-F36E-945732305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4D5AC-5BD4-F7CB-2A0D-DD245925D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49815-14F9-281C-BBD4-6EAD0F46A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864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9B66-18D4-2AB5-83D0-C2A5874E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80AE8-AD51-96FC-355C-02998D397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7DE3A-25AA-989F-0AEE-8F424C19F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02807-5F4F-2A96-9F64-DD79B0F27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422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1D30-0BA1-4604-0475-9EC90321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1B43D-4124-ABEE-81B3-D22131910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5D686-5411-2FA5-6D6D-C393DC6BD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920E2-4530-526A-7AA3-1A0095203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6337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8B5D-21A3-282A-5A4E-328DD6F7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86BFA-ECFB-09B8-E33A-D3FDD57CC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F7706-F4F1-08C4-4A22-4EA7940E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D33B5-AB19-5F78-F84E-446EB509B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2255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65EF-D6BC-BF2E-94A4-92E815B3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C79FE-282B-382D-2BB2-A687EABEA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27EE8-98A7-5D4B-90FC-4BB84490F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441A-D9A0-0866-4E67-7A7944B5B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6968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7DFA0-791B-9A80-2AD0-9BA50077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93ABD-9044-D7C1-9C29-F669FC886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02FC2-A8E4-96DD-BD66-387317156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82213-CA87-B57F-1475-9019904CA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069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4/03/2026</a:t>
            </a:fld>
            <a:endParaRPr lang="en-US"/>
          </a:p>
        </p:txBody>
      </p:sp>
      <p:pic>
        <p:nvPicPr>
          <p:cNvPr id="2" name="Picture 4" descr="No hay ninguna descripción de la foto disponible.">
            <a:extLst>
              <a:ext uri="{FF2B5EF4-FFF2-40B4-BE49-F238E27FC236}">
                <a16:creationId xmlns:a16="http://schemas.microsoft.com/office/drawing/2014/main" id="{2985D6F0-A2FF-2978-87F2-BCE5680EAAB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165202" y="6360118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4B8D429-39F3-06EC-CDAB-39961CA75FE1}"/>
              </a:ext>
            </a:extLst>
          </p:cNvPr>
          <p:cNvSpPr txBox="1">
            <a:spLocks/>
          </p:cNvSpPr>
          <p:nvPr userDrawn="1"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4/03/2026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4/03/2026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4/03/2026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4/03/2026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4/03/2026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4/03/2026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4/03/2026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4/03/2026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4/03/2026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4/03/2026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4/03/2026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externadoedu-my.sharepoint.com/:b:/g/personal/luis_guevara_uexternado_edu_co/EVgOqplvT9tPptebxJx4YgoBXPtdS19VBv0wmvrXAYXe1Q?e=8MEPMY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www.annfammed.org/content/annalsfm/13/6/554.full.pdf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nfammed.org/content/annalsfm/13/6/554.full.pdf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externadoedu-my.sharepoint.com/:b:/g/personal/luis_guevara_uexternado_edu_co/EVgOqplvT9tPptebxJx4YgoBXPtdS19VBv0wmvrXAYXe1Q?e=8MEPMY" TargetMode="External"/><Relationship Id="rId5" Type="http://schemas.openxmlformats.org/officeDocument/2006/relationships/hyperlink" Target="https://pubmed.ncbi.nlm.nih.gov/24218378/" TargetMode="Externa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nfammed.org/content/annalsfm/13/6/554.full.pd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ubmed.ncbi.nlm.nih.gov/22966108/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1DFC5-B092-0EEA-0674-84D6F339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0A4452-3F2C-EB65-F516-2A4699E3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6" name="Picture 2" descr="Foro Enseñanza e Investigación de las Políticas Públicas en Colombia – En  homenaje a Luis Fernando Aguilar Villanueva">
            <a:extLst>
              <a:ext uri="{FF2B5EF4-FFF2-40B4-BE49-F238E27FC236}">
                <a16:creationId xmlns:a16="http://schemas.microsoft.com/office/drawing/2014/main" id="{0F5E8E43-C5DD-8F14-8F87-E686281016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39588"/>
          <a:stretch/>
        </p:blipFill>
        <p:spPr bwMode="auto">
          <a:xfrm>
            <a:off x="1071562" y="357805"/>
            <a:ext cx="1843086" cy="6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21B808-721E-5FF4-916E-9FED9C2353F4}"/>
              </a:ext>
            </a:extLst>
          </p:cNvPr>
          <p:cNvSpPr txBox="1"/>
          <p:nvPr/>
        </p:nvSpPr>
        <p:spPr>
          <a:xfrm>
            <a:off x="1071563" y="1394866"/>
            <a:ext cx="5024438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F0502020204030204" pitchFamily="34" charset="0"/>
                <a:ea typeface="+mn-ea"/>
                <a:cs typeface="+mn-cs"/>
              </a:rPr>
              <a:t>Mixed Methods Procedures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1EB8E5-1680-26D8-65C5-BD548B5E019A}"/>
              </a:ext>
            </a:extLst>
          </p:cNvPr>
          <p:cNvSpPr/>
          <p:nvPr/>
        </p:nvSpPr>
        <p:spPr>
          <a:xfrm>
            <a:off x="1274717" y="3341991"/>
            <a:ext cx="373322" cy="369830"/>
          </a:xfrm>
          <a:custGeom>
            <a:avLst/>
            <a:gdLst>
              <a:gd name="connsiteX0" fmla="*/ 273786 w 672354"/>
              <a:gd name="connsiteY0" fmla="*/ 560045 h 666065"/>
              <a:gd name="connsiteX1" fmla="*/ 273786 w 672354"/>
              <a:gd name="connsiteY1" fmla="*/ 666065 h 666065"/>
              <a:gd name="connsiteX2" fmla="*/ 268426 w 672354"/>
              <a:gd name="connsiteY2" fmla="*/ 665524 h 666065"/>
              <a:gd name="connsiteX3" fmla="*/ 205322 w 672354"/>
              <a:gd name="connsiteY3" fmla="*/ 645936 h 666065"/>
              <a:gd name="connsiteX4" fmla="*/ 199831 w 672354"/>
              <a:gd name="connsiteY4" fmla="*/ 642955 h 666065"/>
              <a:gd name="connsiteX5" fmla="*/ 218437 w 672354"/>
              <a:gd name="connsiteY5" fmla="*/ 612031 h 666065"/>
              <a:gd name="connsiteX6" fmla="*/ 273786 w 672354"/>
              <a:gd name="connsiteY6" fmla="*/ 560045 h 666065"/>
              <a:gd name="connsiteX7" fmla="*/ 305515 w 672354"/>
              <a:gd name="connsiteY7" fmla="*/ 339627 h 666065"/>
              <a:gd name="connsiteX8" fmla="*/ 248365 w 672354"/>
              <a:gd name="connsiteY8" fmla="*/ 396777 h 666065"/>
              <a:gd name="connsiteX9" fmla="*/ 305515 w 672354"/>
              <a:gd name="connsiteY9" fmla="*/ 453927 h 666065"/>
              <a:gd name="connsiteX10" fmla="*/ 362665 w 672354"/>
              <a:gd name="connsiteY10" fmla="*/ 396777 h 666065"/>
              <a:gd name="connsiteX11" fmla="*/ 305515 w 672354"/>
              <a:gd name="connsiteY11" fmla="*/ 339627 h 666065"/>
              <a:gd name="connsiteX12" fmla="*/ 358807 w 672354"/>
              <a:gd name="connsiteY12" fmla="*/ 218335 h 666065"/>
              <a:gd name="connsiteX13" fmla="*/ 356635 w 672354"/>
              <a:gd name="connsiteY13" fmla="*/ 220517 h 666065"/>
              <a:gd name="connsiteX14" fmla="*/ 355445 w 672354"/>
              <a:gd name="connsiteY14" fmla="*/ 229441 h 666065"/>
              <a:gd name="connsiteX15" fmla="*/ 353425 w 672354"/>
              <a:gd name="connsiteY15" fmla="*/ 231594 h 666065"/>
              <a:gd name="connsiteX16" fmla="*/ 344805 w 672354"/>
              <a:gd name="connsiteY16" fmla="*/ 233242 h 666065"/>
              <a:gd name="connsiteX17" fmla="*/ 342786 w 672354"/>
              <a:gd name="connsiteY17" fmla="*/ 235395 h 666065"/>
              <a:gd name="connsiteX18" fmla="*/ 344110 w 672354"/>
              <a:gd name="connsiteY18" fmla="*/ 238043 h 666065"/>
              <a:gd name="connsiteX19" fmla="*/ 347606 w 672354"/>
              <a:gd name="connsiteY19" fmla="*/ 240100 h 666065"/>
              <a:gd name="connsiteX20" fmla="*/ 352035 w 672354"/>
              <a:gd name="connsiteY20" fmla="*/ 242796 h 666065"/>
              <a:gd name="connsiteX21" fmla="*/ 353063 w 672354"/>
              <a:gd name="connsiteY21" fmla="*/ 243881 h 666065"/>
              <a:gd name="connsiteX22" fmla="*/ 353330 w 672354"/>
              <a:gd name="connsiteY22" fmla="*/ 245282 h 666065"/>
              <a:gd name="connsiteX23" fmla="*/ 352378 w 672354"/>
              <a:gd name="connsiteY23" fmla="*/ 254635 h 666065"/>
              <a:gd name="connsiteX24" fmla="*/ 353863 w 672354"/>
              <a:gd name="connsiteY24" fmla="*/ 257254 h 666065"/>
              <a:gd name="connsiteX25" fmla="*/ 356845 w 672354"/>
              <a:gd name="connsiteY25" fmla="*/ 256683 h 666065"/>
              <a:gd name="connsiteX26" fmla="*/ 363341 w 672354"/>
              <a:gd name="connsiteY26" fmla="*/ 250015 h 666065"/>
              <a:gd name="connsiteX27" fmla="*/ 366322 w 672354"/>
              <a:gd name="connsiteY27" fmla="*/ 249454 h 666065"/>
              <a:gd name="connsiteX28" fmla="*/ 374895 w 672354"/>
              <a:gd name="connsiteY28" fmla="*/ 253264 h 666065"/>
              <a:gd name="connsiteX29" fmla="*/ 377866 w 672354"/>
              <a:gd name="connsiteY29" fmla="*/ 252692 h 666065"/>
              <a:gd name="connsiteX30" fmla="*/ 378266 w 672354"/>
              <a:gd name="connsiteY30" fmla="*/ 249720 h 666065"/>
              <a:gd name="connsiteX31" fmla="*/ 373875 w 672354"/>
              <a:gd name="connsiteY31" fmla="*/ 241376 h 666065"/>
              <a:gd name="connsiteX32" fmla="*/ 374152 w 672354"/>
              <a:gd name="connsiteY32" fmla="*/ 238585 h 666065"/>
              <a:gd name="connsiteX33" fmla="*/ 379867 w 672354"/>
              <a:gd name="connsiteY33" fmla="*/ 231375 h 666065"/>
              <a:gd name="connsiteX34" fmla="*/ 379514 w 672354"/>
              <a:gd name="connsiteY34" fmla="*/ 227728 h 666065"/>
              <a:gd name="connsiteX35" fmla="*/ 377428 w 672354"/>
              <a:gd name="connsiteY35" fmla="*/ 227175 h 666065"/>
              <a:gd name="connsiteX36" fmla="*/ 368799 w 672354"/>
              <a:gd name="connsiteY36" fmla="*/ 228822 h 666065"/>
              <a:gd name="connsiteX37" fmla="*/ 366122 w 672354"/>
              <a:gd name="connsiteY37" fmla="*/ 227556 h 666065"/>
              <a:gd name="connsiteX38" fmla="*/ 361664 w 672354"/>
              <a:gd name="connsiteY38" fmla="*/ 219716 h 666065"/>
              <a:gd name="connsiteX39" fmla="*/ 358807 w 672354"/>
              <a:gd name="connsiteY39" fmla="*/ 218335 h 666065"/>
              <a:gd name="connsiteX40" fmla="*/ 536362 w 672354"/>
              <a:gd name="connsiteY40" fmla="*/ 199590 h 666065"/>
              <a:gd name="connsiteX41" fmla="*/ 533266 w 672354"/>
              <a:gd name="connsiteY41" fmla="*/ 199819 h 666065"/>
              <a:gd name="connsiteX42" fmla="*/ 526437 w 672354"/>
              <a:gd name="connsiteY42" fmla="*/ 205753 h 666065"/>
              <a:gd name="connsiteX43" fmla="*/ 523484 w 672354"/>
              <a:gd name="connsiteY43" fmla="*/ 206067 h 666065"/>
              <a:gd name="connsiteX44" fmla="*/ 515864 w 672354"/>
              <a:gd name="connsiteY44" fmla="*/ 201676 h 666065"/>
              <a:gd name="connsiteX45" fmla="*/ 512911 w 672354"/>
              <a:gd name="connsiteY45" fmla="*/ 201990 h 666065"/>
              <a:gd name="connsiteX46" fmla="*/ 512149 w 672354"/>
              <a:gd name="connsiteY46" fmla="*/ 204848 h 666065"/>
              <a:gd name="connsiteX47" fmla="*/ 513407 w 672354"/>
              <a:gd name="connsiteY47" fmla="*/ 208658 h 666065"/>
              <a:gd name="connsiteX48" fmla="*/ 514940 w 672354"/>
              <a:gd name="connsiteY48" fmla="*/ 213573 h 666065"/>
              <a:gd name="connsiteX49" fmla="*/ 514940 w 672354"/>
              <a:gd name="connsiteY49" fmla="*/ 215068 h 666065"/>
              <a:gd name="connsiteX50" fmla="*/ 514216 w 672354"/>
              <a:gd name="connsiteY50" fmla="*/ 216297 h 666065"/>
              <a:gd name="connsiteX51" fmla="*/ 507292 w 672354"/>
              <a:gd name="connsiteY51" fmla="*/ 222726 h 666065"/>
              <a:gd name="connsiteX52" fmla="*/ 506663 w 672354"/>
              <a:gd name="connsiteY52" fmla="*/ 225660 h 666065"/>
              <a:gd name="connsiteX53" fmla="*/ 509292 w 672354"/>
              <a:gd name="connsiteY53" fmla="*/ 227175 h 666065"/>
              <a:gd name="connsiteX54" fmla="*/ 518645 w 672354"/>
              <a:gd name="connsiteY54" fmla="*/ 226355 h 666065"/>
              <a:gd name="connsiteX55" fmla="*/ 521265 w 672354"/>
              <a:gd name="connsiteY55" fmla="*/ 227870 h 666065"/>
              <a:gd name="connsiteX56" fmla="*/ 525151 w 672354"/>
              <a:gd name="connsiteY56" fmla="*/ 236338 h 666065"/>
              <a:gd name="connsiteX57" fmla="*/ 527770 w 672354"/>
              <a:gd name="connsiteY57" fmla="*/ 237852 h 666065"/>
              <a:gd name="connsiteX58" fmla="*/ 530047 w 672354"/>
              <a:gd name="connsiteY58" fmla="*/ 235871 h 666065"/>
              <a:gd name="connsiteX59" fmla="*/ 532285 w 672354"/>
              <a:gd name="connsiteY59" fmla="*/ 226736 h 666065"/>
              <a:gd name="connsiteX60" fmla="*/ 534343 w 672354"/>
              <a:gd name="connsiteY60" fmla="*/ 224831 h 666065"/>
              <a:gd name="connsiteX61" fmla="*/ 543468 w 672354"/>
              <a:gd name="connsiteY61" fmla="*/ 223146 h 666065"/>
              <a:gd name="connsiteX62" fmla="*/ 545725 w 672354"/>
              <a:gd name="connsiteY62" fmla="*/ 221088 h 666065"/>
              <a:gd name="connsiteX63" fmla="*/ 544496 w 672354"/>
              <a:gd name="connsiteY63" fmla="*/ 218393 h 666065"/>
              <a:gd name="connsiteX64" fmla="*/ 536876 w 672354"/>
              <a:gd name="connsiteY64" fmla="*/ 214011 h 666065"/>
              <a:gd name="connsiteX65" fmla="*/ 535695 w 672354"/>
              <a:gd name="connsiteY65" fmla="*/ 211306 h 666065"/>
              <a:gd name="connsiteX66" fmla="*/ 537600 w 672354"/>
              <a:gd name="connsiteY66" fmla="*/ 202505 h 666065"/>
              <a:gd name="connsiteX67" fmla="*/ 536362 w 672354"/>
              <a:gd name="connsiteY67" fmla="*/ 199590 h 666065"/>
              <a:gd name="connsiteX68" fmla="*/ 443465 w 672354"/>
              <a:gd name="connsiteY68" fmla="*/ 139907 h 666065"/>
              <a:gd name="connsiteX69" fmla="*/ 437598 w 672354"/>
              <a:gd name="connsiteY69" fmla="*/ 143898 h 666065"/>
              <a:gd name="connsiteX70" fmla="*/ 430987 w 672354"/>
              <a:gd name="connsiteY70" fmla="*/ 163519 h 666065"/>
              <a:gd name="connsiteX71" fmla="*/ 425491 w 672354"/>
              <a:gd name="connsiteY71" fmla="*/ 167520 h 666065"/>
              <a:gd name="connsiteX72" fmla="*/ 405308 w 672354"/>
              <a:gd name="connsiteY72" fmla="*/ 167520 h 666065"/>
              <a:gd name="connsiteX73" fmla="*/ 399802 w 672354"/>
              <a:gd name="connsiteY73" fmla="*/ 171520 h 666065"/>
              <a:gd name="connsiteX74" fmla="*/ 401631 w 672354"/>
              <a:gd name="connsiteY74" fmla="*/ 178055 h 666065"/>
              <a:gd name="connsiteX75" fmla="*/ 408603 w 672354"/>
              <a:gd name="connsiteY75" fmla="*/ 184236 h 666065"/>
              <a:gd name="connsiteX76" fmla="*/ 417414 w 672354"/>
              <a:gd name="connsiteY76" fmla="*/ 192228 h 666065"/>
              <a:gd name="connsiteX77" fmla="*/ 419252 w 672354"/>
              <a:gd name="connsiteY77" fmla="*/ 195085 h 666065"/>
              <a:gd name="connsiteX78" fmla="*/ 419252 w 672354"/>
              <a:gd name="connsiteY78" fmla="*/ 198352 h 666065"/>
              <a:gd name="connsiteX79" fmla="*/ 413014 w 672354"/>
              <a:gd name="connsiteY79" fmla="*/ 219069 h 666065"/>
              <a:gd name="connsiteX80" fmla="*/ 415233 w 672354"/>
              <a:gd name="connsiteY80" fmla="*/ 225632 h 666065"/>
              <a:gd name="connsiteX81" fmla="*/ 422205 w 672354"/>
              <a:gd name="connsiteY81" fmla="*/ 225632 h 666065"/>
              <a:gd name="connsiteX82" fmla="*/ 439817 w 672354"/>
              <a:gd name="connsiteY82" fmla="*/ 213250 h 666065"/>
              <a:gd name="connsiteX83" fmla="*/ 446789 w 672354"/>
              <a:gd name="connsiteY83" fmla="*/ 213250 h 666065"/>
              <a:gd name="connsiteX84" fmla="*/ 464382 w 672354"/>
              <a:gd name="connsiteY84" fmla="*/ 225632 h 666065"/>
              <a:gd name="connsiteX85" fmla="*/ 471354 w 672354"/>
              <a:gd name="connsiteY85" fmla="*/ 225632 h 666065"/>
              <a:gd name="connsiteX86" fmla="*/ 473554 w 672354"/>
              <a:gd name="connsiteY86" fmla="*/ 219098 h 666065"/>
              <a:gd name="connsiteX87" fmla="*/ 467316 w 672354"/>
              <a:gd name="connsiteY87" fmla="*/ 198381 h 666065"/>
              <a:gd name="connsiteX88" fmla="*/ 469154 w 672354"/>
              <a:gd name="connsiteY88" fmla="*/ 192209 h 666065"/>
              <a:gd name="connsiteX89" fmla="*/ 485346 w 672354"/>
              <a:gd name="connsiteY89" fmla="*/ 178398 h 666065"/>
              <a:gd name="connsiteX90" fmla="*/ 487185 w 672354"/>
              <a:gd name="connsiteY90" fmla="*/ 171863 h 666065"/>
              <a:gd name="connsiteX91" fmla="*/ 481632 w 672354"/>
              <a:gd name="connsiteY91" fmla="*/ 167882 h 666065"/>
              <a:gd name="connsiteX92" fmla="*/ 461448 w 672354"/>
              <a:gd name="connsiteY92" fmla="*/ 167882 h 666065"/>
              <a:gd name="connsiteX93" fmla="*/ 455943 w 672354"/>
              <a:gd name="connsiteY93" fmla="*/ 163891 h 666065"/>
              <a:gd name="connsiteX94" fmla="*/ 449342 w 672354"/>
              <a:gd name="connsiteY94" fmla="*/ 144269 h 666065"/>
              <a:gd name="connsiteX95" fmla="*/ 443465 w 672354"/>
              <a:gd name="connsiteY95" fmla="*/ 139907 h 666065"/>
              <a:gd name="connsiteX96" fmla="*/ 336177 w 672354"/>
              <a:gd name="connsiteY96" fmla="*/ 0 h 666065"/>
              <a:gd name="connsiteX97" fmla="*/ 672354 w 672354"/>
              <a:gd name="connsiteY97" fmla="*/ 336177 h 666065"/>
              <a:gd name="connsiteX98" fmla="*/ 467032 w 672354"/>
              <a:gd name="connsiteY98" fmla="*/ 645936 h 666065"/>
              <a:gd name="connsiteX99" fmla="*/ 407327 w 672354"/>
              <a:gd name="connsiteY99" fmla="*/ 664469 h 666065"/>
              <a:gd name="connsiteX100" fmla="*/ 407327 w 672354"/>
              <a:gd name="connsiteY100" fmla="*/ 503962 h 666065"/>
              <a:gd name="connsiteX101" fmla="*/ 471354 w 672354"/>
              <a:gd name="connsiteY101" fmla="*/ 280953 h 666065"/>
              <a:gd name="connsiteX102" fmla="*/ 441126 w 672354"/>
              <a:gd name="connsiteY102" fmla="*/ 254126 h 666065"/>
              <a:gd name="connsiteX103" fmla="*/ 414299 w 672354"/>
              <a:gd name="connsiteY103" fmla="*/ 284353 h 666065"/>
              <a:gd name="connsiteX104" fmla="*/ 362274 w 672354"/>
              <a:gd name="connsiteY104" fmla="*/ 468519 h 666065"/>
              <a:gd name="connsiteX105" fmla="*/ 349891 w 672354"/>
              <a:gd name="connsiteY105" fmla="*/ 468519 h 666065"/>
              <a:gd name="connsiteX106" fmla="*/ 322564 w 672354"/>
              <a:gd name="connsiteY106" fmla="*/ 472900 h 666065"/>
              <a:gd name="connsiteX107" fmla="*/ 315763 w 672354"/>
              <a:gd name="connsiteY107" fmla="*/ 474967 h 666065"/>
              <a:gd name="connsiteX108" fmla="*/ 159205 w 672354"/>
              <a:gd name="connsiteY108" fmla="*/ 595804 h 666065"/>
              <a:gd name="connsiteX109" fmla="*/ 148435 w 672354"/>
              <a:gd name="connsiteY109" fmla="*/ 615058 h 666065"/>
              <a:gd name="connsiteX110" fmla="*/ 148218 w 672354"/>
              <a:gd name="connsiteY110" fmla="*/ 614940 h 666065"/>
              <a:gd name="connsiteX111" fmla="*/ 0 w 672354"/>
              <a:gd name="connsiteY111" fmla="*/ 336177 h 666065"/>
              <a:gd name="connsiteX112" fmla="*/ 336177 w 672354"/>
              <a:gd name="connsiteY112" fmla="*/ 0 h 66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72354" h="666065">
                <a:moveTo>
                  <a:pt x="273786" y="560045"/>
                </a:moveTo>
                <a:lnTo>
                  <a:pt x="273786" y="666065"/>
                </a:lnTo>
                <a:lnTo>
                  <a:pt x="268426" y="665524"/>
                </a:lnTo>
                <a:cubicBezTo>
                  <a:pt x="246542" y="661046"/>
                  <a:pt x="225432" y="654441"/>
                  <a:pt x="205322" y="645936"/>
                </a:cubicBezTo>
                <a:lnTo>
                  <a:pt x="199831" y="642955"/>
                </a:lnTo>
                <a:lnTo>
                  <a:pt x="218437" y="612031"/>
                </a:lnTo>
                <a:cubicBezTo>
                  <a:pt x="234746" y="591523"/>
                  <a:pt x="253093" y="574295"/>
                  <a:pt x="273786" y="560045"/>
                </a:cubicBezTo>
                <a:close/>
                <a:moveTo>
                  <a:pt x="305515" y="339627"/>
                </a:moveTo>
                <a:cubicBezTo>
                  <a:pt x="273952" y="339627"/>
                  <a:pt x="248365" y="365214"/>
                  <a:pt x="248365" y="396777"/>
                </a:cubicBezTo>
                <a:cubicBezTo>
                  <a:pt x="248365" y="428340"/>
                  <a:pt x="273952" y="453927"/>
                  <a:pt x="305515" y="453927"/>
                </a:cubicBezTo>
                <a:cubicBezTo>
                  <a:pt x="337078" y="453927"/>
                  <a:pt x="362665" y="428340"/>
                  <a:pt x="362665" y="396777"/>
                </a:cubicBezTo>
                <a:cubicBezTo>
                  <a:pt x="362665" y="365214"/>
                  <a:pt x="337078" y="339627"/>
                  <a:pt x="305515" y="339627"/>
                </a:cubicBezTo>
                <a:close/>
                <a:moveTo>
                  <a:pt x="358807" y="218335"/>
                </a:moveTo>
                <a:cubicBezTo>
                  <a:pt x="357733" y="218602"/>
                  <a:pt x="356897" y="219442"/>
                  <a:pt x="356635" y="220517"/>
                </a:cubicBezTo>
                <a:lnTo>
                  <a:pt x="355445" y="229441"/>
                </a:lnTo>
                <a:cubicBezTo>
                  <a:pt x="355347" y="230539"/>
                  <a:pt x="354514" y="231427"/>
                  <a:pt x="353425" y="231594"/>
                </a:cubicBezTo>
                <a:lnTo>
                  <a:pt x="344805" y="233242"/>
                </a:lnTo>
                <a:cubicBezTo>
                  <a:pt x="343716" y="233409"/>
                  <a:pt x="342883" y="234297"/>
                  <a:pt x="342786" y="235395"/>
                </a:cubicBezTo>
                <a:cubicBezTo>
                  <a:pt x="342667" y="236461"/>
                  <a:pt x="343186" y="237498"/>
                  <a:pt x="344110" y="238043"/>
                </a:cubicBezTo>
                <a:lnTo>
                  <a:pt x="347606" y="240100"/>
                </a:lnTo>
                <a:lnTo>
                  <a:pt x="352035" y="242796"/>
                </a:lnTo>
                <a:cubicBezTo>
                  <a:pt x="352452" y="243079"/>
                  <a:pt x="352802" y="243450"/>
                  <a:pt x="353063" y="243881"/>
                </a:cubicBezTo>
                <a:cubicBezTo>
                  <a:pt x="353306" y="244305"/>
                  <a:pt x="353401" y="244798"/>
                  <a:pt x="353330" y="245282"/>
                </a:cubicBezTo>
                <a:lnTo>
                  <a:pt x="352378" y="254635"/>
                </a:lnTo>
                <a:cubicBezTo>
                  <a:pt x="352231" y="255742"/>
                  <a:pt x="352838" y="256813"/>
                  <a:pt x="353863" y="257254"/>
                </a:cubicBezTo>
                <a:cubicBezTo>
                  <a:pt x="354879" y="257703"/>
                  <a:pt x="356067" y="257475"/>
                  <a:pt x="356845" y="256683"/>
                </a:cubicBezTo>
                <a:lnTo>
                  <a:pt x="363341" y="250015"/>
                </a:lnTo>
                <a:cubicBezTo>
                  <a:pt x="364118" y="249221"/>
                  <a:pt x="365309" y="248996"/>
                  <a:pt x="366322" y="249454"/>
                </a:cubicBezTo>
                <a:lnTo>
                  <a:pt x="374895" y="253264"/>
                </a:lnTo>
                <a:cubicBezTo>
                  <a:pt x="375907" y="253711"/>
                  <a:pt x="377092" y="253483"/>
                  <a:pt x="377866" y="252692"/>
                </a:cubicBezTo>
                <a:cubicBezTo>
                  <a:pt x="378641" y="251898"/>
                  <a:pt x="378803" y="250691"/>
                  <a:pt x="378266" y="249720"/>
                </a:cubicBezTo>
                <a:lnTo>
                  <a:pt x="373875" y="241376"/>
                </a:lnTo>
                <a:cubicBezTo>
                  <a:pt x="373384" y="240478"/>
                  <a:pt x="373494" y="239370"/>
                  <a:pt x="374152" y="238585"/>
                </a:cubicBezTo>
                <a:lnTo>
                  <a:pt x="379867" y="231375"/>
                </a:lnTo>
                <a:cubicBezTo>
                  <a:pt x="380776" y="230270"/>
                  <a:pt x="380618" y="228638"/>
                  <a:pt x="379514" y="227728"/>
                </a:cubicBezTo>
                <a:cubicBezTo>
                  <a:pt x="378932" y="227249"/>
                  <a:pt x="378171" y="227047"/>
                  <a:pt x="377428" y="227175"/>
                </a:cubicBezTo>
                <a:lnTo>
                  <a:pt x="368799" y="228822"/>
                </a:lnTo>
                <a:cubicBezTo>
                  <a:pt x="367730" y="228996"/>
                  <a:pt x="366665" y="228492"/>
                  <a:pt x="366122" y="227556"/>
                </a:cubicBezTo>
                <a:lnTo>
                  <a:pt x="361664" y="219716"/>
                </a:lnTo>
                <a:cubicBezTo>
                  <a:pt x="361079" y="218721"/>
                  <a:pt x="359951" y="218176"/>
                  <a:pt x="358807" y="218335"/>
                </a:cubicBezTo>
                <a:close/>
                <a:moveTo>
                  <a:pt x="536362" y="199590"/>
                </a:moveTo>
                <a:cubicBezTo>
                  <a:pt x="535367" y="199090"/>
                  <a:pt x="534177" y="199177"/>
                  <a:pt x="533266" y="199819"/>
                </a:cubicBezTo>
                <a:lnTo>
                  <a:pt x="526437" y="205753"/>
                </a:lnTo>
                <a:cubicBezTo>
                  <a:pt x="525641" y="206520"/>
                  <a:pt x="524424" y="206650"/>
                  <a:pt x="523484" y="206067"/>
                </a:cubicBezTo>
                <a:lnTo>
                  <a:pt x="515864" y="201676"/>
                </a:lnTo>
                <a:cubicBezTo>
                  <a:pt x="514924" y="201094"/>
                  <a:pt x="513708" y="201223"/>
                  <a:pt x="512911" y="201990"/>
                </a:cubicBezTo>
                <a:cubicBezTo>
                  <a:pt x="512120" y="202712"/>
                  <a:pt x="511822" y="203828"/>
                  <a:pt x="512149" y="204848"/>
                </a:cubicBezTo>
                <a:lnTo>
                  <a:pt x="513407" y="208658"/>
                </a:lnTo>
                <a:lnTo>
                  <a:pt x="514940" y="213573"/>
                </a:lnTo>
                <a:cubicBezTo>
                  <a:pt x="515050" y="214065"/>
                  <a:pt x="515050" y="214576"/>
                  <a:pt x="514940" y="215068"/>
                </a:cubicBezTo>
                <a:cubicBezTo>
                  <a:pt x="514841" y="215546"/>
                  <a:pt x="514587" y="215979"/>
                  <a:pt x="514216" y="216297"/>
                </a:cubicBezTo>
                <a:lnTo>
                  <a:pt x="507292" y="222726"/>
                </a:lnTo>
                <a:cubicBezTo>
                  <a:pt x="506440" y="223448"/>
                  <a:pt x="506182" y="224653"/>
                  <a:pt x="506663" y="225660"/>
                </a:cubicBezTo>
                <a:cubicBezTo>
                  <a:pt x="507136" y="226665"/>
                  <a:pt x="508185" y="227269"/>
                  <a:pt x="509292" y="227175"/>
                </a:cubicBezTo>
                <a:lnTo>
                  <a:pt x="518645" y="226355"/>
                </a:lnTo>
                <a:cubicBezTo>
                  <a:pt x="519749" y="226263"/>
                  <a:pt x="520794" y="226867"/>
                  <a:pt x="521265" y="227870"/>
                </a:cubicBezTo>
                <a:lnTo>
                  <a:pt x="525151" y="236338"/>
                </a:lnTo>
                <a:cubicBezTo>
                  <a:pt x="525622" y="237341"/>
                  <a:pt x="526666" y="237944"/>
                  <a:pt x="527770" y="237852"/>
                </a:cubicBezTo>
                <a:cubicBezTo>
                  <a:pt x="528879" y="237756"/>
                  <a:pt x="529798" y="236956"/>
                  <a:pt x="530047" y="235871"/>
                </a:cubicBezTo>
                <a:lnTo>
                  <a:pt x="532285" y="226736"/>
                </a:lnTo>
                <a:cubicBezTo>
                  <a:pt x="532516" y="225740"/>
                  <a:pt x="533331" y="224985"/>
                  <a:pt x="534343" y="224831"/>
                </a:cubicBezTo>
                <a:lnTo>
                  <a:pt x="543468" y="223146"/>
                </a:lnTo>
                <a:cubicBezTo>
                  <a:pt x="544554" y="222953"/>
                  <a:pt x="545433" y="222152"/>
                  <a:pt x="545725" y="221088"/>
                </a:cubicBezTo>
                <a:cubicBezTo>
                  <a:pt x="545885" y="220026"/>
                  <a:pt x="545403" y="218969"/>
                  <a:pt x="544496" y="218393"/>
                </a:cubicBezTo>
                <a:lnTo>
                  <a:pt x="536876" y="214011"/>
                </a:lnTo>
                <a:cubicBezTo>
                  <a:pt x="535949" y="213451"/>
                  <a:pt x="535475" y="212367"/>
                  <a:pt x="535695" y="211306"/>
                </a:cubicBezTo>
                <a:lnTo>
                  <a:pt x="537600" y="202505"/>
                </a:lnTo>
                <a:cubicBezTo>
                  <a:pt x="537813" y="201372"/>
                  <a:pt x="537325" y="200223"/>
                  <a:pt x="536362" y="199590"/>
                </a:cubicBezTo>
                <a:close/>
                <a:moveTo>
                  <a:pt x="443465" y="139907"/>
                </a:moveTo>
                <a:cubicBezTo>
                  <a:pt x="440922" y="140052"/>
                  <a:pt x="438666" y="141586"/>
                  <a:pt x="437598" y="143898"/>
                </a:cubicBezTo>
                <a:lnTo>
                  <a:pt x="430987" y="163519"/>
                </a:lnTo>
                <a:cubicBezTo>
                  <a:pt x="430296" y="165960"/>
                  <a:pt x="428026" y="167612"/>
                  <a:pt x="425491" y="167520"/>
                </a:cubicBezTo>
                <a:lnTo>
                  <a:pt x="405308" y="167520"/>
                </a:lnTo>
                <a:cubicBezTo>
                  <a:pt x="402769" y="167424"/>
                  <a:pt x="400495" y="169077"/>
                  <a:pt x="399802" y="171520"/>
                </a:cubicBezTo>
                <a:cubicBezTo>
                  <a:pt x="399078" y="173869"/>
                  <a:pt x="399794" y="176423"/>
                  <a:pt x="401631" y="178055"/>
                </a:cubicBezTo>
                <a:lnTo>
                  <a:pt x="408603" y="184236"/>
                </a:lnTo>
                <a:lnTo>
                  <a:pt x="417414" y="192228"/>
                </a:lnTo>
                <a:cubicBezTo>
                  <a:pt x="418225" y="193037"/>
                  <a:pt x="418851" y="194012"/>
                  <a:pt x="419252" y="195085"/>
                </a:cubicBezTo>
                <a:cubicBezTo>
                  <a:pt x="419614" y="196144"/>
                  <a:pt x="419614" y="197294"/>
                  <a:pt x="419252" y="198352"/>
                </a:cubicBezTo>
                <a:lnTo>
                  <a:pt x="413014" y="219069"/>
                </a:lnTo>
                <a:cubicBezTo>
                  <a:pt x="412168" y="221507"/>
                  <a:pt x="413081" y="224208"/>
                  <a:pt x="415233" y="225632"/>
                </a:cubicBezTo>
                <a:cubicBezTo>
                  <a:pt x="417328" y="227089"/>
                  <a:pt x="420110" y="227089"/>
                  <a:pt x="422205" y="225632"/>
                </a:cubicBezTo>
                <a:lnTo>
                  <a:pt x="439817" y="213250"/>
                </a:lnTo>
                <a:cubicBezTo>
                  <a:pt x="441916" y="211803"/>
                  <a:pt x="444690" y="211803"/>
                  <a:pt x="446789" y="213250"/>
                </a:cubicBezTo>
                <a:lnTo>
                  <a:pt x="464382" y="225632"/>
                </a:lnTo>
                <a:cubicBezTo>
                  <a:pt x="466477" y="227089"/>
                  <a:pt x="469259" y="227089"/>
                  <a:pt x="471354" y="225632"/>
                </a:cubicBezTo>
                <a:cubicBezTo>
                  <a:pt x="473437" y="224170"/>
                  <a:pt x="474329" y="221523"/>
                  <a:pt x="473554" y="219098"/>
                </a:cubicBezTo>
                <a:lnTo>
                  <a:pt x="467316" y="198381"/>
                </a:lnTo>
                <a:cubicBezTo>
                  <a:pt x="466600" y="196141"/>
                  <a:pt x="467330" y="193692"/>
                  <a:pt x="469154" y="192209"/>
                </a:cubicBezTo>
                <a:lnTo>
                  <a:pt x="485346" y="178398"/>
                </a:lnTo>
                <a:cubicBezTo>
                  <a:pt x="487150" y="176746"/>
                  <a:pt x="487863" y="174214"/>
                  <a:pt x="487185" y="171863"/>
                </a:cubicBezTo>
                <a:cubicBezTo>
                  <a:pt x="486262" y="169572"/>
                  <a:pt x="484098" y="168021"/>
                  <a:pt x="481632" y="167882"/>
                </a:cubicBezTo>
                <a:lnTo>
                  <a:pt x="461448" y="167882"/>
                </a:lnTo>
                <a:cubicBezTo>
                  <a:pt x="458960" y="167831"/>
                  <a:pt x="456765" y="166240"/>
                  <a:pt x="455943" y="163891"/>
                </a:cubicBezTo>
                <a:lnTo>
                  <a:pt x="449342" y="144269"/>
                </a:lnTo>
                <a:cubicBezTo>
                  <a:pt x="448427" y="141774"/>
                  <a:pt x="446119" y="140060"/>
                  <a:pt x="443465" y="139907"/>
                </a:cubicBezTo>
                <a:close/>
                <a:moveTo>
                  <a:pt x="336177" y="0"/>
                </a:moveTo>
                <a:cubicBezTo>
                  <a:pt x="521842" y="0"/>
                  <a:pt x="672354" y="150512"/>
                  <a:pt x="672354" y="336177"/>
                </a:cubicBezTo>
                <a:cubicBezTo>
                  <a:pt x="672354" y="475426"/>
                  <a:pt x="587691" y="594901"/>
                  <a:pt x="467032" y="645936"/>
                </a:cubicBezTo>
                <a:lnTo>
                  <a:pt x="407327" y="664469"/>
                </a:lnTo>
                <a:lnTo>
                  <a:pt x="407327" y="503962"/>
                </a:lnTo>
                <a:cubicBezTo>
                  <a:pt x="454013" y="439362"/>
                  <a:pt x="476660" y="360480"/>
                  <a:pt x="471354" y="280953"/>
                </a:cubicBezTo>
                <a:cubicBezTo>
                  <a:pt x="470415" y="265197"/>
                  <a:pt x="456882" y="253186"/>
                  <a:pt x="441126" y="254126"/>
                </a:cubicBezTo>
                <a:cubicBezTo>
                  <a:pt x="425371" y="255065"/>
                  <a:pt x="413360" y="268598"/>
                  <a:pt x="414299" y="284353"/>
                </a:cubicBezTo>
                <a:cubicBezTo>
                  <a:pt x="418917" y="349925"/>
                  <a:pt x="400518" y="415055"/>
                  <a:pt x="362274" y="468519"/>
                </a:cubicBezTo>
                <a:lnTo>
                  <a:pt x="349891" y="468519"/>
                </a:lnTo>
                <a:cubicBezTo>
                  <a:pt x="340633" y="468815"/>
                  <a:pt x="331451" y="470288"/>
                  <a:pt x="322564" y="472900"/>
                </a:cubicBezTo>
                <a:cubicBezTo>
                  <a:pt x="319840" y="473624"/>
                  <a:pt x="318144" y="474101"/>
                  <a:pt x="315763" y="474967"/>
                </a:cubicBezTo>
                <a:cubicBezTo>
                  <a:pt x="249634" y="499014"/>
                  <a:pt x="198715" y="538077"/>
                  <a:pt x="159205" y="595804"/>
                </a:cubicBezTo>
                <a:lnTo>
                  <a:pt x="148435" y="615058"/>
                </a:lnTo>
                <a:lnTo>
                  <a:pt x="148218" y="614940"/>
                </a:lnTo>
                <a:cubicBezTo>
                  <a:pt x="58794" y="554527"/>
                  <a:pt x="0" y="452218"/>
                  <a:pt x="0" y="336177"/>
                </a:cubicBezTo>
                <a:cubicBezTo>
                  <a:pt x="0" y="150512"/>
                  <a:pt x="150512" y="0"/>
                  <a:pt x="3361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B545B-7F0D-ADA1-0449-DF9449391352}"/>
              </a:ext>
            </a:extLst>
          </p:cNvPr>
          <p:cNvSpPr txBox="1"/>
          <p:nvPr/>
        </p:nvSpPr>
        <p:spPr>
          <a:xfrm>
            <a:off x="1993105" y="3172902"/>
            <a:ext cx="815419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Describe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the six characteristics of mixed methods research.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Create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a justification for using mixed methods research in a proposal or study.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Contrast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quantitative and qualitative data.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Identify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for a core design, its intent, procedures for data collection, integration, meta‑inferences, and validity.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Choose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a type of mixed methods design for a study and present the reasons for the choice.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614A80-C941-CF4B-4045-C44CAC6F73CD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46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551A-B727-4310-0E5A-F19D2C42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5D127-D8DB-4A9A-D982-9D797CD9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6E606454-B0D4-AF96-58C4-756C89B1153C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159042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Mixed Methods Procedures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B8614AD-55CA-3CE1-40AE-B6E1B546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D90BA18-5DB8-6458-E2DA-823C66057A9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74A39-2FBA-FD0A-B499-A5B6E2882AA4}"/>
              </a:ext>
            </a:extLst>
          </p:cNvPr>
          <p:cNvSpPr txBox="1"/>
          <p:nvPr/>
        </p:nvSpPr>
        <p:spPr>
          <a:xfrm>
            <a:off x="955089" y="1515015"/>
            <a:ext cx="473848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noProof="0" dirty="0"/>
              <a:t>What should be considered when “mixing” quantitative and qualitative data?</a:t>
            </a:r>
            <a:endParaRPr lang="en-GB" b="1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463EE0-52F7-2349-D30E-B92347C06D18}"/>
              </a:ext>
            </a:extLst>
          </p:cNvPr>
          <p:cNvGrpSpPr/>
          <p:nvPr/>
        </p:nvGrpSpPr>
        <p:grpSpPr>
          <a:xfrm>
            <a:off x="984563" y="2382590"/>
            <a:ext cx="3997745" cy="679576"/>
            <a:chOff x="1217680" y="3449509"/>
            <a:chExt cx="3997745" cy="67957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C9B17B-A334-9EBC-98EB-A95F90A57536}"/>
                </a:ext>
              </a:extLst>
            </p:cNvPr>
            <p:cNvSpPr txBox="1"/>
            <p:nvPr/>
          </p:nvSpPr>
          <p:spPr>
            <a:xfrm>
              <a:off x="1811353" y="3621446"/>
              <a:ext cx="340407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 dirty="0">
                  <a:highlight>
                    <a:srgbClr val="FFC000"/>
                  </a:highlight>
                </a:rPr>
                <a:t>Both methods provide different types of information</a:t>
              </a:r>
              <a:endParaRPr lang="en-GB" sz="1600" b="1" noProof="0" dirty="0">
                <a:solidFill>
                  <a:schemeClr val="accent5"/>
                </a:solidFill>
                <a:highlight>
                  <a:srgbClr val="FFC000"/>
                </a:highlight>
                <a:latin typeface="Corbel" panose="020B05030202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22578D-652D-5DEB-AD6D-7165B2DBEE2C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36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71BD7BB-3181-EE27-8255-5E8050AE4D48}"/>
              </a:ext>
            </a:extLst>
          </p:cNvPr>
          <p:cNvSpPr txBox="1"/>
          <p:nvPr/>
        </p:nvSpPr>
        <p:spPr>
          <a:xfrm>
            <a:off x="1119175" y="3040145"/>
            <a:ext cx="4195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dirty="0"/>
              <a:t>Qualitative data are open data, while quantitative data are closed data.</a:t>
            </a:r>
            <a:endParaRPr lang="en-GB" sz="14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0A4B4D-3C22-7628-671C-8DEFC2BF824B}"/>
              </a:ext>
            </a:extLst>
          </p:cNvPr>
          <p:cNvGrpSpPr/>
          <p:nvPr/>
        </p:nvGrpSpPr>
        <p:grpSpPr>
          <a:xfrm>
            <a:off x="984563" y="3846164"/>
            <a:ext cx="3997745" cy="679576"/>
            <a:chOff x="1217680" y="3449509"/>
            <a:chExt cx="3997745" cy="67957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DA04D8-2314-2F0F-F913-98CDD5A65D40}"/>
                </a:ext>
              </a:extLst>
            </p:cNvPr>
            <p:cNvSpPr txBox="1"/>
            <p:nvPr/>
          </p:nvSpPr>
          <p:spPr>
            <a:xfrm>
              <a:off x="1811353" y="3621446"/>
              <a:ext cx="340407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 dirty="0">
                  <a:highlight>
                    <a:srgbClr val="FFC000"/>
                  </a:highlight>
                </a:rPr>
                <a:t>Both methods have strengths and limitations</a:t>
              </a:r>
              <a:endParaRPr lang="en-GB" sz="1600" b="1" noProof="0" dirty="0">
                <a:solidFill>
                  <a:schemeClr val="accent5"/>
                </a:solidFill>
                <a:highlight>
                  <a:srgbClr val="FFC000"/>
                </a:highlight>
                <a:latin typeface="Corbel" panose="020B05030202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720611-9D8F-C1A6-8813-7DEC897E36CC}"/>
                </a:ext>
              </a:extLst>
            </p:cNvPr>
            <p:cNvSpPr txBox="1"/>
            <p:nvPr/>
          </p:nvSpPr>
          <p:spPr>
            <a:xfrm>
              <a:off x="1217680" y="344950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2.</a:t>
              </a:r>
              <a:endParaRPr lang="en-GB" sz="36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1D281C9-3977-F915-E6B4-E51B9F5CB1EF}"/>
              </a:ext>
            </a:extLst>
          </p:cNvPr>
          <p:cNvSpPr txBox="1"/>
          <p:nvPr/>
        </p:nvSpPr>
        <p:spPr>
          <a:xfrm>
            <a:off x="1119174" y="4503719"/>
            <a:ext cx="41957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dirty="0"/>
              <a:t>The goal is to combine the strengths to develop a stronger understanding of the research problem or questions, while overcoming the limitations of each approach.</a:t>
            </a:r>
            <a:endParaRPr lang="en-GB" sz="1400" noProof="0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12B4762-35FD-B56F-DD62-36D7E03BD640}"/>
              </a:ext>
            </a:extLst>
          </p:cNvPr>
          <p:cNvSpPr/>
          <p:nvPr/>
        </p:nvSpPr>
        <p:spPr>
          <a:xfrm rot="10800000">
            <a:off x="5441369" y="2382590"/>
            <a:ext cx="508000" cy="3075236"/>
          </a:xfrm>
          <a:prstGeom prst="leftBrace">
            <a:avLst>
              <a:gd name="adj1" fmla="val 58333"/>
              <a:gd name="adj2" fmla="val 51949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F26665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C94FE-5D0F-A610-F221-63343A4931DC}"/>
              </a:ext>
            </a:extLst>
          </p:cNvPr>
          <p:cNvSpPr txBox="1"/>
          <p:nvPr/>
        </p:nvSpPr>
        <p:spPr>
          <a:xfrm>
            <a:off x="6408429" y="3245999"/>
            <a:ext cx="4526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Integration of methods and data must provide</a:t>
            </a: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 a stronger understanding of the problem or research question </a:t>
            </a:r>
            <a:r>
              <a:rPr lang="en-US" b="1" dirty="0">
                <a:solidFill>
                  <a:srgbClr val="FF0000"/>
                </a:solidFill>
              </a:rPr>
              <a:t>than either method alone. </a:t>
            </a:r>
            <a:endParaRPr lang="en-GB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59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07B4B-1A61-60EC-C9D6-D737E6FD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197B0B-3CF1-EC17-EEBF-510D5285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A41E3C7-3930-6E3D-B98F-FA0A3C11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419BDB4-B3F0-216F-A0AE-55E2B0F024C1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7D4ECB3-70FC-4B2C-F068-6DDD9CDD2E0E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06141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Mixed Methods Procedures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5C41113-59E8-5EB0-4495-7B56D9DAD7F9}"/>
              </a:ext>
            </a:extLst>
          </p:cNvPr>
          <p:cNvGrpSpPr/>
          <p:nvPr/>
        </p:nvGrpSpPr>
        <p:grpSpPr>
          <a:xfrm>
            <a:off x="1585009" y="1951939"/>
            <a:ext cx="10000194" cy="338554"/>
            <a:chOff x="891589" y="1769059"/>
            <a:chExt cx="10000194" cy="3385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B1ECF2-B64D-5D92-386D-BC7C7C4B0C3A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 you defined mixed methods research?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9041B5C-2C0B-16A4-7DF6-66772AB23FDF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904649-6D70-B467-8E45-8F46A0FE7D6D}"/>
              </a:ext>
            </a:extLst>
          </p:cNvPr>
          <p:cNvGrpSpPr/>
          <p:nvPr/>
        </p:nvGrpSpPr>
        <p:grpSpPr>
          <a:xfrm>
            <a:off x="1585009" y="2337333"/>
            <a:ext cx="10000194" cy="338554"/>
            <a:chOff x="891589" y="1769059"/>
            <a:chExt cx="10000194" cy="3385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1918A5-171B-5BA8-DE2D-A8965B79AE4F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Do you </a:t>
              </a:r>
              <a:r>
                <a:rPr lang="en-US" sz="1600" dirty="0">
                  <a:highlight>
                    <a:srgbClr val="FFC000"/>
                  </a:highlight>
                </a:rPr>
                <a:t>justify the use of mixed methods </a:t>
              </a:r>
              <a:r>
                <a:rPr lang="en-US" sz="1600" dirty="0">
                  <a:solidFill>
                    <a:schemeClr val="bg1"/>
                  </a:solidFill>
                </a:rPr>
                <a:t> design for your problem and question?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DDC7D6D-8C06-66D5-C2DF-1D5D7618427D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07CEA41-0061-217E-8C71-FF786F818937}"/>
              </a:ext>
            </a:extLst>
          </p:cNvPr>
          <p:cNvGrpSpPr/>
          <p:nvPr/>
        </p:nvGrpSpPr>
        <p:grpSpPr>
          <a:xfrm>
            <a:off x="1585009" y="2722727"/>
            <a:ext cx="10000194" cy="338554"/>
            <a:chOff x="891589" y="1769059"/>
            <a:chExt cx="10000194" cy="3385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35CE26-98AD-6626-1F33-361184305460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Have/would you collected/collect </a:t>
              </a:r>
              <a:r>
                <a:rPr lang="en-US" sz="1600" dirty="0">
                  <a:highlight>
                    <a:srgbClr val="FFC000"/>
                  </a:highlight>
                </a:rPr>
                <a:t>both quantitative and qualitative data</a:t>
              </a:r>
              <a:r>
                <a:rPr lang="en-US" sz="1600" dirty="0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3EF723F-CE96-62D6-892D-7A03EF03B445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B04D7F-B77B-6037-FD57-3DCB46A33778}"/>
              </a:ext>
            </a:extLst>
          </p:cNvPr>
          <p:cNvGrpSpPr/>
          <p:nvPr/>
        </p:nvGrpSpPr>
        <p:grpSpPr>
          <a:xfrm>
            <a:off x="1585009" y="3108121"/>
            <a:ext cx="10000194" cy="338554"/>
            <a:chOff x="891589" y="1769059"/>
            <a:chExt cx="10000194" cy="3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5BE0B7-B27D-27F5-8A45-931FF2FA8CE4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 you described your </a:t>
              </a:r>
              <a:r>
                <a:rPr lang="en-US" sz="1600" dirty="0">
                  <a:highlight>
                    <a:srgbClr val="FFC000"/>
                  </a:highlight>
                </a:rPr>
                <a:t>intention for collecting both forms of data</a:t>
              </a:r>
              <a:r>
                <a:rPr lang="en-US" sz="1600" dirty="0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6BD56FE-E44A-9588-5E3F-4B787ED961DB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425CA4-3E8F-F4F7-90E8-5DD4B1C4F24E}"/>
              </a:ext>
            </a:extLst>
          </p:cNvPr>
          <p:cNvGrpSpPr/>
          <p:nvPr/>
        </p:nvGrpSpPr>
        <p:grpSpPr>
          <a:xfrm>
            <a:off x="1585009" y="3493515"/>
            <a:ext cx="10000194" cy="338554"/>
            <a:chOff x="891589" y="1769059"/>
            <a:chExt cx="10000194" cy="33855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8D689DA-F907-172F-6126-8113CCAC033D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 you identified a type of mixed methods design or a set of </a:t>
              </a:r>
              <a:r>
                <a:rPr lang="en-US" sz="1600" dirty="0">
                  <a:highlight>
                    <a:srgbClr val="FFC000"/>
                  </a:highlight>
                </a:rPr>
                <a:t>procedures to integrate your data</a:t>
              </a:r>
              <a:r>
                <a:rPr lang="en-US" sz="1600" dirty="0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424B90-A68E-1758-D6B5-E2683D611C3A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B3117AE-47F4-E776-ECB1-37E99D99AE85}"/>
              </a:ext>
            </a:extLst>
          </p:cNvPr>
          <p:cNvGrpSpPr/>
          <p:nvPr/>
        </p:nvGrpSpPr>
        <p:grpSpPr>
          <a:xfrm>
            <a:off x="1585009" y="3878909"/>
            <a:ext cx="10000194" cy="338554"/>
            <a:chOff x="891589" y="1769059"/>
            <a:chExt cx="10000194" cy="33855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61C8381-7BA0-B35A-D577-587DFC08E08A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 you provided a </a:t>
              </a:r>
              <a:r>
                <a:rPr lang="en-US" sz="1600" dirty="0">
                  <a:highlight>
                    <a:srgbClr val="FFC000"/>
                  </a:highlight>
                </a:rPr>
                <a:t>diagram of your design procedures</a:t>
              </a:r>
              <a:r>
                <a:rPr lang="en-US" sz="1600" dirty="0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98B259B-012E-6BE1-B332-012C8A80358E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3074696-E090-D9F4-02A8-C492B5DCD2D3}"/>
              </a:ext>
            </a:extLst>
          </p:cNvPr>
          <p:cNvGrpSpPr/>
          <p:nvPr/>
        </p:nvGrpSpPr>
        <p:grpSpPr>
          <a:xfrm>
            <a:off x="1585009" y="4264303"/>
            <a:ext cx="10000194" cy="338554"/>
            <a:chOff x="891589" y="1769059"/>
            <a:chExt cx="10000194" cy="33855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129F97-252F-F9A1-AC47-3F6FA2F6804F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 you identified </a:t>
              </a:r>
              <a:r>
                <a:rPr lang="en-US" sz="1600" dirty="0">
                  <a:highlight>
                    <a:srgbClr val="FFC000"/>
                  </a:highlight>
                </a:rPr>
                <a:t>how you will </a:t>
              </a:r>
              <a:r>
                <a:rPr lang="en-US" sz="1600" dirty="0" err="1">
                  <a:highlight>
                    <a:srgbClr val="FFC000"/>
                  </a:highlight>
                </a:rPr>
                <a:t>analyse</a:t>
              </a:r>
              <a:r>
                <a:rPr lang="en-US" sz="1600" dirty="0">
                  <a:highlight>
                    <a:srgbClr val="FFC000"/>
                  </a:highlight>
                </a:rPr>
                <a:t> your data </a:t>
              </a:r>
              <a:r>
                <a:rPr lang="en-US" sz="1600" dirty="0">
                  <a:solidFill>
                    <a:schemeClr val="bg1"/>
                  </a:solidFill>
                </a:rPr>
                <a:t>for integration?</a:t>
              </a: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6666376-5F11-30EE-3F52-6882A0E3118F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C9E384D-A7C9-6988-8A8B-630C6D9878C9}"/>
              </a:ext>
            </a:extLst>
          </p:cNvPr>
          <p:cNvGrpSpPr/>
          <p:nvPr/>
        </p:nvGrpSpPr>
        <p:grpSpPr>
          <a:xfrm>
            <a:off x="1585009" y="4649697"/>
            <a:ext cx="10000194" cy="338554"/>
            <a:chOff x="891589" y="1769059"/>
            <a:chExt cx="10000194" cy="33855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18AF947-063B-2782-E4EC-4D5E2A8792E3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Have/would you drawn/draw conclusions (</a:t>
              </a:r>
              <a:r>
                <a:rPr lang="en-US" sz="1600" dirty="0">
                  <a:highlight>
                    <a:srgbClr val="FFC000"/>
                  </a:highlight>
                </a:rPr>
                <a:t>or meta‑inferences</a:t>
              </a:r>
              <a:r>
                <a:rPr lang="en-US" sz="1600" dirty="0">
                  <a:solidFill>
                    <a:schemeClr val="bg1"/>
                  </a:solidFill>
                </a:rPr>
                <a:t>) from the integrated analysis?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5852CF5-9AD8-DDC9-2B13-885E42FCB610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5686CB0-03D1-7DD4-F9FE-D28F3B234455}"/>
              </a:ext>
            </a:extLst>
          </p:cNvPr>
          <p:cNvGrpSpPr/>
          <p:nvPr/>
        </p:nvGrpSpPr>
        <p:grpSpPr>
          <a:xfrm>
            <a:off x="1585009" y="5035092"/>
            <a:ext cx="10000194" cy="338554"/>
            <a:chOff x="891589" y="1769059"/>
            <a:chExt cx="10000194" cy="33855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14B22D7-5E51-3023-5010-C4801B5611C4}"/>
                </a:ext>
              </a:extLst>
            </p:cNvPr>
            <p:cNvSpPr txBox="1"/>
            <p:nvPr/>
          </p:nvSpPr>
          <p:spPr>
            <a:xfrm>
              <a:off x="1160196" y="1769059"/>
              <a:ext cx="97315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Have you discussed </a:t>
              </a:r>
              <a:r>
                <a:rPr lang="en-US" sz="1600" dirty="0">
                  <a:highlight>
                    <a:srgbClr val="FFC000"/>
                  </a:highlight>
                </a:rPr>
                <a:t>validity and ethics </a:t>
              </a:r>
              <a:r>
                <a:rPr lang="en-US" sz="1600" dirty="0">
                  <a:solidFill>
                    <a:schemeClr val="bg1"/>
                  </a:solidFill>
                </a:rPr>
                <a:t>related to your research design?</a:t>
              </a: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B98CB41-CD50-B949-8819-178D06CF029C}"/>
                </a:ext>
              </a:extLst>
            </p:cNvPr>
            <p:cNvSpPr/>
            <p:nvPr/>
          </p:nvSpPr>
          <p:spPr>
            <a:xfrm>
              <a:off x="891589" y="1804033"/>
              <a:ext cx="268607" cy="268607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96151D0E-5836-C02F-B1AF-B46382291533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5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74015-C0D3-A717-6B29-94E7824B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1FAFF0F-6813-FC62-DEA5-0DEE706A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85982B70-C7D2-3057-6BD0-2235BCE9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B9423E-F366-5E0A-A8DE-44C273A967B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E2E233-99A8-55A3-F3D7-6E206ED9DBBB}"/>
              </a:ext>
            </a:extLst>
          </p:cNvPr>
          <p:cNvSpPr/>
          <p:nvPr/>
        </p:nvSpPr>
        <p:spPr>
          <a:xfrm>
            <a:off x="2074077" y="3144042"/>
            <a:ext cx="475354" cy="47535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2000" b="1" dirty="0">
                <a:solidFill>
                  <a:srgbClr val="DA0000"/>
                </a:solidFill>
                <a:latin typeface="Aptos" panose="020B0004020202020204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A3246C-B561-5947-E9A4-339D5E62AD07}"/>
              </a:ext>
            </a:extLst>
          </p:cNvPr>
          <p:cNvSpPr txBox="1"/>
          <p:nvPr/>
        </p:nvSpPr>
        <p:spPr>
          <a:xfrm>
            <a:off x="1090751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Characteristics of Mixed Methods Research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FF2DE3-5655-F5A4-773C-C5AF5496D603}"/>
              </a:ext>
            </a:extLst>
          </p:cNvPr>
          <p:cNvSpPr/>
          <p:nvPr/>
        </p:nvSpPr>
        <p:spPr>
          <a:xfrm>
            <a:off x="4678541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A9332-502A-445F-B84B-AE3F54AE89D4}"/>
              </a:ext>
            </a:extLst>
          </p:cNvPr>
          <p:cNvSpPr txBox="1"/>
          <p:nvPr/>
        </p:nvSpPr>
        <p:spPr>
          <a:xfrm>
            <a:off x="3695215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Justification for the Use of Mixed Methods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119932-CC75-01F3-9C84-AE4426418F82}"/>
              </a:ext>
            </a:extLst>
          </p:cNvPr>
          <p:cNvSpPr/>
          <p:nvPr/>
        </p:nvSpPr>
        <p:spPr>
          <a:xfrm>
            <a:off x="7103116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1D918-1A06-D804-769A-8E28494DD4C5}"/>
              </a:ext>
            </a:extLst>
          </p:cNvPr>
          <p:cNvSpPr txBox="1"/>
          <p:nvPr/>
        </p:nvSpPr>
        <p:spPr>
          <a:xfrm>
            <a:off x="6119790" y="3639520"/>
            <a:ext cx="2557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Definitions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74EAE2-7AD4-9510-9BA0-AD7933DFE94E}"/>
              </a:ext>
            </a:extLst>
          </p:cNvPr>
          <p:cNvSpPr/>
          <p:nvPr/>
        </p:nvSpPr>
        <p:spPr>
          <a:xfrm>
            <a:off x="9232226" y="3221445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497D59-A05F-BC89-A7E1-0A61E1F9DCC5}"/>
              </a:ext>
            </a:extLst>
          </p:cNvPr>
          <p:cNvSpPr txBox="1"/>
          <p:nvPr/>
        </p:nvSpPr>
        <p:spPr>
          <a:xfrm>
            <a:off x="8248900" y="3716923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Process of Developing a Mixed Methods Study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F0806C8-1E5D-D2BB-5FCB-934B2CD3407C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06141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Mixed Methods Procedures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2C598B-67B9-CBEE-3C99-A9988E93AFDD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728F-D9B0-A70A-861D-0DD2BFDC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D1FBD92-DA51-7F69-60BB-A293367D5916}"/>
              </a:ext>
            </a:extLst>
          </p:cNvPr>
          <p:cNvSpPr/>
          <p:nvPr/>
        </p:nvSpPr>
        <p:spPr>
          <a:xfrm>
            <a:off x="6327409" y="1492381"/>
            <a:ext cx="4642746" cy="4642746"/>
          </a:xfrm>
          <a:prstGeom prst="ellipse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480560" rtlCol="0" anchor="t"/>
          <a:lstStyle/>
          <a:p>
            <a:pPr algn="ctr">
              <a:spcBef>
                <a:spcPts val="600"/>
              </a:spcBef>
            </a:pPr>
            <a:endParaRPr lang="en-US" sz="200" b="1" dirty="0">
              <a:solidFill>
                <a:schemeClr val="bg1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en-US" sz="1200" b="1" dirty="0">
                <a:solidFill>
                  <a:schemeClr val="bg1"/>
                </a:solidFill>
              </a:rPr>
              <a:t>Frames the study with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 worldviews or theories</a:t>
            </a:r>
            <a:endParaRPr lang="en-GB" sz="1200" b="1" noProof="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0A7573-2EB6-F724-1C9A-06145BBDA59B}"/>
              </a:ext>
            </a:extLst>
          </p:cNvPr>
          <p:cNvSpPr/>
          <p:nvPr/>
        </p:nvSpPr>
        <p:spPr>
          <a:xfrm>
            <a:off x="6623485" y="2084532"/>
            <a:ext cx="4050595" cy="4050595"/>
          </a:xfrm>
          <a:prstGeom prst="ellipse">
            <a:avLst/>
          </a:prstGeom>
          <a:solidFill>
            <a:srgbClr val="FF333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840480" rtlCol="0" anchor="t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Draws conclusions,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</a:rPr>
              <a:t> knowledge, and interpretations</a:t>
            </a:r>
            <a:endParaRPr lang="en-GB" sz="1100" b="1" noProof="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981B94-65AE-317A-13F4-27125F81F198}"/>
              </a:ext>
            </a:extLst>
          </p:cNvPr>
          <p:cNvSpPr/>
          <p:nvPr/>
        </p:nvSpPr>
        <p:spPr>
          <a:xfrm>
            <a:off x="6950927" y="2737876"/>
            <a:ext cx="3397251" cy="3397251"/>
          </a:xfrm>
          <a:prstGeom prst="ellipse">
            <a:avLst/>
          </a:prstGeom>
          <a:solidFill>
            <a:srgbClr val="FF666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108960" rtlCol="0" anchor="t"/>
          <a:lstStyle/>
          <a:p>
            <a:pPr algn="ctr"/>
            <a:r>
              <a:rPr lang="en-GB" sz="1100" b="1" dirty="0">
                <a:solidFill>
                  <a:schemeClr val="bg1"/>
                </a:solidFill>
              </a:rPr>
              <a:t>Analyses the </a:t>
            </a:r>
          </a:p>
          <a:p>
            <a:pPr algn="ctr"/>
            <a:r>
              <a:rPr lang="en-GB" sz="1100" b="1" dirty="0">
                <a:solidFill>
                  <a:schemeClr val="bg1"/>
                </a:solidFill>
              </a:rPr>
              <a:t>connection</a:t>
            </a:r>
            <a:endParaRPr lang="en-GB" sz="1100" b="1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7AA4EB-B6DA-2032-D32B-268ACA227220}"/>
              </a:ext>
            </a:extLst>
          </p:cNvPr>
          <p:cNvSpPr/>
          <p:nvPr/>
        </p:nvSpPr>
        <p:spPr>
          <a:xfrm>
            <a:off x="7235090" y="3306201"/>
            <a:ext cx="2828926" cy="2828926"/>
          </a:xfrm>
          <a:prstGeom prst="ellipse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560320" rtlCol="0" anchor="t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</a:rPr>
              <a:t>Uses procedures to</a:t>
            </a:r>
          </a:p>
          <a:p>
            <a:pPr algn="ctr"/>
            <a:r>
              <a:rPr lang="en-US" sz="1100" b="1" dirty="0">
                <a:solidFill>
                  <a:sysClr val="windowText" lastClr="000000"/>
                </a:solidFill>
              </a:rPr>
              <a:t> connect the two</a:t>
            </a:r>
          </a:p>
          <a:p>
            <a:pPr algn="ctr"/>
            <a:r>
              <a:rPr lang="en-US" sz="1100" b="1" dirty="0">
                <a:solidFill>
                  <a:sysClr val="windowText" lastClr="000000"/>
                </a:solidFill>
              </a:rPr>
              <a:t> types of data</a:t>
            </a:r>
            <a:endParaRPr lang="en-GB" sz="1100" b="1" noProof="0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CB3AF5-11B2-EB5C-BB99-87FC71E256BC}"/>
              </a:ext>
            </a:extLst>
          </p:cNvPr>
          <p:cNvSpPr/>
          <p:nvPr/>
        </p:nvSpPr>
        <p:spPr>
          <a:xfrm>
            <a:off x="7539891" y="3944377"/>
            <a:ext cx="2219325" cy="2219325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920240" rtlCol="0" anchor="t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</a:rPr>
              <a:t>Connects the </a:t>
            </a:r>
          </a:p>
          <a:p>
            <a:pPr algn="ctr"/>
            <a:r>
              <a:rPr lang="en-US" sz="1100" b="1" dirty="0">
                <a:solidFill>
                  <a:sysClr val="windowText" lastClr="000000"/>
                </a:solidFill>
              </a:rPr>
              <a:t>two types of data</a:t>
            </a:r>
            <a:endParaRPr lang="en-GB" sz="1200" b="1" noProof="0" dirty="0">
              <a:solidFill>
                <a:sysClr val="windowText" lastClr="000000"/>
              </a:solidFill>
            </a:endParaRPr>
          </a:p>
          <a:p>
            <a:pPr algn="ctr"/>
            <a:endParaRPr lang="en-GB" sz="1200" b="1" noProof="0" dirty="0">
              <a:solidFill>
                <a:sysClr val="windowText" lastClr="0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34CC7-C02A-EEA2-D81C-BD068A1C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2731B62B-4BDE-17D2-E23D-9156BB2FB543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6584249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Characteristics of Mixed Methods Research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90C8843-FFA9-87F5-0EDD-172EB909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FD3D4C4-1A21-EC44-CA8B-35211E5AF24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E552C3-B5FA-E32B-0BAD-D0766C6FAE4A}"/>
              </a:ext>
            </a:extLst>
          </p:cNvPr>
          <p:cNvSpPr/>
          <p:nvPr/>
        </p:nvSpPr>
        <p:spPr>
          <a:xfrm>
            <a:off x="7966610" y="4797816"/>
            <a:ext cx="1365886" cy="136588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</a:rPr>
              <a:t>Collection of two types of data</a:t>
            </a:r>
            <a:endParaRPr lang="en-GB" sz="1100" b="1" noProof="0" dirty="0">
              <a:solidFill>
                <a:sysClr val="windowText" lastClr="000000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D20257-EA9A-BDC6-9096-B1CC848F6534}"/>
              </a:ext>
            </a:extLst>
          </p:cNvPr>
          <p:cNvGrpSpPr/>
          <p:nvPr/>
        </p:nvGrpSpPr>
        <p:grpSpPr>
          <a:xfrm>
            <a:off x="987574" y="1618503"/>
            <a:ext cx="5339835" cy="600164"/>
            <a:chOff x="987574" y="1618503"/>
            <a:chExt cx="5339835" cy="60016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85C46A-1F77-C363-EAAA-D457EE15C770}"/>
                </a:ext>
              </a:extLst>
            </p:cNvPr>
            <p:cNvSpPr txBox="1"/>
            <p:nvPr/>
          </p:nvSpPr>
          <p:spPr>
            <a:xfrm>
              <a:off x="1447502" y="1618503"/>
              <a:ext cx="4879907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600"/>
              </a:lvl1pPr>
            </a:lstStyle>
            <a:p>
              <a:r>
                <a:rPr lang="en-US" sz="1100" b="1" dirty="0"/>
                <a:t>Frames the study with worldviews or theories:</a:t>
              </a:r>
              <a:r>
                <a:rPr lang="en-US" sz="1100" dirty="0"/>
                <a:t> </a:t>
              </a:r>
              <a:r>
                <a:rPr lang="en-US" sz="1100" dirty="0">
                  <a:solidFill>
                    <a:schemeClr val="bg1">
                      <a:lumMod val="85000"/>
                    </a:schemeClr>
                  </a:solidFill>
                </a:rPr>
                <a:t>these are the beliefs or values of the researcher (worldview) or models (theories) from the literature that frame the entire study.</a:t>
              </a:r>
              <a:endParaRPr lang="en-GB" sz="1100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7F71FFE-EB1D-CCB9-EDC0-D5FC1D061BEC}"/>
                </a:ext>
              </a:extLst>
            </p:cNvPr>
            <p:cNvSpPr txBox="1"/>
            <p:nvPr/>
          </p:nvSpPr>
          <p:spPr>
            <a:xfrm>
              <a:off x="987574" y="1618503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6.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5C3B5F-F9F7-7909-746F-A19832379FE8}"/>
              </a:ext>
            </a:extLst>
          </p:cNvPr>
          <p:cNvGrpSpPr/>
          <p:nvPr/>
        </p:nvGrpSpPr>
        <p:grpSpPr>
          <a:xfrm>
            <a:off x="987574" y="2420145"/>
            <a:ext cx="4580180" cy="430887"/>
            <a:chOff x="987574" y="2349308"/>
            <a:chExt cx="4580180" cy="43088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634E2D2-A5B2-0356-7EBD-6938A71FDD62}"/>
                </a:ext>
              </a:extLst>
            </p:cNvPr>
            <p:cNvSpPr txBox="1"/>
            <p:nvPr/>
          </p:nvSpPr>
          <p:spPr>
            <a:xfrm>
              <a:off x="1447502" y="2349308"/>
              <a:ext cx="412025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 b="0"/>
              </a:lvl1pPr>
            </a:lstStyle>
            <a:p>
              <a:r>
                <a:rPr lang="en-US" b="1" dirty="0"/>
                <a:t>Draws conclusions:</a:t>
              </a:r>
              <a:r>
                <a:rPr lang="en-US" dirty="0"/>
                <a:t> </a:t>
              </a: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knowledge, and interpretations from the analysis, called meta‑inferences.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E8ED7A-3D63-E383-941D-983AFAC2C3A5}"/>
                </a:ext>
              </a:extLst>
            </p:cNvPr>
            <p:cNvSpPr txBox="1"/>
            <p:nvPr/>
          </p:nvSpPr>
          <p:spPr>
            <a:xfrm>
              <a:off x="987574" y="2358753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5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B71A76-89C0-3B5F-FE67-1979C61EB40B}"/>
              </a:ext>
            </a:extLst>
          </p:cNvPr>
          <p:cNvGrpSpPr/>
          <p:nvPr/>
        </p:nvGrpSpPr>
        <p:grpSpPr>
          <a:xfrm>
            <a:off x="987574" y="3052510"/>
            <a:ext cx="4765922" cy="400110"/>
            <a:chOff x="987574" y="2901160"/>
            <a:chExt cx="4765922" cy="40011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8D20E4-1FEA-06CF-F324-37EF382B6682}"/>
                </a:ext>
              </a:extLst>
            </p:cNvPr>
            <p:cNvSpPr txBox="1"/>
            <p:nvPr/>
          </p:nvSpPr>
          <p:spPr>
            <a:xfrm>
              <a:off x="1447502" y="2919244"/>
              <a:ext cx="43059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 b="1"/>
              </a:lvl1pPr>
            </a:lstStyle>
            <a:p>
              <a:r>
                <a:rPr lang="en-US" dirty="0"/>
                <a:t>Analyses the connection </a:t>
              </a:r>
              <a:r>
                <a:rPr lang="en-US" b="0" dirty="0">
                  <a:solidFill>
                    <a:schemeClr val="bg1">
                      <a:lumMod val="85000"/>
                    </a:schemeClr>
                  </a:solidFill>
                </a:rPr>
                <a:t>by creating a table called a joint display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779F66-185F-4C88-E0E6-83E1A5C53671}"/>
                </a:ext>
              </a:extLst>
            </p:cNvPr>
            <p:cNvSpPr txBox="1"/>
            <p:nvPr/>
          </p:nvSpPr>
          <p:spPr>
            <a:xfrm>
              <a:off x="987574" y="2901160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4.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637CBF-34B1-7CFE-5030-A37F69AEFED7}"/>
              </a:ext>
            </a:extLst>
          </p:cNvPr>
          <p:cNvGrpSpPr/>
          <p:nvPr/>
        </p:nvGrpSpPr>
        <p:grpSpPr>
          <a:xfrm>
            <a:off x="987574" y="3654098"/>
            <a:ext cx="4528761" cy="604993"/>
            <a:chOff x="987574" y="3472100"/>
            <a:chExt cx="4528761" cy="60499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F68FE2-A406-DB73-EEDF-0984205EF7AB}"/>
                </a:ext>
              </a:extLst>
            </p:cNvPr>
            <p:cNvSpPr txBox="1"/>
            <p:nvPr/>
          </p:nvSpPr>
          <p:spPr>
            <a:xfrm>
              <a:off x="1447502" y="3476929"/>
              <a:ext cx="406883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 b="1"/>
              </a:lvl1pPr>
            </a:lstStyle>
            <a:p>
              <a:r>
                <a:rPr lang="en-US" dirty="0"/>
                <a:t>Uses procedures to connect the two types of data: </a:t>
              </a:r>
              <a:r>
                <a:rPr lang="en-US" b="0" dirty="0">
                  <a:solidFill>
                    <a:schemeClr val="bg1">
                      <a:lumMod val="85000"/>
                    </a:schemeClr>
                  </a:solidFill>
                </a:rPr>
                <a:t>methods for collecting, </a:t>
              </a:r>
              <a:r>
                <a:rPr lang="en-US" b="0" dirty="0" err="1">
                  <a:solidFill>
                    <a:schemeClr val="bg1">
                      <a:lumMod val="85000"/>
                    </a:schemeClr>
                  </a:solidFill>
                </a:rPr>
                <a:t>analysing</a:t>
              </a:r>
              <a:r>
                <a:rPr lang="en-US" b="0" dirty="0">
                  <a:solidFill>
                    <a:schemeClr val="bg1">
                      <a:lumMod val="85000"/>
                    </a:schemeClr>
                  </a:solidFill>
                </a:rPr>
                <a:t>, and interpreting data, called mixed methods designs</a:t>
              </a: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.</a:t>
              </a:r>
              <a:endParaRPr lang="en-GB" b="0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C19849-6432-3669-CE2E-F7D2EF05A124}"/>
                </a:ext>
              </a:extLst>
            </p:cNvPr>
            <p:cNvSpPr txBox="1"/>
            <p:nvPr/>
          </p:nvSpPr>
          <p:spPr>
            <a:xfrm>
              <a:off x="987574" y="3472100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21026B-F6AC-2822-208F-E12F77E0E866}"/>
              </a:ext>
            </a:extLst>
          </p:cNvPr>
          <p:cNvGrpSpPr/>
          <p:nvPr/>
        </p:nvGrpSpPr>
        <p:grpSpPr>
          <a:xfrm>
            <a:off x="987574" y="4460569"/>
            <a:ext cx="3998744" cy="435170"/>
            <a:chOff x="987574" y="4369569"/>
            <a:chExt cx="3998744" cy="4351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F1CB69-DBBF-C3C9-50AC-BB13F2EEFA34}"/>
                </a:ext>
              </a:extLst>
            </p:cNvPr>
            <p:cNvSpPr txBox="1"/>
            <p:nvPr/>
          </p:nvSpPr>
          <p:spPr>
            <a:xfrm>
              <a:off x="1447502" y="4373852"/>
              <a:ext cx="353881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 b="1"/>
              </a:lvl1pPr>
            </a:lstStyle>
            <a:p>
              <a:r>
                <a:rPr lang="en-US" dirty="0"/>
                <a:t>Connects the two types of data: </a:t>
              </a:r>
              <a:r>
                <a:rPr lang="en-US" b="0" dirty="0">
                  <a:solidFill>
                    <a:schemeClr val="bg1">
                      <a:lumMod val="85000"/>
                    </a:schemeClr>
                  </a:solidFill>
                </a:rPr>
                <a:t>“mixing” or joining the two databases, called integration.</a:t>
              </a:r>
              <a:endParaRPr lang="en-GB" b="0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412045-33F4-3105-B877-D43A3E0ED728}"/>
                </a:ext>
              </a:extLst>
            </p:cNvPr>
            <p:cNvSpPr txBox="1"/>
            <p:nvPr/>
          </p:nvSpPr>
          <p:spPr>
            <a:xfrm>
              <a:off x="987574" y="4369569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A87224-4D23-CE39-5FE3-8AAEB3D5750B}"/>
              </a:ext>
            </a:extLst>
          </p:cNvPr>
          <p:cNvGrpSpPr/>
          <p:nvPr/>
        </p:nvGrpSpPr>
        <p:grpSpPr>
          <a:xfrm>
            <a:off x="987574" y="5097215"/>
            <a:ext cx="5165978" cy="600164"/>
            <a:chOff x="987574" y="5097215"/>
            <a:chExt cx="5165978" cy="60016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EDDBF2D-7E15-B548-AE3F-01DE66D35E82}"/>
                </a:ext>
              </a:extLst>
            </p:cNvPr>
            <p:cNvSpPr txBox="1"/>
            <p:nvPr/>
          </p:nvSpPr>
          <p:spPr>
            <a:xfrm>
              <a:off x="1447502" y="5097215"/>
              <a:ext cx="47060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/>
                <a:t>Collects two types of data: </a:t>
              </a: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(a) data from the participants’ perspective (qualitative data) and(b) data from the researchers’ or literature perspective (quantitative data)to study the problem or the research questions.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ED427D-BDF5-638D-2D1A-139B027B8DE0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1261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12" grpId="0" animBg="1"/>
      <p:bldP spid="9" grpId="0" animBg="1"/>
      <p:bldP spid="8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3B946-0063-DAD7-7CAE-EB91C5AB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C0FF6CF-37AF-DA66-BF8C-F06B0770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295D722-670D-B63B-049C-DAEB81E2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C0B2D42-0BD3-F044-B222-8985CDA10658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A3A826-1B57-6026-1D04-D4549B8CB607}"/>
              </a:ext>
            </a:extLst>
          </p:cNvPr>
          <p:cNvSpPr/>
          <p:nvPr/>
        </p:nvSpPr>
        <p:spPr>
          <a:xfrm>
            <a:off x="2074077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DA0000"/>
                </a:solidFill>
                <a:latin typeface="Aptos" panose="020B0004020202020204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768E44-A233-0DB2-B898-31E471259288}"/>
              </a:ext>
            </a:extLst>
          </p:cNvPr>
          <p:cNvSpPr txBox="1"/>
          <p:nvPr/>
        </p:nvSpPr>
        <p:spPr>
          <a:xfrm>
            <a:off x="1090751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DA0000"/>
                </a:solidFill>
                <a:latin typeface="Aptos" panose="020B0004020202020204"/>
              </a:rPr>
              <a:t>Characteristics of Mixed Methods Research</a:t>
            </a:r>
            <a:endParaRPr lang="en-GB" sz="1600" dirty="0">
              <a:solidFill>
                <a:srgbClr val="DA0000"/>
              </a:solidFill>
              <a:latin typeface="Aptos" panose="020B0004020202020204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29A0A4-8481-4E6C-8B45-66A139E18402}"/>
              </a:ext>
            </a:extLst>
          </p:cNvPr>
          <p:cNvSpPr/>
          <p:nvPr/>
        </p:nvSpPr>
        <p:spPr>
          <a:xfrm>
            <a:off x="4678541" y="3144042"/>
            <a:ext cx="475354" cy="47535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DA0000"/>
                </a:solidFill>
                <a:latin typeface="Aptos" panose="020B0004020202020204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362C93-A7F5-84F5-2EBD-352FF57EE949}"/>
              </a:ext>
            </a:extLst>
          </p:cNvPr>
          <p:cNvSpPr txBox="1"/>
          <p:nvPr/>
        </p:nvSpPr>
        <p:spPr>
          <a:xfrm>
            <a:off x="3695215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r>
              <a:rPr lang="en-US" dirty="0"/>
              <a:t>Justification for the Use of Mixed Methods</a:t>
            </a:r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41AB7A-41D8-4E3B-F8D0-2FB709D93477}"/>
              </a:ext>
            </a:extLst>
          </p:cNvPr>
          <p:cNvSpPr/>
          <p:nvPr/>
        </p:nvSpPr>
        <p:spPr>
          <a:xfrm>
            <a:off x="7103116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5982C-262C-DF40-D638-71FDC9EEEEFB}"/>
              </a:ext>
            </a:extLst>
          </p:cNvPr>
          <p:cNvSpPr txBox="1"/>
          <p:nvPr/>
        </p:nvSpPr>
        <p:spPr>
          <a:xfrm>
            <a:off x="6119790" y="3639520"/>
            <a:ext cx="2557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Definitions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2F3530C-BC94-E3C9-D4CB-9A6908A5350A}"/>
              </a:ext>
            </a:extLst>
          </p:cNvPr>
          <p:cNvSpPr/>
          <p:nvPr/>
        </p:nvSpPr>
        <p:spPr>
          <a:xfrm>
            <a:off x="9232226" y="3221445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6B7A7F-F97D-7D72-8B28-D4EBD92617D7}"/>
              </a:ext>
            </a:extLst>
          </p:cNvPr>
          <p:cNvSpPr txBox="1"/>
          <p:nvPr/>
        </p:nvSpPr>
        <p:spPr>
          <a:xfrm>
            <a:off x="8248900" y="3716923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Process of Developing a Mixed Methods Study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EBA6FDE-4963-E4B4-3EAB-245D90230015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06141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Mixed Methods Procedures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123551-C641-5683-28F3-99F83FB45C89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20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5B2A-0DBC-B23B-A3A3-657B23F9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80B2E-FAB6-FB26-A31D-F57FE834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4BBF4969-1797-496E-7BD3-03D4D77B5AF8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75180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Characteristics of Mixed Methods Research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7AE0679-F0EA-86A6-CFAB-49EED16C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1AFBDEB-7189-55E7-A49C-4F9B0845235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78E538-7DC2-E12D-DCC5-083A0EEF54BF}"/>
              </a:ext>
            </a:extLst>
          </p:cNvPr>
          <p:cNvSpPr txBox="1"/>
          <p:nvPr/>
        </p:nvSpPr>
        <p:spPr>
          <a:xfrm>
            <a:off x="1028267" y="1927739"/>
            <a:ext cx="3664758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600"/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Access to data</a:t>
            </a:r>
            <a:endParaRPr lang="en-US" sz="1100" b="1" dirty="0"/>
          </a:p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Researchers may have access to both quantitative and qualitative data, </a:t>
            </a:r>
            <a:r>
              <a:rPr lang="en-US" sz="1050" b="1" dirty="0"/>
              <a:t>which allows for additional “mining” of information beyond the results 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obtained from quantitative or qualitative datasets</a:t>
            </a:r>
          </a:p>
          <a:p>
            <a:endParaRPr lang="en-GB" sz="11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A useful addition if you are trained in quantitative research is to </a:t>
            </a:r>
            <a:r>
              <a:rPr lang="en-US" sz="1050" b="1" dirty="0"/>
              <a:t>collect qualitative data to provide evidence that supports numerical findings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noProof="0" dirty="0"/>
          </a:p>
          <a:p>
            <a:r>
              <a:rPr lang="en-GB" b="1" dirty="0">
                <a:solidFill>
                  <a:srgbClr val="FF0000"/>
                </a:solidFill>
              </a:rPr>
              <a:t>Problems complexity</a:t>
            </a:r>
            <a:endParaRPr lang="en-GB" sz="1100" dirty="0"/>
          </a:p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For example, research and reporting during the pandemic, where daily statistics on new cases were observed alongside stories of people resisting vaccination.</a:t>
            </a:r>
          </a:p>
          <a:p>
            <a:endParaRPr lang="en-GB" sz="1100" noProof="0" dirty="0"/>
          </a:p>
          <a:p>
            <a:r>
              <a:rPr lang="en-US" b="1" dirty="0">
                <a:solidFill>
                  <a:srgbClr val="FF0000"/>
                </a:solidFill>
              </a:rPr>
              <a:t>Added value of combining data</a:t>
            </a:r>
          </a:p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A mixed‑methods perspective provides </a:t>
            </a:r>
            <a:r>
              <a:rPr lang="en-US" sz="1050" b="1" dirty="0"/>
              <a:t>richer understanding 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compared with reporting only quantitative or only qualitative results.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B105F7-CE73-3FD9-292B-762D2D3153B2}"/>
              </a:ext>
            </a:extLst>
          </p:cNvPr>
          <p:cNvGrpSpPr/>
          <p:nvPr/>
        </p:nvGrpSpPr>
        <p:grpSpPr>
          <a:xfrm>
            <a:off x="5516712" y="2642486"/>
            <a:ext cx="2927201" cy="769441"/>
            <a:chOff x="987574" y="5097215"/>
            <a:chExt cx="3542561" cy="7694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88F02D-B3A4-8F69-4227-F3EE93614799}"/>
                </a:ext>
              </a:extLst>
            </p:cNvPr>
            <p:cNvSpPr txBox="1"/>
            <p:nvPr/>
          </p:nvSpPr>
          <p:spPr>
            <a:xfrm>
              <a:off x="1447502" y="5097215"/>
              <a:ext cx="308263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Develop a comprehensive </a:t>
              </a:r>
              <a:r>
                <a:rPr lang="en-US" b="1" dirty="0">
                  <a:highlight>
                    <a:srgbClr val="FFC000"/>
                  </a:highlight>
                </a:rPr>
                <a:t>understanding of a research problem by combining</a:t>
              </a:r>
              <a:r>
                <a:rPr lang="en-US" dirty="0"/>
                <a:t> quantitative and qualitative findings.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5E77D8-9C0F-ABCC-9E2E-EB2016DEEDBD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766C362-233F-9D61-9B0D-E05900980FD2}"/>
              </a:ext>
            </a:extLst>
          </p:cNvPr>
          <p:cNvGrpSpPr/>
          <p:nvPr/>
        </p:nvGrpSpPr>
        <p:grpSpPr>
          <a:xfrm>
            <a:off x="8676631" y="2663812"/>
            <a:ext cx="2805958" cy="430887"/>
            <a:chOff x="987574" y="5097215"/>
            <a:chExt cx="3222677" cy="4308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547347-2A94-264D-6BC4-03EB45CF5CA4}"/>
                </a:ext>
              </a:extLst>
            </p:cNvPr>
            <p:cNvSpPr txBox="1"/>
            <p:nvPr/>
          </p:nvSpPr>
          <p:spPr>
            <a:xfrm>
              <a:off x="1447501" y="5097215"/>
              <a:ext cx="276275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Explain quantitative results </a:t>
              </a:r>
              <a:r>
                <a:rPr lang="en-US" dirty="0"/>
                <a:t>in more detail using qualitative data.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8DB81F-9D1F-2E47-BDCD-BFE78CB2BFD1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297E2C-79C0-A1FE-E009-FCBBEA46BF97}"/>
              </a:ext>
            </a:extLst>
          </p:cNvPr>
          <p:cNvGrpSpPr/>
          <p:nvPr/>
        </p:nvGrpSpPr>
        <p:grpSpPr>
          <a:xfrm>
            <a:off x="5516712" y="3443301"/>
            <a:ext cx="2927201" cy="769441"/>
            <a:chOff x="987574" y="5097215"/>
            <a:chExt cx="3542561" cy="76944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703848-FFBF-32A2-F4E9-0F37DFBF5E84}"/>
                </a:ext>
              </a:extLst>
            </p:cNvPr>
            <p:cNvSpPr txBox="1"/>
            <p:nvPr/>
          </p:nvSpPr>
          <p:spPr>
            <a:xfrm>
              <a:off x="1447502" y="5097215"/>
              <a:ext cx="308263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Improve measures, scales, and instruments </a:t>
              </a:r>
              <a:r>
                <a:rPr lang="en-US" dirty="0"/>
                <a:t>by incorporating participants’ perspectives who completed the instruments.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27E34C-CB33-E8D3-DD29-72D79ABB5B3B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A578EB-EF24-491F-2C5D-91A97CC86AC5}"/>
              </a:ext>
            </a:extLst>
          </p:cNvPr>
          <p:cNvGrpSpPr/>
          <p:nvPr/>
        </p:nvGrpSpPr>
        <p:grpSpPr>
          <a:xfrm>
            <a:off x="8676631" y="3464627"/>
            <a:ext cx="2805958" cy="600164"/>
            <a:chOff x="987574" y="5097215"/>
            <a:chExt cx="3222677" cy="60016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19A5A26-98EC-C3DB-C228-6D50AC2928C8}"/>
                </a:ext>
              </a:extLst>
            </p:cNvPr>
            <p:cNvSpPr txBox="1"/>
            <p:nvPr/>
          </p:nvSpPr>
          <p:spPr>
            <a:xfrm>
              <a:off x="1447501" y="5097215"/>
              <a:ext cx="27627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Improve experiments </a:t>
              </a:r>
              <a:r>
                <a:rPr lang="en-US" dirty="0"/>
                <a:t>or trials by incorporating individuals’ perspectives.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61EA3C-F960-17AE-C454-253C7B67294F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4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B8DC6EC-ED09-4A9E-F63B-2A2259E1BBE9}"/>
              </a:ext>
            </a:extLst>
          </p:cNvPr>
          <p:cNvGrpSpPr/>
          <p:nvPr/>
        </p:nvGrpSpPr>
        <p:grpSpPr>
          <a:xfrm>
            <a:off x="5514092" y="4234665"/>
            <a:ext cx="2927201" cy="600164"/>
            <a:chOff x="987574" y="5097215"/>
            <a:chExt cx="3542561" cy="60016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1605937-9374-7D44-EDE0-09A99A312126}"/>
                </a:ext>
              </a:extLst>
            </p:cNvPr>
            <p:cNvSpPr txBox="1"/>
            <p:nvPr/>
          </p:nvSpPr>
          <p:spPr>
            <a:xfrm>
              <a:off x="1447502" y="5097215"/>
              <a:ext cx="308263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Evaluate </a:t>
              </a:r>
              <a:r>
                <a:rPr lang="en-US" b="1" dirty="0" err="1">
                  <a:highlight>
                    <a:srgbClr val="FFC000"/>
                  </a:highlight>
                </a:rPr>
                <a:t>programmes</a:t>
              </a:r>
              <a:r>
                <a:rPr lang="en-US" b="1" dirty="0">
                  <a:highlight>
                    <a:srgbClr val="FFC000"/>
                  </a:highlight>
                </a:rPr>
                <a:t> </a:t>
              </a:r>
              <a:r>
                <a:rPr lang="en-US" dirty="0"/>
                <a:t>based on the combination of quantitative and qualitative data. 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76F5FC7-33F8-2954-A7BE-35DF19B63E9A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5.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728F8D4-95CE-287E-B679-1184F1908518}"/>
              </a:ext>
            </a:extLst>
          </p:cNvPr>
          <p:cNvGrpSpPr/>
          <p:nvPr/>
        </p:nvGrpSpPr>
        <p:grpSpPr>
          <a:xfrm>
            <a:off x="8674011" y="4255991"/>
            <a:ext cx="2805958" cy="430887"/>
            <a:chOff x="987574" y="5097215"/>
            <a:chExt cx="3222677" cy="43088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71CECBD-9AEF-8C2E-F74D-321537A0B1DF}"/>
                </a:ext>
              </a:extLst>
            </p:cNvPr>
            <p:cNvSpPr txBox="1"/>
            <p:nvPr/>
          </p:nvSpPr>
          <p:spPr>
            <a:xfrm>
              <a:off x="1447501" y="5097215"/>
              <a:ext cx="276275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Develop cases </a:t>
              </a:r>
              <a:r>
                <a:rPr lang="en-US" dirty="0"/>
                <a:t>or document diverse cases for comparison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71D9785-A58F-91A5-C515-81F86453ACE0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6.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40" name="Left Brace 39">
            <a:extLst>
              <a:ext uri="{FF2B5EF4-FFF2-40B4-BE49-F238E27FC236}">
                <a16:creationId xmlns:a16="http://schemas.microsoft.com/office/drawing/2014/main" id="{CF237A44-85DC-D11A-D9B2-88BF63BB88CE}"/>
              </a:ext>
            </a:extLst>
          </p:cNvPr>
          <p:cNvSpPr/>
          <p:nvPr/>
        </p:nvSpPr>
        <p:spPr>
          <a:xfrm rot="10800000">
            <a:off x="4815543" y="2061253"/>
            <a:ext cx="508000" cy="3328971"/>
          </a:xfrm>
          <a:prstGeom prst="leftBrace">
            <a:avLst>
              <a:gd name="adj1" fmla="val 58333"/>
              <a:gd name="adj2" fmla="val 51949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F266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727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99772-78A5-AFA8-D09D-72A0D519D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4B7065-0B0A-4EB7-014A-102EEB7D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1273D399-E2B3-8C4F-8797-19AAB778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7DB6F8C-FDDA-80B5-6691-2E9CFF2BAB7C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192D0F-F867-7556-8B55-2EBA981959C2}"/>
              </a:ext>
            </a:extLst>
          </p:cNvPr>
          <p:cNvSpPr/>
          <p:nvPr/>
        </p:nvSpPr>
        <p:spPr>
          <a:xfrm>
            <a:off x="2074077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200CAC-0A75-C925-4E60-B5C4589395EB}"/>
              </a:ext>
            </a:extLst>
          </p:cNvPr>
          <p:cNvSpPr txBox="1"/>
          <p:nvPr/>
        </p:nvSpPr>
        <p:spPr>
          <a:xfrm>
            <a:off x="1090751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Characteristics of Mixed Methods Research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352675-9C2B-DE27-CA2B-344EAFE20259}"/>
              </a:ext>
            </a:extLst>
          </p:cNvPr>
          <p:cNvSpPr/>
          <p:nvPr/>
        </p:nvSpPr>
        <p:spPr>
          <a:xfrm>
            <a:off x="4678541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DA0000"/>
                </a:solidFill>
                <a:latin typeface="Aptos" panose="020B0004020202020204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9C27D0-0F57-9280-21CF-4F726E0B8208}"/>
              </a:ext>
            </a:extLst>
          </p:cNvPr>
          <p:cNvSpPr txBox="1"/>
          <p:nvPr/>
        </p:nvSpPr>
        <p:spPr>
          <a:xfrm>
            <a:off x="3695215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DA0000"/>
                </a:solidFill>
              </a:rPr>
              <a:t>Justification for the Use of Mixed Methods</a:t>
            </a:r>
            <a:endParaRPr lang="en-GB" dirty="0">
              <a:solidFill>
                <a:srgbClr val="DA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1F84D8-3196-0841-DCCD-FB4C3683C9A2}"/>
              </a:ext>
            </a:extLst>
          </p:cNvPr>
          <p:cNvSpPr/>
          <p:nvPr/>
        </p:nvSpPr>
        <p:spPr>
          <a:xfrm>
            <a:off x="7103116" y="3144042"/>
            <a:ext cx="475354" cy="47535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DA0000"/>
                </a:solidFill>
                <a:latin typeface="Aptos" panose="020B0004020202020204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634013-5E9D-6588-6494-FDC7B1BC55AB}"/>
              </a:ext>
            </a:extLst>
          </p:cNvPr>
          <p:cNvSpPr txBox="1"/>
          <p:nvPr/>
        </p:nvSpPr>
        <p:spPr>
          <a:xfrm>
            <a:off x="6119790" y="3639520"/>
            <a:ext cx="2557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rgbClr val="FFFF00"/>
                </a:solidFill>
                <a:latin typeface="Aptos" panose="020B0004020202020204"/>
              </a:rPr>
              <a:t>Definitions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717841-9106-1F43-5FD8-2B641B9811AA}"/>
              </a:ext>
            </a:extLst>
          </p:cNvPr>
          <p:cNvSpPr/>
          <p:nvPr/>
        </p:nvSpPr>
        <p:spPr>
          <a:xfrm>
            <a:off x="9232226" y="3221445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B545E9-2468-8204-4D4A-EFE0D62CE11E}"/>
              </a:ext>
            </a:extLst>
          </p:cNvPr>
          <p:cNvSpPr txBox="1"/>
          <p:nvPr/>
        </p:nvSpPr>
        <p:spPr>
          <a:xfrm>
            <a:off x="8248900" y="3716923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Process of Developing a Mixed Methods Study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6720134F-514C-3D74-04C2-63C191A12621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06141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Mixed Methods Procedures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D7B42F-96E0-CBF3-6255-AD22ED1BDE8A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93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1C325-16F6-0D9F-D72F-AE3E0710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911D2-A213-554B-6624-19DA2D60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44583E87-E35A-D5D7-7B82-F441B15CFA1C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6584249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Definitions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6716352-7081-A0F7-465A-027E3E83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CA97390-9A0F-A3ED-55D8-6F38E4B7377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E119D6-A918-378A-D7CB-D56CFD427193}"/>
              </a:ext>
            </a:extLst>
          </p:cNvPr>
          <p:cNvSpPr txBox="1"/>
          <p:nvPr/>
        </p:nvSpPr>
        <p:spPr>
          <a:xfrm>
            <a:off x="1000123" y="3394089"/>
            <a:ext cx="36647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600"/>
            </a:lvl1pPr>
          </a:lstStyle>
          <a:p>
            <a:r>
              <a:rPr lang="en-US" sz="1100" b="1" dirty="0">
                <a:highlight>
                  <a:srgbClr val="FFC000"/>
                </a:highlight>
              </a:rPr>
              <a:t>Information collected where the researcher provides No predefined response options</a:t>
            </a:r>
            <a:r>
              <a:rPr lang="en-US" sz="1100" dirty="0"/>
              <a:t>, such as rating scales (“strongly agree” to “strongly disagree”). </a:t>
            </a:r>
          </a:p>
          <a:p>
            <a:endParaRPr lang="en-GB" sz="11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Applied to qualitative observations and documents, the </a:t>
            </a:r>
            <a:r>
              <a:rPr lang="en-US" sz="1100" b="1" dirty="0">
                <a:solidFill>
                  <a:schemeClr val="bg1">
                    <a:lumMod val="85000"/>
                  </a:schemeClr>
                </a:solidFill>
              </a:rPr>
              <a:t>researcher does not use a predetermined set of response options but rather observes or examines documents to identify meaning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endParaRPr lang="en-GB" sz="11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41520-668B-EB29-A826-7BF91DEAB005}"/>
              </a:ext>
            </a:extLst>
          </p:cNvPr>
          <p:cNvSpPr txBox="1"/>
          <p:nvPr/>
        </p:nvSpPr>
        <p:spPr>
          <a:xfrm>
            <a:off x="1000124" y="1129206"/>
            <a:ext cx="6475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Data types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2BD07-0687-0E39-D44C-531F32EA8A49}"/>
              </a:ext>
            </a:extLst>
          </p:cNvPr>
          <p:cNvSpPr txBox="1"/>
          <p:nvPr/>
        </p:nvSpPr>
        <p:spPr>
          <a:xfrm>
            <a:off x="1000123" y="1532320"/>
            <a:ext cx="55396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b="1" noProof="0" dirty="0">
                <a:highlight>
                  <a:srgbClr val="FFC000"/>
                </a:highlight>
              </a:rPr>
              <a:t>Distinguishing between the two types of data is more specific than simply referring to numbers versus text</a:t>
            </a:r>
            <a:r>
              <a:rPr lang="en-US" noProof="0" dirty="0"/>
              <a:t>, or numeric data versus narratives. 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noProof="0" dirty="0"/>
              <a:t>Some data sources may contain both closed and open elements</a:t>
            </a:r>
            <a:r>
              <a:rPr lang="en-US" noProof="0" dirty="0"/>
              <a:t>, such as health data that include closed scores from medical tests as well as open information from patient histories.</a:t>
            </a:r>
            <a:endParaRPr lang="en-GB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67DE3-5DA3-5BC6-A9ED-9B8D4FC0CB84}"/>
              </a:ext>
            </a:extLst>
          </p:cNvPr>
          <p:cNvSpPr txBox="1"/>
          <p:nvPr/>
        </p:nvSpPr>
        <p:spPr>
          <a:xfrm>
            <a:off x="1000123" y="2879322"/>
            <a:ext cx="3664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>
                <a:solidFill>
                  <a:srgbClr val="FF0000"/>
                </a:solidFill>
              </a:rPr>
              <a:t>Open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F3719-302A-07EB-41D3-9059347A88F8}"/>
              </a:ext>
            </a:extLst>
          </p:cNvPr>
          <p:cNvSpPr txBox="1"/>
          <p:nvPr/>
        </p:nvSpPr>
        <p:spPr>
          <a:xfrm>
            <a:off x="5181598" y="3308134"/>
            <a:ext cx="36647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600"/>
            </a:lvl1pPr>
          </a:lstStyle>
          <a:p>
            <a:r>
              <a:rPr lang="en-US" sz="1100" b="1" dirty="0"/>
              <a:t>Information collected where researchers ask a question but </a:t>
            </a:r>
            <a:r>
              <a:rPr lang="en-US" sz="1100" b="1" dirty="0">
                <a:highlight>
                  <a:srgbClr val="FFC000"/>
                </a:highlight>
              </a:rPr>
              <a:t>do not provide a response option</a:t>
            </a:r>
            <a:r>
              <a:rPr lang="en-US" sz="1100" b="1" dirty="0"/>
              <a:t>.</a:t>
            </a:r>
            <a:endParaRPr lang="en-GB" sz="1100" noProof="0" dirty="0"/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endParaRPr lang="en-GB" sz="11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CD9C5E-70C1-4489-A7F5-F5CCE52DB6A6}"/>
              </a:ext>
            </a:extLst>
          </p:cNvPr>
          <p:cNvSpPr txBox="1"/>
          <p:nvPr/>
        </p:nvSpPr>
        <p:spPr>
          <a:xfrm>
            <a:off x="5181598" y="2793367"/>
            <a:ext cx="3664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>
                <a:solidFill>
                  <a:srgbClr val="FF0000"/>
                </a:solidFill>
              </a:rPr>
              <a:t>Closed data</a:t>
            </a:r>
          </a:p>
        </p:txBody>
      </p:sp>
    </p:spTree>
    <p:extLst>
      <p:ext uri="{BB962C8B-B14F-4D97-AF65-F5344CB8AC3E}">
        <p14:creationId xmlns:p14="http://schemas.microsoft.com/office/powerpoint/2010/main" val="3010316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9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90AA-604C-3BC4-2CE6-35FBD4C7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DEF8C-26A7-CEEF-BFD2-F501DA4189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23799" y="-110863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A07EF9FB-77F2-1127-44D3-32214FF64689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6584249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Definitions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00E6AE9-2FB9-8DDE-E62A-16C8EAF0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F089FA5-E24B-5BAB-B6D0-3E8F50AC0049}"/>
              </a:ext>
            </a:extLst>
          </p:cNvPr>
          <p:cNvSpPr txBox="1">
            <a:spLocks/>
          </p:cNvSpPr>
          <p:nvPr/>
        </p:nvSpPr>
        <p:spPr>
          <a:xfrm>
            <a:off x="10823799" y="-110863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CDA76-8A60-B9D2-2592-CD2EE5238FD1}"/>
              </a:ext>
            </a:extLst>
          </p:cNvPr>
          <p:cNvSpPr txBox="1"/>
          <p:nvPr/>
        </p:nvSpPr>
        <p:spPr>
          <a:xfrm>
            <a:off x="891590" y="1129206"/>
            <a:ext cx="6584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latin typeface="Aptos" panose="020B0004020202020204"/>
              </a:rPr>
              <a:t>Designs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D19061-82E2-BE21-6EF1-4295F956C371}"/>
              </a:ext>
            </a:extLst>
          </p:cNvPr>
          <p:cNvSpPr txBox="1"/>
          <p:nvPr/>
        </p:nvSpPr>
        <p:spPr>
          <a:xfrm>
            <a:off x="891590" y="1532320"/>
            <a:ext cx="2249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pPr lvl="0">
              <a:defRPr/>
            </a:pPr>
            <a:r>
              <a:rPr lang="en-US" b="1" dirty="0">
                <a:highlight>
                  <a:srgbClr val="FFC000"/>
                </a:highlight>
              </a:rPr>
              <a:t>Procedure used to carry out a study</a:t>
            </a:r>
            <a:r>
              <a:rPr lang="en-US" b="1" dirty="0"/>
              <a:t>, </a:t>
            </a:r>
            <a:r>
              <a:rPr lang="en-US" dirty="0"/>
              <a:t>extending from broad philosophical assumptions to the interpretation of data. </a:t>
            </a:r>
            <a:endParaRPr kumimoji="0" lang="en-GB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95B06A8-E8FC-2270-83B2-3F3DBCD84362}"/>
              </a:ext>
            </a:extLst>
          </p:cNvPr>
          <p:cNvSpPr/>
          <p:nvPr/>
        </p:nvSpPr>
        <p:spPr>
          <a:xfrm rot="8159873">
            <a:off x="4903829" y="1615006"/>
            <a:ext cx="3922131" cy="3980055"/>
          </a:xfrm>
          <a:custGeom>
            <a:avLst/>
            <a:gdLst>
              <a:gd name="connsiteX0" fmla="*/ 691868 w 3922131"/>
              <a:gd name="connsiteY0" fmla="*/ 3980055 h 3980055"/>
              <a:gd name="connsiteX1" fmla="*/ 547521 w 3922131"/>
              <a:gd name="connsiteY1" fmla="*/ 3825840 h 3980055"/>
              <a:gd name="connsiteX2" fmla="*/ 652973 w 3922131"/>
              <a:gd name="connsiteY2" fmla="*/ 710269 h 3980055"/>
              <a:gd name="connsiteX3" fmla="*/ 3762982 w 3922131"/>
              <a:gd name="connsiteY3" fmla="*/ 496378 h 3980055"/>
              <a:gd name="connsiteX4" fmla="*/ 3922131 w 3922131"/>
              <a:gd name="connsiteY4" fmla="*/ 635267 h 3980055"/>
              <a:gd name="connsiteX5" fmla="*/ 3609194 w 3922131"/>
              <a:gd name="connsiteY5" fmla="*/ 959299 h 3980055"/>
              <a:gd name="connsiteX6" fmla="*/ 3484792 w 3922131"/>
              <a:gd name="connsiteY6" fmla="*/ 850732 h 3980055"/>
              <a:gd name="connsiteX7" fmla="*/ 977005 w 3922131"/>
              <a:gd name="connsiteY7" fmla="*/ 1023206 h 3980055"/>
              <a:gd name="connsiteX8" fmla="*/ 891972 w 3922131"/>
              <a:gd name="connsiteY8" fmla="*/ 3535478 h 3980055"/>
              <a:gd name="connsiteX9" fmla="*/ 1004805 w 3922131"/>
              <a:gd name="connsiteY9" fmla="*/ 3656024 h 3980055"/>
              <a:gd name="connsiteX10" fmla="*/ 691868 w 3922131"/>
              <a:gd name="connsiteY10" fmla="*/ 3980055 h 398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22131" h="3980055">
                <a:moveTo>
                  <a:pt x="691868" y="3980055"/>
                </a:moveTo>
                <a:lnTo>
                  <a:pt x="547521" y="3825840"/>
                </a:lnTo>
                <a:cubicBezTo>
                  <a:pt x="-213528" y="2925232"/>
                  <a:pt x="-183777" y="1576685"/>
                  <a:pt x="652973" y="710269"/>
                </a:cubicBezTo>
                <a:cubicBezTo>
                  <a:pt x="1489723" y="-156147"/>
                  <a:pt x="2836416" y="-232844"/>
                  <a:pt x="3762982" y="496378"/>
                </a:cubicBezTo>
                <a:lnTo>
                  <a:pt x="3922131" y="635267"/>
                </a:lnTo>
                <a:lnTo>
                  <a:pt x="3609194" y="959299"/>
                </a:lnTo>
                <a:lnTo>
                  <a:pt x="3484792" y="850732"/>
                </a:lnTo>
                <a:cubicBezTo>
                  <a:pt x="2737646" y="262717"/>
                  <a:pt x="1651727" y="324562"/>
                  <a:pt x="977005" y="1023206"/>
                </a:cubicBezTo>
                <a:cubicBezTo>
                  <a:pt x="302283" y="1721849"/>
                  <a:pt x="278293" y="2809263"/>
                  <a:pt x="891972" y="3535478"/>
                </a:cubicBezTo>
                <a:lnTo>
                  <a:pt x="1004805" y="3656024"/>
                </a:lnTo>
                <a:lnTo>
                  <a:pt x="691868" y="3980055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BF69B00-8EEF-9DFD-C157-DAB42E2B9BB4}"/>
              </a:ext>
            </a:extLst>
          </p:cNvPr>
          <p:cNvSpPr/>
          <p:nvPr/>
        </p:nvSpPr>
        <p:spPr>
          <a:xfrm rot="8159873">
            <a:off x="3911062" y="1638680"/>
            <a:ext cx="3922129" cy="3980054"/>
          </a:xfrm>
          <a:custGeom>
            <a:avLst/>
            <a:gdLst>
              <a:gd name="connsiteX0" fmla="*/ 0 w 3922129"/>
              <a:gd name="connsiteY0" fmla="*/ 3344788 h 3980054"/>
              <a:gd name="connsiteX1" fmla="*/ 312936 w 3922129"/>
              <a:gd name="connsiteY1" fmla="*/ 3020756 h 3980054"/>
              <a:gd name="connsiteX2" fmla="*/ 437337 w 3922129"/>
              <a:gd name="connsiteY2" fmla="*/ 3129322 h 3980054"/>
              <a:gd name="connsiteX3" fmla="*/ 2945124 w 3922129"/>
              <a:gd name="connsiteY3" fmla="*/ 2956848 h 3980054"/>
              <a:gd name="connsiteX4" fmla="*/ 3030157 w 3922129"/>
              <a:gd name="connsiteY4" fmla="*/ 444576 h 3980054"/>
              <a:gd name="connsiteX5" fmla="*/ 2917326 w 3922129"/>
              <a:gd name="connsiteY5" fmla="*/ 324032 h 3980054"/>
              <a:gd name="connsiteX6" fmla="*/ 3230262 w 3922129"/>
              <a:gd name="connsiteY6" fmla="*/ 0 h 3980054"/>
              <a:gd name="connsiteX7" fmla="*/ 3374608 w 3922129"/>
              <a:gd name="connsiteY7" fmla="*/ 154214 h 3980054"/>
              <a:gd name="connsiteX8" fmla="*/ 3269156 w 3922129"/>
              <a:gd name="connsiteY8" fmla="*/ 3269785 h 3980054"/>
              <a:gd name="connsiteX9" fmla="*/ 159147 w 3922129"/>
              <a:gd name="connsiteY9" fmla="*/ 3483676 h 3980054"/>
              <a:gd name="connsiteX10" fmla="*/ 0 w 3922129"/>
              <a:gd name="connsiteY10" fmla="*/ 3344788 h 398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22129" h="3980054">
                <a:moveTo>
                  <a:pt x="0" y="3344788"/>
                </a:moveTo>
                <a:lnTo>
                  <a:pt x="312936" y="3020756"/>
                </a:lnTo>
                <a:lnTo>
                  <a:pt x="437337" y="3129322"/>
                </a:lnTo>
                <a:cubicBezTo>
                  <a:pt x="1184483" y="3717337"/>
                  <a:pt x="2270402" y="3655492"/>
                  <a:pt x="2945124" y="2956848"/>
                </a:cubicBezTo>
                <a:cubicBezTo>
                  <a:pt x="3619846" y="2258205"/>
                  <a:pt x="3643836" y="1170791"/>
                  <a:pt x="3030157" y="444576"/>
                </a:cubicBezTo>
                <a:lnTo>
                  <a:pt x="2917326" y="324032"/>
                </a:lnTo>
                <a:lnTo>
                  <a:pt x="3230262" y="0"/>
                </a:lnTo>
                <a:lnTo>
                  <a:pt x="3374608" y="154214"/>
                </a:lnTo>
                <a:cubicBezTo>
                  <a:pt x="4135657" y="1054822"/>
                  <a:pt x="4105906" y="2403369"/>
                  <a:pt x="3269156" y="3269785"/>
                </a:cubicBezTo>
                <a:cubicBezTo>
                  <a:pt x="2432406" y="4136201"/>
                  <a:pt x="1085713" y="4212898"/>
                  <a:pt x="159147" y="3483676"/>
                </a:cubicBezTo>
                <a:lnTo>
                  <a:pt x="0" y="33447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ADB3ABDE-A275-236B-667B-6F52F47DFEF7}"/>
              </a:ext>
            </a:extLst>
          </p:cNvPr>
          <p:cNvSpPr/>
          <p:nvPr/>
        </p:nvSpPr>
        <p:spPr>
          <a:xfrm rot="8159873">
            <a:off x="4998083" y="1969895"/>
            <a:ext cx="1729348" cy="1344851"/>
          </a:xfrm>
          <a:custGeom>
            <a:avLst/>
            <a:gdLst>
              <a:gd name="connsiteX0" fmla="*/ 0 w 1729348"/>
              <a:gd name="connsiteY0" fmla="*/ 878437 h 1344851"/>
              <a:gd name="connsiteX1" fmla="*/ 848360 w 1729348"/>
              <a:gd name="connsiteY1" fmla="*/ 0 h 1344851"/>
              <a:gd name="connsiteX2" fmla="*/ 907452 w 1729348"/>
              <a:gd name="connsiteY2" fmla="*/ 46578 h 1344851"/>
              <a:gd name="connsiteX3" fmla="*/ 1282936 w 1729348"/>
              <a:gd name="connsiteY3" fmla="*/ 113992 h 1344851"/>
              <a:gd name="connsiteX4" fmla="*/ 1319674 w 1729348"/>
              <a:gd name="connsiteY4" fmla="*/ 102404 h 1344851"/>
              <a:gd name="connsiteX5" fmla="*/ 1729348 w 1729348"/>
              <a:gd name="connsiteY5" fmla="*/ 1253306 h 1344851"/>
              <a:gd name="connsiteX6" fmla="*/ 1697676 w 1729348"/>
              <a:gd name="connsiteY6" fmla="*/ 1265007 h 1344851"/>
              <a:gd name="connsiteX7" fmla="*/ 112747 w 1729348"/>
              <a:gd name="connsiteY7" fmla="*/ 976832 h 1344851"/>
              <a:gd name="connsiteX8" fmla="*/ 0 w 1729348"/>
              <a:gd name="connsiteY8" fmla="*/ 878437 h 134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9348" h="1344851">
                <a:moveTo>
                  <a:pt x="0" y="878437"/>
                </a:moveTo>
                <a:lnTo>
                  <a:pt x="848360" y="0"/>
                </a:lnTo>
                <a:lnTo>
                  <a:pt x="907452" y="46578"/>
                </a:lnTo>
                <a:cubicBezTo>
                  <a:pt x="1020712" y="118558"/>
                  <a:pt x="1156081" y="140852"/>
                  <a:pt x="1282936" y="113992"/>
                </a:cubicBezTo>
                <a:lnTo>
                  <a:pt x="1319674" y="102404"/>
                </a:lnTo>
                <a:lnTo>
                  <a:pt x="1729348" y="1253306"/>
                </a:lnTo>
                <a:lnTo>
                  <a:pt x="1697676" y="1265007"/>
                </a:lnTo>
                <a:cubicBezTo>
                  <a:pt x="1167138" y="1432139"/>
                  <a:pt x="570723" y="1337267"/>
                  <a:pt x="112747" y="976832"/>
                </a:cubicBezTo>
                <a:lnTo>
                  <a:pt x="0" y="878437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600" noProof="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5A45E1B-75FB-4321-635E-B7ED1AF2AA80}"/>
              </a:ext>
            </a:extLst>
          </p:cNvPr>
          <p:cNvSpPr/>
          <p:nvPr/>
        </p:nvSpPr>
        <p:spPr>
          <a:xfrm rot="8159873">
            <a:off x="6013080" y="1842704"/>
            <a:ext cx="1356294" cy="1204171"/>
          </a:xfrm>
          <a:custGeom>
            <a:avLst/>
            <a:gdLst>
              <a:gd name="connsiteX0" fmla="*/ 507934 w 1356294"/>
              <a:gd name="connsiteY0" fmla="*/ 1204171 h 1204171"/>
              <a:gd name="connsiteX1" fmla="*/ 405673 w 1356294"/>
              <a:gd name="connsiteY1" fmla="*/ 1094919 h 1204171"/>
              <a:gd name="connsiteX2" fmla="*/ 0 w 1356294"/>
              <a:gd name="connsiteY2" fmla="*/ 13216 h 1204171"/>
              <a:gd name="connsiteX3" fmla="*/ 400 w 1356294"/>
              <a:gd name="connsiteY3" fmla="*/ 0 h 1204171"/>
              <a:gd name="connsiteX4" fmla="*/ 1220587 w 1356294"/>
              <a:gd name="connsiteY4" fmla="*/ 0 h 1204171"/>
              <a:gd name="connsiteX5" fmla="*/ 1230596 w 1356294"/>
              <a:gd name="connsiteY5" fmla="*/ 88230 h 1204171"/>
              <a:gd name="connsiteX6" fmla="*/ 1307687 w 1356294"/>
              <a:gd name="connsiteY6" fmla="*/ 268299 h 1204171"/>
              <a:gd name="connsiteX7" fmla="*/ 1356294 w 1356294"/>
              <a:gd name="connsiteY7" fmla="*/ 325733 h 1204171"/>
              <a:gd name="connsiteX8" fmla="*/ 507934 w 1356294"/>
              <a:gd name="connsiteY8" fmla="*/ 1204171 h 1204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6294" h="1204171">
                <a:moveTo>
                  <a:pt x="507934" y="1204171"/>
                </a:moveTo>
                <a:lnTo>
                  <a:pt x="405673" y="1094919"/>
                </a:lnTo>
                <a:cubicBezTo>
                  <a:pt x="142357" y="783317"/>
                  <a:pt x="6725" y="399388"/>
                  <a:pt x="0" y="13216"/>
                </a:cubicBezTo>
                <a:lnTo>
                  <a:pt x="400" y="0"/>
                </a:lnTo>
                <a:lnTo>
                  <a:pt x="1220587" y="0"/>
                </a:lnTo>
                <a:lnTo>
                  <a:pt x="1230596" y="88230"/>
                </a:lnTo>
                <a:cubicBezTo>
                  <a:pt x="1244027" y="151658"/>
                  <a:pt x="1269746" y="212956"/>
                  <a:pt x="1307687" y="268299"/>
                </a:cubicBezTo>
                <a:lnTo>
                  <a:pt x="1356294" y="325733"/>
                </a:lnTo>
                <a:lnTo>
                  <a:pt x="507934" y="120417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910E7F9E-EBCF-06A3-6891-0D8047DAA16A}"/>
              </a:ext>
            </a:extLst>
          </p:cNvPr>
          <p:cNvSpPr/>
          <p:nvPr/>
        </p:nvSpPr>
        <p:spPr>
          <a:xfrm rot="8159873">
            <a:off x="6871405" y="2746509"/>
            <a:ext cx="1345310" cy="1152028"/>
          </a:xfrm>
          <a:custGeom>
            <a:avLst/>
            <a:gdLst>
              <a:gd name="connsiteX0" fmla="*/ 0 w 1345310"/>
              <a:gd name="connsiteY0" fmla="*/ 1152028 h 1152028"/>
              <a:gd name="connsiteX1" fmla="*/ 3226 w 1345310"/>
              <a:gd name="connsiteY1" fmla="*/ 1045527 h 1152028"/>
              <a:gd name="connsiteX2" fmla="*/ 365970 w 1345310"/>
              <a:gd name="connsiteY2" fmla="*/ 115788 h 1152028"/>
              <a:gd name="connsiteX3" fmla="*/ 467019 w 1345310"/>
              <a:gd name="connsiteY3" fmla="*/ 0 h 1152028"/>
              <a:gd name="connsiteX4" fmla="*/ 1345310 w 1345310"/>
              <a:gd name="connsiteY4" fmla="*/ 848218 h 1152028"/>
              <a:gd name="connsiteX5" fmla="*/ 1296224 w 1345310"/>
              <a:gd name="connsiteY5" fmla="*/ 910493 h 1152028"/>
              <a:gd name="connsiteX6" fmla="*/ 1225451 w 1345310"/>
              <a:gd name="connsiteY6" fmla="*/ 1093137 h 1152028"/>
              <a:gd name="connsiteX7" fmla="*/ 1220841 w 1345310"/>
              <a:gd name="connsiteY7" fmla="*/ 1152028 h 1152028"/>
              <a:gd name="connsiteX8" fmla="*/ 0 w 1345310"/>
              <a:gd name="connsiteY8" fmla="*/ 1152028 h 1152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45310" h="1152028">
                <a:moveTo>
                  <a:pt x="0" y="1152028"/>
                </a:moveTo>
                <a:lnTo>
                  <a:pt x="3226" y="1045527"/>
                </a:lnTo>
                <a:cubicBezTo>
                  <a:pt x="29051" y="715197"/>
                  <a:pt x="149709" y="390573"/>
                  <a:pt x="365970" y="115788"/>
                </a:cubicBezTo>
                <a:lnTo>
                  <a:pt x="467019" y="0"/>
                </a:lnTo>
                <a:lnTo>
                  <a:pt x="1345310" y="848218"/>
                </a:lnTo>
                <a:lnTo>
                  <a:pt x="1296224" y="910493"/>
                </a:lnTo>
                <a:cubicBezTo>
                  <a:pt x="1260234" y="967123"/>
                  <a:pt x="1236665" y="1029280"/>
                  <a:pt x="1225451" y="1093137"/>
                </a:cubicBezTo>
                <a:lnTo>
                  <a:pt x="1220841" y="1152028"/>
                </a:lnTo>
                <a:lnTo>
                  <a:pt x="0" y="1152028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9E25E5A-329B-8DB9-58A8-9D9E52E8DDA3}"/>
              </a:ext>
            </a:extLst>
          </p:cNvPr>
          <p:cNvSpPr/>
          <p:nvPr/>
        </p:nvSpPr>
        <p:spPr>
          <a:xfrm rot="8159873">
            <a:off x="4350796" y="2889657"/>
            <a:ext cx="1481844" cy="1477250"/>
          </a:xfrm>
          <a:custGeom>
            <a:avLst/>
            <a:gdLst>
              <a:gd name="connsiteX0" fmla="*/ 408931 w 1481844"/>
              <a:gd name="connsiteY0" fmla="*/ 1477250 h 1477250"/>
              <a:gd name="connsiteX1" fmla="*/ 0 w 1481844"/>
              <a:gd name="connsiteY1" fmla="*/ 328431 h 1477250"/>
              <a:gd name="connsiteX2" fmla="*/ 12697 w 1481844"/>
              <a:gd name="connsiteY2" fmla="*/ 324426 h 1477250"/>
              <a:gd name="connsiteX3" fmla="*/ 177767 w 1481844"/>
              <a:gd name="connsiteY3" fmla="*/ 210620 h 1477250"/>
              <a:gd name="connsiteX4" fmla="*/ 285755 w 1481844"/>
              <a:gd name="connsiteY4" fmla="*/ 41686 h 1477250"/>
              <a:gd name="connsiteX5" fmla="*/ 297324 w 1481844"/>
              <a:gd name="connsiteY5" fmla="*/ 0 h 1477250"/>
              <a:gd name="connsiteX6" fmla="*/ 1481844 w 1481844"/>
              <a:gd name="connsiteY6" fmla="*/ 298881 h 1477250"/>
              <a:gd name="connsiteX7" fmla="*/ 1476611 w 1481844"/>
              <a:gd name="connsiteY7" fmla="*/ 322059 h 1477250"/>
              <a:gd name="connsiteX8" fmla="*/ 1055231 w 1481844"/>
              <a:gd name="connsiteY8" fmla="*/ 1058040 h 1477250"/>
              <a:gd name="connsiteX9" fmla="*/ 491351 w 1481844"/>
              <a:gd name="connsiteY9" fmla="*/ 1446799 h 1477250"/>
              <a:gd name="connsiteX10" fmla="*/ 408931 w 1481844"/>
              <a:gd name="connsiteY10" fmla="*/ 1477250 h 147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1844" h="1477250">
                <a:moveTo>
                  <a:pt x="408931" y="1477250"/>
                </a:moveTo>
                <a:lnTo>
                  <a:pt x="0" y="328431"/>
                </a:lnTo>
                <a:lnTo>
                  <a:pt x="12697" y="324426"/>
                </a:lnTo>
                <a:cubicBezTo>
                  <a:pt x="73039" y="298723"/>
                  <a:pt x="129338" y="260766"/>
                  <a:pt x="177767" y="210620"/>
                </a:cubicBezTo>
                <a:cubicBezTo>
                  <a:pt x="226196" y="160474"/>
                  <a:pt x="262169" y="102887"/>
                  <a:pt x="285755" y="41686"/>
                </a:cubicBezTo>
                <a:lnTo>
                  <a:pt x="297324" y="0"/>
                </a:lnTo>
                <a:lnTo>
                  <a:pt x="1481844" y="298881"/>
                </a:lnTo>
                <a:lnTo>
                  <a:pt x="1476611" y="322059"/>
                </a:lnTo>
                <a:cubicBezTo>
                  <a:pt x="1402334" y="590077"/>
                  <a:pt x="1262022" y="843917"/>
                  <a:pt x="1055231" y="1058040"/>
                </a:cubicBezTo>
                <a:cubicBezTo>
                  <a:pt x="889798" y="1229338"/>
                  <a:pt x="697479" y="1359000"/>
                  <a:pt x="491351" y="1446799"/>
                </a:cubicBezTo>
                <a:lnTo>
                  <a:pt x="408931" y="147725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60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BD84535-1E74-EDBE-55CE-DA32E8950DB4}"/>
              </a:ext>
            </a:extLst>
          </p:cNvPr>
          <p:cNvSpPr/>
          <p:nvPr/>
        </p:nvSpPr>
        <p:spPr>
          <a:xfrm rot="8159873">
            <a:off x="6943339" y="3255671"/>
            <a:ext cx="1199958" cy="1358916"/>
          </a:xfrm>
          <a:custGeom>
            <a:avLst/>
            <a:gdLst>
              <a:gd name="connsiteX0" fmla="*/ 878292 w 1199958"/>
              <a:gd name="connsiteY0" fmla="*/ 1358916 h 1358916"/>
              <a:gd name="connsiteX1" fmla="*/ 0 w 1199958"/>
              <a:gd name="connsiteY1" fmla="*/ 510698 h 1358916"/>
              <a:gd name="connsiteX2" fmla="*/ 112204 w 1199958"/>
              <a:gd name="connsiteY2" fmla="*/ 405673 h 1358916"/>
              <a:gd name="connsiteX3" fmla="*/ 1193907 w 1199958"/>
              <a:gd name="connsiteY3" fmla="*/ 0 h 1358916"/>
              <a:gd name="connsiteX4" fmla="*/ 1199958 w 1199958"/>
              <a:gd name="connsiteY4" fmla="*/ 183 h 1358916"/>
              <a:gd name="connsiteX5" fmla="*/ 1199958 w 1199958"/>
              <a:gd name="connsiteY5" fmla="*/ 1221400 h 1358916"/>
              <a:gd name="connsiteX6" fmla="*/ 1118893 w 1199958"/>
              <a:gd name="connsiteY6" fmla="*/ 1230597 h 1358916"/>
              <a:gd name="connsiteX7" fmla="*/ 938824 w 1199958"/>
              <a:gd name="connsiteY7" fmla="*/ 1307687 h 1358916"/>
              <a:gd name="connsiteX8" fmla="*/ 878292 w 1199958"/>
              <a:gd name="connsiteY8" fmla="*/ 1358916 h 1358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9958" h="1358916">
                <a:moveTo>
                  <a:pt x="878292" y="1358916"/>
                </a:moveTo>
                <a:lnTo>
                  <a:pt x="0" y="510698"/>
                </a:lnTo>
                <a:lnTo>
                  <a:pt x="112204" y="405673"/>
                </a:lnTo>
                <a:cubicBezTo>
                  <a:pt x="423806" y="142357"/>
                  <a:pt x="807734" y="6726"/>
                  <a:pt x="1193907" y="0"/>
                </a:cubicBezTo>
                <a:lnTo>
                  <a:pt x="1199958" y="183"/>
                </a:lnTo>
                <a:lnTo>
                  <a:pt x="1199958" y="1221400"/>
                </a:lnTo>
                <a:lnTo>
                  <a:pt x="1118893" y="1230597"/>
                </a:lnTo>
                <a:cubicBezTo>
                  <a:pt x="1055465" y="1244028"/>
                  <a:pt x="994167" y="1269747"/>
                  <a:pt x="938824" y="1307687"/>
                </a:cubicBezTo>
                <a:lnTo>
                  <a:pt x="878292" y="1358916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43ECB75-AC52-048B-42E3-F3EAAC6BD74C}"/>
              </a:ext>
            </a:extLst>
          </p:cNvPr>
          <p:cNvSpPr/>
          <p:nvPr/>
        </p:nvSpPr>
        <p:spPr>
          <a:xfrm rot="8159873">
            <a:off x="5224582" y="3833442"/>
            <a:ext cx="1356558" cy="1615396"/>
          </a:xfrm>
          <a:custGeom>
            <a:avLst/>
            <a:gdLst>
              <a:gd name="connsiteX0" fmla="*/ 126760 w 1356558"/>
              <a:gd name="connsiteY0" fmla="*/ 1317059 h 1615396"/>
              <a:gd name="connsiteX1" fmla="*/ 129057 w 1356558"/>
              <a:gd name="connsiteY1" fmla="*/ 1308780 h 1615396"/>
              <a:gd name="connsiteX2" fmla="*/ 48608 w 1356558"/>
              <a:gd name="connsiteY2" fmla="*/ 935872 h 1615396"/>
              <a:gd name="connsiteX3" fmla="*/ 0 w 1356558"/>
              <a:gd name="connsiteY3" fmla="*/ 878437 h 1615396"/>
              <a:gd name="connsiteX4" fmla="*/ 848360 w 1356558"/>
              <a:gd name="connsiteY4" fmla="*/ 0 h 1615396"/>
              <a:gd name="connsiteX5" fmla="*/ 950622 w 1356558"/>
              <a:gd name="connsiteY5" fmla="*/ 109252 h 1615396"/>
              <a:gd name="connsiteX6" fmla="*/ 1330464 w 1356558"/>
              <a:gd name="connsiteY6" fmla="*/ 1520875 h 1615396"/>
              <a:gd name="connsiteX7" fmla="*/ 1309123 w 1356558"/>
              <a:gd name="connsiteY7" fmla="*/ 1615396 h 1615396"/>
              <a:gd name="connsiteX8" fmla="*/ 126760 w 1356558"/>
              <a:gd name="connsiteY8" fmla="*/ 1317059 h 161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6558" h="1615396">
                <a:moveTo>
                  <a:pt x="126760" y="1317059"/>
                </a:moveTo>
                <a:lnTo>
                  <a:pt x="129057" y="1308780"/>
                </a:lnTo>
                <a:cubicBezTo>
                  <a:pt x="151483" y="1181067"/>
                  <a:pt x="124489" y="1046556"/>
                  <a:pt x="48608" y="935872"/>
                </a:cubicBezTo>
                <a:lnTo>
                  <a:pt x="0" y="878437"/>
                </a:lnTo>
                <a:lnTo>
                  <a:pt x="848360" y="0"/>
                </a:lnTo>
                <a:lnTo>
                  <a:pt x="950622" y="109252"/>
                </a:lnTo>
                <a:cubicBezTo>
                  <a:pt x="1289170" y="509883"/>
                  <a:pt x="1416650" y="1030073"/>
                  <a:pt x="1330464" y="1520875"/>
                </a:cubicBezTo>
                <a:lnTo>
                  <a:pt x="1309123" y="1615396"/>
                </a:lnTo>
                <a:lnTo>
                  <a:pt x="126760" y="131705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15D667D-CE52-A4EE-BEEB-B3FFDF208097}"/>
              </a:ext>
            </a:extLst>
          </p:cNvPr>
          <p:cNvSpPr/>
          <p:nvPr/>
        </p:nvSpPr>
        <p:spPr>
          <a:xfrm rot="8159873">
            <a:off x="6089396" y="4118347"/>
            <a:ext cx="1156152" cy="1343019"/>
          </a:xfrm>
          <a:custGeom>
            <a:avLst/>
            <a:gdLst>
              <a:gd name="connsiteX0" fmla="*/ 0 w 1156152"/>
              <a:gd name="connsiteY0" fmla="*/ 1220497 h 1343019"/>
              <a:gd name="connsiteX1" fmla="*/ 0 w 1156152"/>
              <a:gd name="connsiteY1" fmla="*/ 0 h 1343019"/>
              <a:gd name="connsiteX2" fmla="*/ 113665 w 1156152"/>
              <a:gd name="connsiteY2" fmla="*/ 3444 h 1343019"/>
              <a:gd name="connsiteX3" fmla="*/ 1043404 w 1156152"/>
              <a:gd name="connsiteY3" fmla="*/ 366187 h 1343019"/>
              <a:gd name="connsiteX4" fmla="*/ 1156152 w 1156152"/>
              <a:gd name="connsiteY4" fmla="*/ 464582 h 1343019"/>
              <a:gd name="connsiteX5" fmla="*/ 307792 w 1156152"/>
              <a:gd name="connsiteY5" fmla="*/ 1343019 h 1343019"/>
              <a:gd name="connsiteX6" fmla="*/ 248699 w 1156152"/>
              <a:gd name="connsiteY6" fmla="*/ 1296442 h 1343019"/>
              <a:gd name="connsiteX7" fmla="*/ 66055 w 1156152"/>
              <a:gd name="connsiteY7" fmla="*/ 1225669 h 1343019"/>
              <a:gd name="connsiteX8" fmla="*/ 0 w 1156152"/>
              <a:gd name="connsiteY8" fmla="*/ 1220497 h 1343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6152" h="1343019">
                <a:moveTo>
                  <a:pt x="0" y="1220497"/>
                </a:moveTo>
                <a:lnTo>
                  <a:pt x="0" y="0"/>
                </a:lnTo>
                <a:lnTo>
                  <a:pt x="113665" y="3444"/>
                </a:lnTo>
                <a:cubicBezTo>
                  <a:pt x="443995" y="29268"/>
                  <a:pt x="768619" y="149927"/>
                  <a:pt x="1043404" y="366187"/>
                </a:cubicBezTo>
                <a:lnTo>
                  <a:pt x="1156152" y="464582"/>
                </a:lnTo>
                <a:lnTo>
                  <a:pt x="307792" y="1343019"/>
                </a:lnTo>
                <a:lnTo>
                  <a:pt x="248699" y="1296442"/>
                </a:lnTo>
                <a:cubicBezTo>
                  <a:pt x="192069" y="1260451"/>
                  <a:pt x="129912" y="1236883"/>
                  <a:pt x="66055" y="1225669"/>
                </a:cubicBezTo>
                <a:lnTo>
                  <a:pt x="0" y="122049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4DA488B-BDDF-899C-68E3-48E7ED8EB06F}"/>
              </a:ext>
            </a:extLst>
          </p:cNvPr>
          <p:cNvSpPr txBox="1"/>
          <p:nvPr/>
        </p:nvSpPr>
        <p:spPr>
          <a:xfrm rot="16200000">
            <a:off x="3468213" y="3253678"/>
            <a:ext cx="2408828" cy="646891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076021"/>
              </a:avLst>
            </a:prstTxWarp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Basic designs</a:t>
            </a:r>
            <a:endParaRPr lang="en-GB" sz="1400" noProof="0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9E4C505-A79B-CFA1-877B-C3EC92DB2D3A}"/>
              </a:ext>
            </a:extLst>
          </p:cNvPr>
          <p:cNvSpPr txBox="1"/>
          <p:nvPr/>
        </p:nvSpPr>
        <p:spPr>
          <a:xfrm rot="5400000">
            <a:off x="6872744" y="3304837"/>
            <a:ext cx="2408828" cy="646891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076021"/>
              </a:avLst>
            </a:prstTxWarp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Complex designs</a:t>
            </a:r>
            <a:endParaRPr lang="en-GB" sz="1400" noProof="0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647DB0A-DDBC-8E17-DBC4-7225B24DF0C6}"/>
              </a:ext>
            </a:extLst>
          </p:cNvPr>
          <p:cNvSpPr txBox="1"/>
          <p:nvPr/>
        </p:nvSpPr>
        <p:spPr>
          <a:xfrm>
            <a:off x="5277765" y="2440904"/>
            <a:ext cx="12724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/>
              <a:t>Convergent </a:t>
            </a:r>
            <a:endParaRPr lang="en-GB" sz="1050" b="1" noProof="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2A47D43-0184-B830-F2E8-FDD10C5941FD}"/>
              </a:ext>
            </a:extLst>
          </p:cNvPr>
          <p:cNvSpPr txBox="1"/>
          <p:nvPr/>
        </p:nvSpPr>
        <p:spPr>
          <a:xfrm>
            <a:off x="4771248" y="3324497"/>
            <a:ext cx="12724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/>
              <a:t>Explanatory sequential</a:t>
            </a:r>
            <a:endParaRPr lang="en-GB" sz="1050" b="1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C2B0016-3532-1109-CF2D-E024F7DF4F5A}"/>
              </a:ext>
            </a:extLst>
          </p:cNvPr>
          <p:cNvSpPr txBox="1"/>
          <p:nvPr/>
        </p:nvSpPr>
        <p:spPr>
          <a:xfrm>
            <a:off x="5226514" y="4381178"/>
            <a:ext cx="12724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/>
              <a:t>Exploratory sequential</a:t>
            </a:r>
            <a:endParaRPr lang="en-GB" sz="1050" b="1" noProof="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9F15121-B666-3E2C-DE5B-012902822282}"/>
              </a:ext>
            </a:extLst>
          </p:cNvPr>
          <p:cNvSpPr txBox="1"/>
          <p:nvPr/>
        </p:nvSpPr>
        <p:spPr>
          <a:xfrm>
            <a:off x="6163966" y="4634654"/>
            <a:ext cx="12724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50" b="1" dirty="0"/>
              <a:t>Experimental processes</a:t>
            </a:r>
            <a:endParaRPr lang="en-GB" sz="1050" b="1" noProof="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1CE0B2D-5BA7-D0F5-4C3B-D84ACDE965D6}"/>
              </a:ext>
            </a:extLst>
          </p:cNvPr>
          <p:cNvSpPr txBox="1"/>
          <p:nvPr/>
        </p:nvSpPr>
        <p:spPr>
          <a:xfrm>
            <a:off x="6555918" y="3665732"/>
            <a:ext cx="15677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1050" b="1" dirty="0"/>
              <a:t>Participatory action research frameworks</a:t>
            </a:r>
            <a:endParaRPr lang="en-GB" sz="1050" b="1" noProof="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A5F5473-3893-B745-ADA9-562F42E4F48E}"/>
              </a:ext>
            </a:extLst>
          </p:cNvPr>
          <p:cNvSpPr txBox="1"/>
          <p:nvPr/>
        </p:nvSpPr>
        <p:spPr>
          <a:xfrm>
            <a:off x="6316383" y="3133973"/>
            <a:ext cx="17531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r"/>
            <a:r>
              <a:rPr lang="en-GB" sz="1050" b="1" dirty="0"/>
              <a:t>Case study procedures</a:t>
            </a:r>
            <a:endParaRPr lang="en-GB" sz="1050" b="1" noProof="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7E5C366-2C99-87E0-5DFF-D0D9EF78A46F}"/>
              </a:ext>
            </a:extLst>
          </p:cNvPr>
          <p:cNvSpPr txBox="1"/>
          <p:nvPr/>
        </p:nvSpPr>
        <p:spPr>
          <a:xfrm>
            <a:off x="5877610" y="2257082"/>
            <a:ext cx="14617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r"/>
            <a:r>
              <a:rPr lang="en-US" sz="1050" b="1" dirty="0"/>
              <a:t>Evaluation processes</a:t>
            </a:r>
            <a:endParaRPr lang="en-GB" sz="1050" b="1" noProof="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32D55DE-AC57-5300-69AD-354B64A5ADB4}"/>
              </a:ext>
            </a:extLst>
          </p:cNvPr>
          <p:cNvSpPr/>
          <p:nvPr/>
        </p:nvSpPr>
        <p:spPr>
          <a:xfrm>
            <a:off x="5838035" y="3066822"/>
            <a:ext cx="1049292" cy="1049292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000" b="1" noProof="0" dirty="0">
              <a:solidFill>
                <a:prstClr val="black"/>
              </a:solidFill>
              <a:latin typeface="Aptos" panose="020B00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Mixed Methods</a:t>
            </a:r>
          </a:p>
        </p:txBody>
      </p:sp>
      <p:pic>
        <p:nvPicPr>
          <p:cNvPr id="110" name="Graphic 109" descr="Open book outline">
            <a:extLst>
              <a:ext uri="{FF2B5EF4-FFF2-40B4-BE49-F238E27FC236}">
                <a16:creationId xmlns:a16="http://schemas.microsoft.com/office/drawing/2014/main" id="{F7E938BA-EBD8-1D89-5384-52F5D9DF0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2280" y="3453801"/>
            <a:ext cx="430887" cy="4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78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9" grpId="0" animBg="1"/>
      <p:bldP spid="57" grpId="0" animBg="1"/>
      <p:bldP spid="56" grpId="0" animBg="1"/>
      <p:bldP spid="54" grpId="0" animBg="1"/>
      <p:bldP spid="52" grpId="0" animBg="1"/>
      <p:bldP spid="33" grpId="0" animBg="1"/>
      <p:bldP spid="32" grpId="0" animBg="1"/>
      <p:bldP spid="31" grpId="0" animBg="1"/>
      <p:bldP spid="94" grpId="0"/>
      <p:bldP spid="95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6223-1C99-9DEB-A0E3-87060C01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5A4B6-A78D-B21C-EB5F-88AC955A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AA6057BE-D847-3A07-0A68-20F2B5352A32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6584249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Definitions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B3FD6B-A94F-EB30-A358-70926C85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D4D5B4A-49A7-2C9B-5EA5-2A3AB9F14BA4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242B0A-7434-2BD0-2385-9ECE899F9C63}"/>
              </a:ext>
            </a:extLst>
          </p:cNvPr>
          <p:cNvSpPr txBox="1"/>
          <p:nvPr/>
        </p:nvSpPr>
        <p:spPr>
          <a:xfrm>
            <a:off x="1302607" y="1275787"/>
            <a:ext cx="3778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>
                <a:solidFill>
                  <a:srgbClr val="FF0000"/>
                </a:solidFill>
              </a:rPr>
              <a:t>Integration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1E625-0AA4-4DA5-93A6-EAF132AA26DF}"/>
              </a:ext>
            </a:extLst>
          </p:cNvPr>
          <p:cNvSpPr txBox="1"/>
          <p:nvPr/>
        </p:nvSpPr>
        <p:spPr>
          <a:xfrm>
            <a:off x="1017231" y="1678901"/>
            <a:ext cx="4685553" cy="25776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b="1" dirty="0">
                <a:highlight>
                  <a:srgbClr val="FFC000"/>
                </a:highlight>
              </a:rPr>
              <a:t>This involves combining or “mixing” quantitative and qualitative data within a study or across a series of studies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consists of the reasons or “intent” for combining the two databases/sources and the </a:t>
            </a:r>
            <a:r>
              <a:rPr lang="en-US" b="1" dirty="0"/>
              <a:t>procedures used to carry out this mixing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Integration varies depending on the type of mixed methods design. In terms of procedures:</a:t>
            </a:r>
          </a:p>
          <a:p>
            <a:endParaRPr lang="en-US" sz="1050" b="1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The researcher </a:t>
            </a:r>
            <a:r>
              <a:rPr lang="en-US" sz="1050" b="1" dirty="0">
                <a:highlight>
                  <a:srgbClr val="FFC000"/>
                </a:highlight>
              </a:rPr>
              <a:t>merges or combines 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the two databases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The researcher </a:t>
            </a:r>
            <a:r>
              <a:rPr lang="en-US" sz="1050" b="1" dirty="0">
                <a:highlight>
                  <a:srgbClr val="FFC000"/>
                </a:highlight>
              </a:rPr>
              <a:t>connects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 them, allowing one to build upon the other.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050" b="1" dirty="0"/>
              <a:t>For complex designs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, integration involves </a:t>
            </a:r>
            <a:r>
              <a:rPr lang="en-US" sz="1050" b="1" dirty="0">
                <a:highlight>
                  <a:srgbClr val="FFC000"/>
                </a:highlight>
              </a:rPr>
              <a:t>incorporating one or more basic designs into a broader process or framework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, such as an experiment, evaluation, or participatory action‑research project.</a:t>
            </a:r>
            <a:endParaRPr lang="en-GB" sz="105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CF8D0F-135D-ED35-DFFA-15CECFA721CC}"/>
              </a:ext>
            </a:extLst>
          </p:cNvPr>
          <p:cNvSpPr txBox="1"/>
          <p:nvPr/>
        </p:nvSpPr>
        <p:spPr>
          <a:xfrm>
            <a:off x="6617185" y="1275787"/>
            <a:ext cx="368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Joint Display (visualisation)</a:t>
            </a:r>
            <a:endParaRPr lang="en-GB" b="1" noProof="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1D7DCE-697D-6EFF-06A7-081A8F03AC3F}"/>
              </a:ext>
            </a:extLst>
          </p:cNvPr>
          <p:cNvSpPr txBox="1"/>
          <p:nvPr/>
        </p:nvSpPr>
        <p:spPr>
          <a:xfrm>
            <a:off x="6221642" y="1645119"/>
            <a:ext cx="46817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dirty="0"/>
              <a:t>In procedures that involve combining data, </a:t>
            </a:r>
            <a:r>
              <a:rPr lang="en-US" b="1" dirty="0">
                <a:highlight>
                  <a:srgbClr val="FFC000"/>
                </a:highlight>
              </a:rPr>
              <a:t>the researcher needs some way of examining the effect of bringing the two databases together</a:t>
            </a:r>
            <a:r>
              <a:rPr lang="en-US" dirty="0"/>
              <a:t>.</a:t>
            </a:r>
          </a:p>
          <a:p>
            <a:endParaRPr lang="en-GB" noProof="0" dirty="0"/>
          </a:p>
          <a:p>
            <a:r>
              <a:rPr lang="en-US" b="1" dirty="0">
                <a:solidFill>
                  <a:srgbClr val="FF0000"/>
                </a:solidFill>
              </a:rPr>
              <a:t>A joint display is a table or chart that presents the side‑by‑side combination of the two databases.</a:t>
            </a:r>
          </a:p>
          <a:p>
            <a:endParaRPr lang="en-GB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C000"/>
                </a:highlight>
              </a:rPr>
              <a:t>Joint displays vary across different designs</a:t>
            </a:r>
            <a:r>
              <a:rPr lang="en-US" dirty="0"/>
              <a:t>,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because the procedures for combining data differ depending on the design.</a:t>
            </a:r>
            <a:endParaRPr lang="en-GB" sz="11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8EA6A2-6498-3958-9C7E-06BA62E2CA0D}"/>
              </a:ext>
            </a:extLst>
          </p:cNvPr>
          <p:cNvSpPr txBox="1"/>
          <p:nvPr/>
        </p:nvSpPr>
        <p:spPr>
          <a:xfrm>
            <a:off x="1302608" y="4477253"/>
            <a:ext cx="4063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Meta‑inference</a:t>
            </a:r>
            <a:endParaRPr lang="en-GB" b="1" noProof="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73BE2-1DBF-C447-EAD9-1FFFBA077612}"/>
              </a:ext>
            </a:extLst>
          </p:cNvPr>
          <p:cNvSpPr txBox="1"/>
          <p:nvPr/>
        </p:nvSpPr>
        <p:spPr>
          <a:xfrm>
            <a:off x="1017230" y="4846585"/>
            <a:ext cx="49671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dirty="0"/>
              <a:t>As the joint display table or chart is examined, </a:t>
            </a:r>
            <a:r>
              <a:rPr lang="en-US" b="1" dirty="0">
                <a:highlight>
                  <a:srgbClr val="FFC000"/>
                </a:highlight>
              </a:rPr>
              <a:t>conclusions are drawn about the understanding that emerges from comparing the two databases</a:t>
            </a:r>
            <a:r>
              <a:rPr lang="en-US" dirty="0"/>
              <a:t>.</a:t>
            </a:r>
          </a:p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3A236-DDA3-2685-7510-237D67698203}"/>
              </a:ext>
            </a:extLst>
          </p:cNvPr>
          <p:cNvSpPr txBox="1"/>
          <p:nvPr/>
        </p:nvSpPr>
        <p:spPr>
          <a:xfrm>
            <a:off x="1017230" y="5361138"/>
            <a:ext cx="49671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In mixed methods, these insights are called meta‑inferences</a:t>
            </a:r>
            <a:r>
              <a:rPr lang="en-US" sz="1100" dirty="0"/>
              <a:t>, meaning that a researcher reaches quantitative and qualitative conclusions and then draws additional inferences beyond what each method provides on its own.</a:t>
            </a:r>
            <a:endParaRPr lang="en-GB" sz="11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083FD19-6559-BC2B-34D0-DFE51FF5F38D}"/>
              </a:ext>
            </a:extLst>
          </p:cNvPr>
          <p:cNvSpPr/>
          <p:nvPr/>
        </p:nvSpPr>
        <p:spPr>
          <a:xfrm>
            <a:off x="1017231" y="1326149"/>
            <a:ext cx="268607" cy="268607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3A0709-1843-BBE5-40E5-A33B7A7F4439}"/>
              </a:ext>
            </a:extLst>
          </p:cNvPr>
          <p:cNvSpPr/>
          <p:nvPr/>
        </p:nvSpPr>
        <p:spPr>
          <a:xfrm>
            <a:off x="1017230" y="4506946"/>
            <a:ext cx="268607" cy="268607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E51192F-FE2F-8572-BC89-57336855ABE2}"/>
              </a:ext>
            </a:extLst>
          </p:cNvPr>
          <p:cNvSpPr/>
          <p:nvPr/>
        </p:nvSpPr>
        <p:spPr>
          <a:xfrm>
            <a:off x="6269819" y="1326149"/>
            <a:ext cx="268607" cy="268607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21982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9" grpId="0"/>
      <p:bldP spid="7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0BA8C-330E-C103-E9E1-3E4F899B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813C67B-A32F-B70D-644D-ABB4585F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3645959B-C1F5-BF84-0ADC-7ADB9B76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011CC7-952A-1B13-3AB8-C0D38C6DF84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A3E6F9-F23A-EE99-A59D-6D98EF618787}"/>
              </a:ext>
            </a:extLst>
          </p:cNvPr>
          <p:cNvSpPr/>
          <p:nvPr/>
        </p:nvSpPr>
        <p:spPr>
          <a:xfrm>
            <a:off x="2074077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36E44-CAE4-4015-A455-00E9F11B88FF}"/>
              </a:ext>
            </a:extLst>
          </p:cNvPr>
          <p:cNvSpPr txBox="1"/>
          <p:nvPr/>
        </p:nvSpPr>
        <p:spPr>
          <a:xfrm>
            <a:off x="1090751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Characteristics of Mixed Methods Research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258E76-84BE-FD6E-FCCB-2D92CE7AC3FA}"/>
              </a:ext>
            </a:extLst>
          </p:cNvPr>
          <p:cNvSpPr/>
          <p:nvPr/>
        </p:nvSpPr>
        <p:spPr>
          <a:xfrm>
            <a:off x="4678541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2A4C2F-B845-CDBC-44A3-32FD70E99779}"/>
              </a:ext>
            </a:extLst>
          </p:cNvPr>
          <p:cNvSpPr txBox="1"/>
          <p:nvPr/>
        </p:nvSpPr>
        <p:spPr>
          <a:xfrm>
            <a:off x="3695215" y="3639520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Justification for the Use of Mixed Methods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A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BA26E5-B9AC-944B-43BC-53D0A96471FD}"/>
              </a:ext>
            </a:extLst>
          </p:cNvPr>
          <p:cNvSpPr/>
          <p:nvPr/>
        </p:nvSpPr>
        <p:spPr>
          <a:xfrm>
            <a:off x="7103116" y="3144042"/>
            <a:ext cx="475354" cy="47535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DA0000"/>
                </a:solidFill>
                <a:latin typeface="Aptos" panose="020B0004020202020204"/>
              </a:rPr>
              <a:t>3</a:t>
            </a:r>
            <a:endParaRPr lang="en-GB" sz="2000" b="1" dirty="0">
              <a:solidFill>
                <a:srgbClr val="DA0000"/>
              </a:solidFill>
              <a:latin typeface="Aptos" panose="020B0004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8F8EFC-EC6E-D2B6-1B9A-7D4350503B55}"/>
              </a:ext>
            </a:extLst>
          </p:cNvPr>
          <p:cNvSpPr txBox="1"/>
          <p:nvPr/>
        </p:nvSpPr>
        <p:spPr>
          <a:xfrm>
            <a:off x="6119790" y="3639520"/>
            <a:ext cx="2557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rgbClr val="DA0000"/>
                </a:solidFill>
                <a:latin typeface="Aptos" panose="020B0004020202020204"/>
              </a:rPr>
              <a:t>Definitions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02970E-A8C1-0CE6-CA87-70BDDFED5051}"/>
              </a:ext>
            </a:extLst>
          </p:cNvPr>
          <p:cNvSpPr/>
          <p:nvPr/>
        </p:nvSpPr>
        <p:spPr>
          <a:xfrm>
            <a:off x="9232226" y="3221445"/>
            <a:ext cx="475354" cy="47535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A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0B471B-8438-25A8-6C30-128C1AF9577F}"/>
              </a:ext>
            </a:extLst>
          </p:cNvPr>
          <p:cNvSpPr txBox="1"/>
          <p:nvPr/>
        </p:nvSpPr>
        <p:spPr>
          <a:xfrm>
            <a:off x="8248900" y="3716923"/>
            <a:ext cx="2557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Process of Developing a Mixed Methods Study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694C7B25-9D3A-5628-432E-C163F33A7319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06141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Mixed Methods Procedures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419EB-62F0-DA27-2094-F192570EFBA3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16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DDBC-DA6D-769F-C55D-D4C64408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B200E-0A5E-ECC7-4A05-2CF9248C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554163A9-91D5-9A15-1892-5F16A8C98851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6584249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The process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083F92B-1161-B956-CC96-7D1525D8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BBFFF8A-84C7-A2F2-398F-39CEA3585CF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AE006-4393-B6B0-202B-53C8784F3028}"/>
              </a:ext>
            </a:extLst>
          </p:cNvPr>
          <p:cNvSpPr txBox="1"/>
          <p:nvPr/>
        </p:nvSpPr>
        <p:spPr>
          <a:xfrm>
            <a:off x="891589" y="1125114"/>
            <a:ext cx="405692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The process of conducting a mixed methods study i</a:t>
            </a:r>
            <a:r>
              <a:rPr lang="en-US" sz="1100" b="1" noProof="0" dirty="0">
                <a:highlight>
                  <a:srgbClr val="FFC000"/>
                </a:highlight>
              </a:rPr>
              <a:t>nvolves connecting quantitative and qualitative data with a specific type of mixed methods design</a:t>
            </a:r>
            <a:r>
              <a:rPr lang="en-US" sz="1100" noProof="0" dirty="0"/>
              <a:t>.</a:t>
            </a:r>
            <a:endParaRPr lang="en-GB" sz="1100" noProof="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81746F-D058-29EF-6822-B0EA25927DCB}"/>
              </a:ext>
            </a:extLst>
          </p:cNvPr>
          <p:cNvSpPr/>
          <p:nvPr/>
        </p:nvSpPr>
        <p:spPr>
          <a:xfrm rot="16200000">
            <a:off x="1011074" y="2115380"/>
            <a:ext cx="458398" cy="45839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713DA-F8FA-C4C4-B3DC-DC477200068F}"/>
              </a:ext>
            </a:extLst>
          </p:cNvPr>
          <p:cNvCxnSpPr>
            <a:cxnSpLocks/>
            <a:stCxn id="16" idx="0"/>
            <a:endCxn id="12" idx="4"/>
          </p:cNvCxnSpPr>
          <p:nvPr/>
        </p:nvCxnSpPr>
        <p:spPr>
          <a:xfrm flipH="1">
            <a:off x="1469472" y="2344579"/>
            <a:ext cx="2530478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DAD26D2-4B60-A521-9B8B-816B7D08E982}"/>
              </a:ext>
            </a:extLst>
          </p:cNvPr>
          <p:cNvSpPr/>
          <p:nvPr/>
        </p:nvSpPr>
        <p:spPr>
          <a:xfrm rot="16200000">
            <a:off x="7035762" y="2115380"/>
            <a:ext cx="458398" cy="458398"/>
          </a:xfrm>
          <a:prstGeom prst="ellipse">
            <a:avLst/>
          </a:pr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79EB19-85BD-2EFB-6BE5-983FCCDC7AE9}"/>
              </a:ext>
            </a:extLst>
          </p:cNvPr>
          <p:cNvSpPr/>
          <p:nvPr/>
        </p:nvSpPr>
        <p:spPr>
          <a:xfrm rot="16200000">
            <a:off x="3999950" y="2115380"/>
            <a:ext cx="458398" cy="458398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C43478-5062-50BD-976D-BB731BDA77C8}"/>
              </a:ext>
            </a:extLst>
          </p:cNvPr>
          <p:cNvCxnSpPr>
            <a:cxnSpLocks/>
            <a:stCxn id="14" idx="0"/>
            <a:endCxn id="16" idx="4"/>
          </p:cNvCxnSpPr>
          <p:nvPr/>
        </p:nvCxnSpPr>
        <p:spPr>
          <a:xfrm flipH="1">
            <a:off x="4458348" y="2344579"/>
            <a:ext cx="257741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40F95A-ED9D-A537-D897-24753E81AECD}"/>
              </a:ext>
            </a:extLst>
          </p:cNvPr>
          <p:cNvCxnSpPr>
            <a:cxnSpLocks/>
            <a:stCxn id="22" idx="0"/>
            <a:endCxn id="14" idx="4"/>
          </p:cNvCxnSpPr>
          <p:nvPr/>
        </p:nvCxnSpPr>
        <p:spPr>
          <a:xfrm flipH="1">
            <a:off x="7494160" y="2332159"/>
            <a:ext cx="2873749" cy="1242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3F5B361-866D-0857-EA7A-01FA10B20224}"/>
              </a:ext>
            </a:extLst>
          </p:cNvPr>
          <p:cNvSpPr/>
          <p:nvPr/>
        </p:nvSpPr>
        <p:spPr>
          <a:xfrm rot="16200000">
            <a:off x="10367909" y="2102960"/>
            <a:ext cx="458398" cy="45839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83FEB4-DB1F-F342-9541-0010D2434BE3}"/>
              </a:ext>
            </a:extLst>
          </p:cNvPr>
          <p:cNvSpPr txBox="1"/>
          <p:nvPr/>
        </p:nvSpPr>
        <p:spPr>
          <a:xfrm>
            <a:off x="891589" y="2651001"/>
            <a:ext cx="20629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Draws a diagram of the design</a:t>
            </a:r>
            <a:endParaRPr lang="en-GB" sz="1100" b="1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138CE9-DDD6-FAA4-5E35-E6612A3D631F}"/>
              </a:ext>
            </a:extLst>
          </p:cNvPr>
          <p:cNvSpPr txBox="1"/>
          <p:nvPr/>
        </p:nvSpPr>
        <p:spPr>
          <a:xfrm>
            <a:off x="3317606" y="2651001"/>
            <a:ext cx="18230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algn="ctr"/>
            <a:r>
              <a:rPr lang="en-GB" sz="1100" dirty="0"/>
              <a:t>Integrates the two databases</a:t>
            </a:r>
            <a:endParaRPr lang="en-GB" sz="11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B6786F-2A82-8935-36AB-09ACE0F95136}"/>
              </a:ext>
            </a:extLst>
          </p:cNvPr>
          <p:cNvSpPr txBox="1"/>
          <p:nvPr/>
        </p:nvSpPr>
        <p:spPr>
          <a:xfrm>
            <a:off x="6171871" y="2649299"/>
            <a:ext cx="21861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Presents the integration in a joint table or visualization for analysis</a:t>
            </a:r>
            <a:endParaRPr lang="en-GB" sz="1100" b="1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ABE994-4C33-E01D-8F62-151E7E6C63FD}"/>
              </a:ext>
            </a:extLst>
          </p:cNvPr>
          <p:cNvSpPr txBox="1"/>
          <p:nvPr/>
        </p:nvSpPr>
        <p:spPr>
          <a:xfrm>
            <a:off x="9238128" y="2649299"/>
            <a:ext cx="206715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 algn="r"/>
            <a:r>
              <a:rPr lang="en-US" sz="1100" b="1" dirty="0"/>
              <a:t>Derives insights or meta‑inferences from the results of the integration</a:t>
            </a:r>
            <a:endParaRPr lang="en-GB" sz="1100" b="1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3F39AA-2348-AA68-DF60-D8CFB14972BD}"/>
              </a:ext>
            </a:extLst>
          </p:cNvPr>
          <p:cNvSpPr txBox="1"/>
          <p:nvPr/>
        </p:nvSpPr>
        <p:spPr>
          <a:xfrm>
            <a:off x="884864" y="3522977"/>
            <a:ext cx="4063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Data collection</a:t>
            </a:r>
            <a:endParaRPr lang="en-GB" b="1" noProof="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D81E85-E33A-CCC1-6237-5720A2244E5D}"/>
              </a:ext>
            </a:extLst>
          </p:cNvPr>
          <p:cNvSpPr txBox="1"/>
          <p:nvPr/>
        </p:nvSpPr>
        <p:spPr>
          <a:xfrm>
            <a:off x="884863" y="3926091"/>
            <a:ext cx="531423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dirty="0"/>
              <a:t>After defining the methodology with key characteristics and a justification for its use, </a:t>
            </a:r>
            <a:r>
              <a:rPr lang="en-US" b="1" dirty="0">
                <a:highlight>
                  <a:srgbClr val="FFC000"/>
                </a:highlight>
              </a:rPr>
              <a:t>it is necessary to specify the types of qualitative and quantitative data collected.</a:t>
            </a:r>
          </a:p>
          <a:p>
            <a:endParaRPr lang="en-GB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useful strategy is to pose </a:t>
            </a:r>
            <a:r>
              <a:rPr lang="en-US" b="1" dirty="0"/>
              <a:t>a general problem for the mixed methods study and gather two types of data </a:t>
            </a:r>
            <a:r>
              <a:rPr lang="en-US" dirty="0"/>
              <a:t>(quantitative and qualitative) to address the issue of interest (i.e., benefits of having both open and closed information simultaneously).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merge the two databases during integration</a:t>
            </a:r>
            <a:r>
              <a:rPr lang="en-US" b="1" dirty="0">
                <a:highlight>
                  <a:srgbClr val="FFC000"/>
                </a:highlight>
              </a:rPr>
              <a:t>, it is necessary to have a clear idea of the types of data collected</a:t>
            </a:r>
            <a:r>
              <a:rPr lang="en-US" dirty="0"/>
              <a:t>.</a:t>
            </a:r>
            <a:endParaRPr lang="en-GB" noProof="0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6BC23DFC-C675-E700-18F1-6C6EEECC48E9}"/>
              </a:ext>
            </a:extLst>
          </p:cNvPr>
          <p:cNvSpPr/>
          <p:nvPr/>
        </p:nvSpPr>
        <p:spPr>
          <a:xfrm rot="10800000">
            <a:off x="6199094" y="3776611"/>
            <a:ext cx="261471" cy="2103861"/>
          </a:xfrm>
          <a:prstGeom prst="leftBrace">
            <a:avLst>
              <a:gd name="adj1" fmla="val 58333"/>
              <a:gd name="adj2" fmla="val 46993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F26665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E82C99-F8F3-5B88-2DE4-9055F839487B}"/>
              </a:ext>
            </a:extLst>
          </p:cNvPr>
          <p:cNvGrpSpPr/>
          <p:nvPr/>
        </p:nvGrpSpPr>
        <p:grpSpPr>
          <a:xfrm>
            <a:off x="6769751" y="4462481"/>
            <a:ext cx="4798661" cy="261610"/>
            <a:chOff x="6663071" y="4746141"/>
            <a:chExt cx="4798661" cy="26161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79C01C2-C522-7367-9C27-E1F81B65D471}"/>
                </a:ext>
              </a:extLst>
            </p:cNvPr>
            <p:cNvSpPr txBox="1"/>
            <p:nvPr/>
          </p:nvSpPr>
          <p:spPr>
            <a:xfrm>
              <a:off x="6819524" y="4746141"/>
              <a:ext cx="46422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algn="just"/>
              <a:r>
                <a:rPr lang="en-US" dirty="0"/>
                <a:t>The source of each type of data (e.g., attitude instrument, interview)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F3508D3-F23E-37BA-F907-EA30D91E70B7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4AA4625-0114-B90D-74DB-BE5CD6B0C138}"/>
              </a:ext>
            </a:extLst>
          </p:cNvPr>
          <p:cNvSpPr txBox="1"/>
          <p:nvPr/>
        </p:nvSpPr>
        <p:spPr>
          <a:xfrm>
            <a:off x="6637776" y="4066860"/>
            <a:ext cx="3836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⚠️</a:t>
            </a:r>
            <a:r>
              <a:rPr lang="en-US" b="1" dirty="0">
                <a:solidFill>
                  <a:srgbClr val="FF0000"/>
                </a:solidFill>
              </a:rPr>
              <a:t>You must state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6A14DD7-8DA6-B35A-AA87-9F40560CBBAC}"/>
              </a:ext>
            </a:extLst>
          </p:cNvPr>
          <p:cNvGrpSpPr/>
          <p:nvPr/>
        </p:nvGrpSpPr>
        <p:grpSpPr>
          <a:xfrm>
            <a:off x="6763736" y="4773465"/>
            <a:ext cx="4798661" cy="261610"/>
            <a:chOff x="6663071" y="4746141"/>
            <a:chExt cx="4798661" cy="2616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89D1D2-535D-FC3C-DA01-87058830CBDE}"/>
                </a:ext>
              </a:extLst>
            </p:cNvPr>
            <p:cNvSpPr txBox="1"/>
            <p:nvPr/>
          </p:nvSpPr>
          <p:spPr>
            <a:xfrm>
              <a:off x="6819524" y="4746141"/>
              <a:ext cx="46422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algn="just"/>
              <a:r>
                <a:rPr lang="en-US" dirty="0"/>
                <a:t>The number of people, observations or documents collected</a:t>
              </a: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9C3A67C-3FE8-0EE3-567C-74217EC3860F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9D1715-C0CE-1355-6267-236E5E775471}"/>
              </a:ext>
            </a:extLst>
          </p:cNvPr>
          <p:cNvGrpSpPr/>
          <p:nvPr/>
        </p:nvGrpSpPr>
        <p:grpSpPr>
          <a:xfrm>
            <a:off x="6769751" y="5061364"/>
            <a:ext cx="4535528" cy="430887"/>
            <a:chOff x="6663071" y="4746141"/>
            <a:chExt cx="4535528" cy="43088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FCD0AB9-6AEE-128E-EB39-A9BA98260264}"/>
                </a:ext>
              </a:extLst>
            </p:cNvPr>
            <p:cNvSpPr txBox="1"/>
            <p:nvPr/>
          </p:nvSpPr>
          <p:spPr>
            <a:xfrm>
              <a:off x="6819524" y="4746141"/>
              <a:ext cx="437907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algn="just"/>
              <a:r>
                <a:rPr lang="en-US" dirty="0"/>
                <a:t>Specific details about the sources (e.g., the instrument and specific scales, the online interviews).</a:t>
              </a: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4E9D293-75D5-0F5A-1B9F-2A5C7D857200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2451694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22" grpId="0" animBg="1"/>
      <p:bldP spid="23" grpId="0"/>
      <p:bldP spid="24" grpId="0"/>
      <p:bldP spid="25" grpId="0"/>
      <p:bldP spid="26" grpId="0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DB2A-98E5-F968-871B-A4382ADD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D39D98D-3315-D1C1-EDCA-D632DCA5FB25}"/>
              </a:ext>
            </a:extLst>
          </p:cNvPr>
          <p:cNvSpPr/>
          <p:nvPr/>
        </p:nvSpPr>
        <p:spPr>
          <a:xfrm>
            <a:off x="3145335" y="5195306"/>
            <a:ext cx="557549" cy="435106"/>
          </a:xfrm>
          <a:prstGeom prst="round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/>
            <a:r>
              <a:rPr lang="en-GB" sz="800" b="1" dirty="0">
                <a:solidFill>
                  <a:schemeClr val="tx1"/>
                </a:solidFill>
              </a:rPr>
              <a:t>Phase</a:t>
            </a:r>
            <a:r>
              <a:rPr lang="en-GB" sz="800" b="1" noProof="0" dirty="0">
                <a:solidFill>
                  <a:schemeClr val="tx1"/>
                </a:solidFill>
              </a:rPr>
              <a:t> </a:t>
            </a:r>
            <a:r>
              <a:rPr lang="en-GB" sz="800" b="1" dirty="0">
                <a:solidFill>
                  <a:schemeClr val="tx1"/>
                </a:solidFill>
              </a:rPr>
              <a:t>Phase </a:t>
            </a:r>
            <a:r>
              <a:rPr lang="en-GB" sz="800" b="1" noProof="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A617152-0DF7-287C-2B5F-44391E99257D}"/>
              </a:ext>
            </a:extLst>
          </p:cNvPr>
          <p:cNvSpPr/>
          <p:nvPr/>
        </p:nvSpPr>
        <p:spPr>
          <a:xfrm>
            <a:off x="3857236" y="5150379"/>
            <a:ext cx="1457276" cy="475354"/>
          </a:xfrm>
          <a:prstGeom prst="round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800" b="1" dirty="0">
                <a:solidFill>
                  <a:schemeClr val="tx1"/>
                </a:solidFill>
              </a:rPr>
              <a:t>Phase</a:t>
            </a:r>
            <a:r>
              <a:rPr lang="en-GB" sz="800" b="1" noProof="0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792CFA75-11E3-3DCD-3C86-87CBF361EB81}"/>
              </a:ext>
            </a:extLst>
          </p:cNvPr>
          <p:cNvSpPr/>
          <p:nvPr/>
        </p:nvSpPr>
        <p:spPr>
          <a:xfrm>
            <a:off x="1504043" y="5155058"/>
            <a:ext cx="1457276" cy="475354"/>
          </a:xfrm>
          <a:prstGeom prst="round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800" b="1" dirty="0">
                <a:solidFill>
                  <a:schemeClr val="tx1"/>
                </a:solidFill>
              </a:rPr>
              <a:t>Phase</a:t>
            </a:r>
            <a:r>
              <a:rPr lang="en-GB" sz="800" b="1" noProof="0" dirty="0">
                <a:solidFill>
                  <a:schemeClr val="tx1"/>
                </a:solidFill>
              </a:rPr>
              <a:t> 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B8F79E56-3408-405E-122B-12A9458547DD}"/>
              </a:ext>
            </a:extLst>
          </p:cNvPr>
          <p:cNvSpPr/>
          <p:nvPr/>
        </p:nvSpPr>
        <p:spPr>
          <a:xfrm>
            <a:off x="5559469" y="4907335"/>
            <a:ext cx="1228676" cy="512506"/>
          </a:xfrm>
          <a:prstGeom prst="roundRect">
            <a:avLst>
              <a:gd name="adj" fmla="val 50000"/>
            </a:avLst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r"/>
            <a:r>
              <a:rPr lang="en-GB" sz="600" noProof="0" dirty="0">
                <a:solidFill>
                  <a:schemeClr val="tx1"/>
                </a:solidFill>
              </a:rPr>
              <a:t>How does </a:t>
            </a:r>
          </a:p>
          <a:p>
            <a:pPr algn="r"/>
            <a:r>
              <a:rPr lang="en-GB" sz="600" noProof="0" dirty="0">
                <a:solidFill>
                  <a:schemeClr val="tx1"/>
                </a:solidFill>
              </a:rPr>
              <a:t>the testing </a:t>
            </a:r>
            <a:br>
              <a:rPr lang="en-GB" sz="600" noProof="0" dirty="0">
                <a:solidFill>
                  <a:schemeClr val="tx1"/>
                </a:solidFill>
              </a:rPr>
            </a:br>
            <a:r>
              <a:rPr lang="en-GB" sz="600" noProof="0" dirty="0">
                <a:solidFill>
                  <a:schemeClr val="tx1"/>
                </a:solidFill>
              </a:rPr>
              <a:t>improve our results?</a:t>
            </a: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E757DB7C-6904-68E4-BC84-54A9D1524B27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78487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The process for </a:t>
            </a:r>
            <a:b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</a:br>
            <a:r>
              <a:rPr lang="en-US" sz="3200" b="1" noProof="0" dirty="0">
                <a:solidFill>
                  <a:schemeClr val="accent5"/>
                </a:solidFill>
                <a:latin typeface="Aptos SemiBold" panose="020F0502020204030204" pitchFamily="34" charset="0"/>
              </a:rPr>
              <a:t>central designs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07C5C01-70A9-F3BD-AE81-97DEE41F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234CC8-81BD-3602-1962-3D8E982DCCA3}"/>
              </a:ext>
            </a:extLst>
          </p:cNvPr>
          <p:cNvSpPr/>
          <p:nvPr/>
        </p:nvSpPr>
        <p:spPr>
          <a:xfrm>
            <a:off x="1435776" y="2058707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quantitative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E2D074-4B84-4986-CD39-7F027F2F4225}"/>
              </a:ext>
            </a:extLst>
          </p:cNvPr>
          <p:cNvSpPr/>
          <p:nvPr/>
        </p:nvSpPr>
        <p:spPr>
          <a:xfrm>
            <a:off x="1435776" y="2584428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qualitative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8E9EB00-2B89-7DD3-54DF-158ABFC6ABBA}"/>
              </a:ext>
            </a:extLst>
          </p:cNvPr>
          <p:cNvSpPr/>
          <p:nvPr/>
        </p:nvSpPr>
        <p:spPr>
          <a:xfrm>
            <a:off x="3145335" y="2327490"/>
            <a:ext cx="440104" cy="4190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Merging 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of results</a:t>
            </a:r>
            <a:endParaRPr lang="en-GB" sz="600" b="1" noProof="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4FC05E-1BDF-CD71-88B1-39F97F7704EF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2893780" y="2296384"/>
            <a:ext cx="316007" cy="9247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D41DF5-7FE3-F658-AEC5-30753ED85E52}"/>
              </a:ext>
            </a:extLst>
          </p:cNvPr>
          <p:cNvCxnSpPr>
            <a:cxnSpLocks/>
            <a:stCxn id="21" idx="3"/>
            <a:endCxn id="22" idx="3"/>
          </p:cNvCxnSpPr>
          <p:nvPr/>
        </p:nvCxnSpPr>
        <p:spPr>
          <a:xfrm flipV="1">
            <a:off x="2893780" y="2685151"/>
            <a:ext cx="316007" cy="136954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5DE541C-6620-F291-4E23-37B2EE481804}"/>
              </a:ext>
            </a:extLst>
          </p:cNvPr>
          <p:cNvSpPr/>
          <p:nvPr/>
        </p:nvSpPr>
        <p:spPr>
          <a:xfrm>
            <a:off x="3783070" y="2277808"/>
            <a:ext cx="538286" cy="5125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Interpretation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 of results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2E34A3-DA76-D42D-5A17-AA03FA6CFB70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 flipV="1">
            <a:off x="3585439" y="2534061"/>
            <a:ext cx="197631" cy="294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77E02EF-F36B-F2AD-15EF-7199B7F68E6C}"/>
              </a:ext>
            </a:extLst>
          </p:cNvPr>
          <p:cNvSpPr txBox="1"/>
          <p:nvPr/>
        </p:nvSpPr>
        <p:spPr>
          <a:xfrm>
            <a:off x="1304617" y="1702940"/>
            <a:ext cx="334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noProof="0" dirty="0">
                <a:highlight>
                  <a:srgbClr val="FFC000"/>
                </a:highlight>
              </a:rPr>
              <a:t>Convergent (one‑phase design)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E3B194-D7DD-4014-9CA5-DB227D59216D}"/>
              </a:ext>
            </a:extLst>
          </p:cNvPr>
          <p:cNvSpPr txBox="1"/>
          <p:nvPr/>
        </p:nvSpPr>
        <p:spPr>
          <a:xfrm>
            <a:off x="1350961" y="3169165"/>
            <a:ext cx="39525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highlight>
                  <a:srgbClr val="FFC000"/>
                </a:highlight>
              </a:rPr>
              <a:t>Explanatory sequential (two‑phase design)</a:t>
            </a:r>
            <a:endParaRPr lang="en-GB" sz="1400" b="1" noProof="0" dirty="0">
              <a:highlight>
                <a:srgbClr val="FFC000"/>
              </a:highlight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8F1C7DA-14B3-7740-8F00-A6FCC3DA1811}"/>
              </a:ext>
            </a:extLst>
          </p:cNvPr>
          <p:cNvSpPr/>
          <p:nvPr/>
        </p:nvSpPr>
        <p:spPr>
          <a:xfrm>
            <a:off x="3832817" y="3763442"/>
            <a:ext cx="1457276" cy="475354"/>
          </a:xfrm>
          <a:prstGeom prst="round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800" b="1" dirty="0">
                <a:solidFill>
                  <a:schemeClr val="tx1"/>
                </a:solidFill>
              </a:rPr>
              <a:t>Phase</a:t>
            </a:r>
            <a:r>
              <a:rPr lang="en-GB" sz="800" b="1" noProof="0" dirty="0">
                <a:solidFill>
                  <a:schemeClr val="tx1"/>
                </a:solidFill>
              </a:rPr>
              <a:t> 2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F179E382-6072-BD47-50F1-A8C278B0E05E}"/>
              </a:ext>
            </a:extLst>
          </p:cNvPr>
          <p:cNvSpPr/>
          <p:nvPr/>
        </p:nvSpPr>
        <p:spPr>
          <a:xfrm>
            <a:off x="1479624" y="3768121"/>
            <a:ext cx="1457276" cy="475354"/>
          </a:xfrm>
          <a:prstGeom prst="round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800" b="1" noProof="0" dirty="0">
                <a:solidFill>
                  <a:schemeClr val="tx1"/>
                </a:solidFill>
              </a:rPr>
              <a:t>Phase 1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429A7B64-A84C-EFAF-AD3F-CE70B7EB8109}"/>
              </a:ext>
            </a:extLst>
          </p:cNvPr>
          <p:cNvSpPr/>
          <p:nvPr/>
        </p:nvSpPr>
        <p:spPr>
          <a:xfrm>
            <a:off x="5547597" y="3514400"/>
            <a:ext cx="1228676" cy="512506"/>
          </a:xfrm>
          <a:prstGeom prst="roundRect">
            <a:avLst>
              <a:gd name="adj" fmla="val 50000"/>
            </a:avLst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r"/>
            <a:r>
              <a:rPr lang="en-GB" sz="600" noProof="0" dirty="0">
                <a:solidFill>
                  <a:schemeClr val="tx1"/>
                </a:solidFill>
              </a:rPr>
              <a:t>How does</a:t>
            </a:r>
          </a:p>
          <a:p>
            <a:pPr algn="r"/>
            <a:r>
              <a:rPr lang="en-GB" sz="600" noProof="0" dirty="0">
                <a:solidFill>
                  <a:schemeClr val="tx1"/>
                </a:solidFill>
              </a:rPr>
              <a:t> the qualitative </a:t>
            </a:r>
          </a:p>
          <a:p>
            <a:pPr algn="r"/>
            <a:r>
              <a:rPr lang="en-GB" sz="600" noProof="0" dirty="0">
                <a:solidFill>
                  <a:schemeClr val="tx1"/>
                </a:solidFill>
              </a:rPr>
              <a:t>e explain the </a:t>
            </a:r>
          </a:p>
          <a:p>
            <a:pPr algn="r"/>
            <a:r>
              <a:rPr lang="en-GB" sz="600" noProof="0" dirty="0">
                <a:solidFill>
                  <a:schemeClr val="tx1"/>
                </a:solidFill>
              </a:rPr>
              <a:t>quantitative?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9B79FB3-8D4A-9384-4AD1-14BA2819DF08}"/>
              </a:ext>
            </a:extLst>
          </p:cNvPr>
          <p:cNvSpPr/>
          <p:nvPr/>
        </p:nvSpPr>
        <p:spPr>
          <a:xfrm>
            <a:off x="1482120" y="3533987"/>
            <a:ext cx="1457276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quantitative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C52EE94-0722-D1D3-D75E-D7C2CFEDEDE7}"/>
              </a:ext>
            </a:extLst>
          </p:cNvPr>
          <p:cNvSpPr/>
          <p:nvPr/>
        </p:nvSpPr>
        <p:spPr>
          <a:xfrm>
            <a:off x="3148948" y="3512741"/>
            <a:ext cx="538285" cy="5125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Identification</a:t>
            </a:r>
          </a:p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 of results</a:t>
            </a:r>
            <a:endParaRPr lang="en-GB" sz="600" b="1" noProof="0" dirty="0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A9824E-AE1F-D7D4-6019-8ADC0FC13766}"/>
              </a:ext>
            </a:extLst>
          </p:cNvPr>
          <p:cNvCxnSpPr>
            <a:cxnSpLocks/>
            <a:stCxn id="39" idx="3"/>
            <a:endCxn id="41" idx="2"/>
          </p:cNvCxnSpPr>
          <p:nvPr/>
        </p:nvCxnSpPr>
        <p:spPr>
          <a:xfrm flipV="1">
            <a:off x="2939396" y="3768994"/>
            <a:ext cx="209552" cy="267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84D88C-9A9D-ADDA-0A51-EF0E10C4EFF3}"/>
              </a:ext>
            </a:extLst>
          </p:cNvPr>
          <p:cNvCxnSpPr>
            <a:cxnSpLocks/>
            <a:stCxn id="41" idx="6"/>
            <a:endCxn id="70" idx="1"/>
          </p:cNvCxnSpPr>
          <p:nvPr/>
        </p:nvCxnSpPr>
        <p:spPr>
          <a:xfrm flipV="1">
            <a:off x="3687233" y="3768121"/>
            <a:ext cx="154352" cy="873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02A0B0F-957A-B663-03EB-0B037426F613}"/>
              </a:ext>
            </a:extLst>
          </p:cNvPr>
          <p:cNvSpPr/>
          <p:nvPr/>
        </p:nvSpPr>
        <p:spPr>
          <a:xfrm>
            <a:off x="3841585" y="3530444"/>
            <a:ext cx="1457276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qualitative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1E30D5C-D4A9-E6EF-7CE1-1418BB21EB6E}"/>
              </a:ext>
            </a:extLst>
          </p:cNvPr>
          <p:cNvSpPr/>
          <p:nvPr/>
        </p:nvSpPr>
        <p:spPr>
          <a:xfrm>
            <a:off x="5435678" y="3514400"/>
            <a:ext cx="538286" cy="5125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Interpretation</a:t>
            </a:r>
          </a:p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of results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DD5FD50-E0ED-1BAE-9634-51260F196C6C}"/>
              </a:ext>
            </a:extLst>
          </p:cNvPr>
          <p:cNvCxnSpPr>
            <a:cxnSpLocks/>
            <a:stCxn id="70" idx="3"/>
            <a:endCxn id="72" idx="2"/>
          </p:cNvCxnSpPr>
          <p:nvPr/>
        </p:nvCxnSpPr>
        <p:spPr>
          <a:xfrm>
            <a:off x="5298861" y="3768121"/>
            <a:ext cx="136817" cy="253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8D9F521-36F6-C908-1180-377A6B23FCD7}"/>
              </a:ext>
            </a:extLst>
          </p:cNvPr>
          <p:cNvSpPr/>
          <p:nvPr/>
        </p:nvSpPr>
        <p:spPr>
          <a:xfrm>
            <a:off x="1497771" y="4924021"/>
            <a:ext cx="1457276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qualitative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B255FF6-1698-750E-2CA7-75C9CDAD616E}"/>
              </a:ext>
            </a:extLst>
          </p:cNvPr>
          <p:cNvSpPr/>
          <p:nvPr/>
        </p:nvSpPr>
        <p:spPr>
          <a:xfrm>
            <a:off x="3164599" y="4902775"/>
            <a:ext cx="538285" cy="5125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600" noProof="0" dirty="0">
                <a:solidFill>
                  <a:schemeClr val="bg1"/>
                </a:solidFill>
              </a:rPr>
              <a:t>Identification of </a:t>
            </a:r>
          </a:p>
          <a:p>
            <a:pPr algn="ctr"/>
            <a:r>
              <a:rPr lang="en-US" sz="600" noProof="0" dirty="0">
                <a:solidFill>
                  <a:schemeClr val="bg1"/>
                </a:solidFill>
              </a:rPr>
              <a:t>an attribute </a:t>
            </a:r>
          </a:p>
          <a:p>
            <a:pPr algn="ctr"/>
            <a:r>
              <a:rPr lang="en-US" sz="600" noProof="0" dirty="0">
                <a:solidFill>
                  <a:schemeClr val="bg1"/>
                </a:solidFill>
              </a:rPr>
              <a:t>for testing</a:t>
            </a:r>
            <a:endParaRPr lang="en-GB" sz="600" b="1" noProof="0" dirty="0">
              <a:solidFill>
                <a:schemeClr val="bg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2B20F57-23C0-F7F3-DA10-0928E91CF417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2955047" y="5159028"/>
            <a:ext cx="209552" cy="267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6F726B3-4167-8EB0-C0B4-60E6CA2A7B4C}"/>
              </a:ext>
            </a:extLst>
          </p:cNvPr>
          <p:cNvCxnSpPr>
            <a:cxnSpLocks/>
            <a:endCxn id="82" idx="1"/>
          </p:cNvCxnSpPr>
          <p:nvPr/>
        </p:nvCxnSpPr>
        <p:spPr>
          <a:xfrm flipV="1">
            <a:off x="3702884" y="5158155"/>
            <a:ext cx="154352" cy="873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B69B9EE7-D6AB-7ABD-FFD4-558C3AA331DB}"/>
              </a:ext>
            </a:extLst>
          </p:cNvPr>
          <p:cNvSpPr txBox="1"/>
          <p:nvPr/>
        </p:nvSpPr>
        <p:spPr>
          <a:xfrm>
            <a:off x="1369816" y="4498709"/>
            <a:ext cx="39525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highlight>
                  <a:srgbClr val="FFC000"/>
                </a:highlight>
              </a:rPr>
              <a:t>Exploratory sequential (three‑phase design)</a:t>
            </a:r>
            <a:endParaRPr lang="en-GB" sz="1400" b="1" noProof="0" dirty="0">
              <a:highlight>
                <a:srgbClr val="FFC000"/>
              </a:highlight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2794DA8-A5BC-8866-6EB5-B5949B3303C2}"/>
              </a:ext>
            </a:extLst>
          </p:cNvPr>
          <p:cNvSpPr/>
          <p:nvPr/>
        </p:nvSpPr>
        <p:spPr>
          <a:xfrm>
            <a:off x="3857236" y="4920478"/>
            <a:ext cx="1457276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noProof="0" dirty="0">
                <a:solidFill>
                  <a:schemeClr val="bg1"/>
                </a:solidFill>
              </a:rPr>
              <a:t>Quantitative testing of the attribute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C7ACCF6-4CE7-5C04-1465-F40F531D1001}"/>
              </a:ext>
            </a:extLst>
          </p:cNvPr>
          <p:cNvSpPr/>
          <p:nvPr/>
        </p:nvSpPr>
        <p:spPr>
          <a:xfrm>
            <a:off x="5468864" y="4900353"/>
            <a:ext cx="538286" cy="5125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Interpretation</a:t>
            </a:r>
          </a:p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 of results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4267ACE-B656-5CBB-34A8-32F934586FD5}"/>
              </a:ext>
            </a:extLst>
          </p:cNvPr>
          <p:cNvCxnSpPr>
            <a:cxnSpLocks/>
            <a:stCxn id="82" idx="3"/>
            <a:endCxn id="83" idx="2"/>
          </p:cNvCxnSpPr>
          <p:nvPr/>
        </p:nvCxnSpPr>
        <p:spPr>
          <a:xfrm flipV="1">
            <a:off x="5314512" y="5156606"/>
            <a:ext cx="154352" cy="154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EAEECDD-EC4E-6F3D-CA5C-A3794424EF94}"/>
              </a:ext>
            </a:extLst>
          </p:cNvPr>
          <p:cNvSpPr txBox="1"/>
          <p:nvPr/>
        </p:nvSpPr>
        <p:spPr>
          <a:xfrm>
            <a:off x="7826190" y="3769639"/>
            <a:ext cx="279698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noProof="0" dirty="0"/>
              <a:t>Creswell and Plano Clark identified three basic mixed methods designs: </a:t>
            </a:r>
            <a:r>
              <a:rPr lang="en-US" sz="1100" b="1" noProof="0" dirty="0"/>
              <a:t>the convergent design</a:t>
            </a:r>
            <a:r>
              <a:rPr lang="en-US" sz="1100" noProof="0" dirty="0"/>
              <a:t>, </a:t>
            </a:r>
            <a:r>
              <a:rPr lang="en-US" sz="1100" b="1" noProof="0" dirty="0"/>
              <a:t>the explanatory sequential design</a:t>
            </a:r>
            <a:r>
              <a:rPr lang="en-US" sz="1100" noProof="0" dirty="0"/>
              <a:t>, and </a:t>
            </a:r>
            <a:r>
              <a:rPr lang="en-US" sz="1100" b="1" noProof="0" dirty="0"/>
              <a:t>the exploratory sequential design</a:t>
            </a:r>
            <a:r>
              <a:rPr lang="en-US" sz="1100" noProof="0" dirty="0"/>
              <a:t>.</a:t>
            </a:r>
            <a:endParaRPr lang="en-GB" sz="1100" noProof="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F6C0EEF6-B15E-59A3-48ED-9ECA6456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6541" t="-13170" r="-5226" b="13768"/>
          <a:stretch/>
        </p:blipFill>
        <p:spPr>
          <a:xfrm>
            <a:off x="8637921" y="2348023"/>
            <a:ext cx="933452" cy="933450"/>
          </a:xfrm>
          <a:prstGeom prst="ellipse">
            <a:avLst/>
          </a:prstGeom>
          <a:solidFill>
            <a:srgbClr val="FF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61CE9E48-816C-456B-936C-44558591B88B}"/>
              </a:ext>
            </a:extLst>
          </p:cNvPr>
          <p:cNvSpPr txBox="1"/>
          <p:nvPr/>
        </p:nvSpPr>
        <p:spPr>
          <a:xfrm>
            <a:off x="8739389" y="3328075"/>
            <a:ext cx="832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/>
            </a:lvl1pPr>
          </a:lstStyle>
          <a:p>
            <a:r>
              <a:rPr lang="en-GB" noProof="0" dirty="0"/>
              <a:t>Creswell</a:t>
            </a:r>
          </a:p>
          <a:p>
            <a:r>
              <a:rPr lang="en-GB" noProof="0" dirty="0"/>
              <a:t>(2018)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B0BEE80-C56C-28F2-CD2E-FB9AF1AF6B09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0710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15" grpId="0" animBg="1"/>
      <p:bldP spid="116" grpId="0" animBg="1"/>
      <p:bldP spid="112" grpId="0" animBg="1"/>
      <p:bldP spid="20" grpId="0" animBg="1"/>
      <p:bldP spid="21" grpId="0" animBg="1"/>
      <p:bldP spid="22" grpId="0" animBg="1"/>
      <p:bldP spid="28" grpId="0" animBg="1"/>
      <p:bldP spid="38" grpId="0"/>
      <p:bldP spid="46" grpId="0"/>
      <p:bldP spid="114" grpId="0" animBg="1"/>
      <p:bldP spid="113" grpId="0" animBg="1"/>
      <p:bldP spid="111" grpId="0" animBg="1"/>
      <p:bldP spid="39" grpId="0" animBg="1"/>
      <p:bldP spid="41" grpId="0" animBg="1"/>
      <p:bldP spid="70" grpId="0" animBg="1"/>
      <p:bldP spid="72" grpId="0" animBg="1"/>
      <p:bldP spid="77" grpId="0" animBg="1"/>
      <p:bldP spid="78" grpId="0" animBg="1"/>
      <p:bldP spid="81" grpId="0"/>
      <p:bldP spid="82" grpId="0" animBg="1"/>
      <p:bldP spid="83" grpId="0" animBg="1"/>
      <p:bldP spid="86" grpId="0"/>
      <p:bldP spid="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A2A0-8B28-D092-EA59-FB90B4D1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1C579B9E-AD24-11AA-0F1D-534C42DEEC9E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266744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Convergent (one‑phase design)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1363D29-AF23-3651-9B1D-E89CC113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08510-60FD-57B2-A9B1-995F55F02D49}"/>
              </a:ext>
            </a:extLst>
          </p:cNvPr>
          <p:cNvSpPr txBox="1"/>
          <p:nvPr/>
        </p:nvSpPr>
        <p:spPr>
          <a:xfrm>
            <a:off x="891589" y="2718747"/>
            <a:ext cx="4537661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FFC000"/>
                </a:highlight>
              </a:rPr>
              <a:t>Key assumption:</a:t>
            </a:r>
            <a:br>
              <a:rPr lang="en-US" sz="1400" b="1" dirty="0">
                <a:highlight>
                  <a:srgbClr val="FFC000"/>
                </a:highlight>
              </a:rPr>
            </a:br>
            <a:endParaRPr lang="en-US" sz="1400" b="1" dirty="0">
              <a:highlight>
                <a:srgbClr val="FFC000"/>
              </a:highlight>
            </a:endParaRPr>
          </a:p>
          <a:p>
            <a:pPr marL="174625"/>
            <a:r>
              <a:rPr lang="en-US" sz="1100" dirty="0"/>
              <a:t>Qualitative data and quantitative data </a:t>
            </a:r>
            <a:r>
              <a:rPr lang="en-US" sz="1100" b="1" dirty="0"/>
              <a:t>provide different types of information</a:t>
            </a:r>
            <a:r>
              <a:rPr lang="en-US" sz="1100" dirty="0"/>
              <a:t>, and their patterns/results are expected to converge.</a:t>
            </a:r>
            <a:endParaRPr lang="en-US" sz="1100" b="1" dirty="0"/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Detailed views from participants (qualitative)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Scores on instruments (quantitative)</a:t>
            </a:r>
            <a:endParaRPr lang="en-US" sz="1100" b="1" dirty="0"/>
          </a:p>
          <a:p>
            <a:pPr marL="174625"/>
            <a:r>
              <a:rPr lang="en-US" sz="1100" b="1" dirty="0"/>
              <a:t>When comparing the results, the additional purpose is to assess whether the findings: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Converge (match) or diverge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Mutually support a construct</a:t>
            </a:r>
          </a:p>
          <a:p>
            <a:pPr marL="803275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Validate one form of data with the other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74D25-1B84-5B4F-A08F-AD3761ED81E9}"/>
              </a:ext>
            </a:extLst>
          </p:cNvPr>
          <p:cNvSpPr txBox="1"/>
          <p:nvPr/>
        </p:nvSpPr>
        <p:spPr>
          <a:xfrm>
            <a:off x="5856358" y="2718747"/>
            <a:ext cx="50350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goal of the convergent design is to </a:t>
            </a:r>
            <a:r>
              <a:rPr lang="en-US" sz="1400" b="1" dirty="0">
                <a:highlight>
                  <a:srgbClr val="FFC000"/>
                </a:highlight>
              </a:rPr>
              <a:t>compare the results of the qualitative database with those of the quantitative database</a:t>
            </a:r>
            <a:r>
              <a:rPr lang="en-US" sz="1400" b="1" dirty="0"/>
              <a:t> </a:t>
            </a:r>
            <a:r>
              <a:rPr lang="en-US" sz="1400" dirty="0"/>
              <a:t>by merging the results.</a:t>
            </a:r>
            <a:endParaRPr lang="en-GB" sz="1400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E735E8-E0E2-1061-0E5C-ED30AB2338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-8000" r="1" b="27027"/>
          <a:stretch/>
        </p:blipFill>
        <p:spPr>
          <a:xfrm>
            <a:off x="1049085" y="4956284"/>
            <a:ext cx="547179" cy="547179"/>
          </a:xfrm>
          <a:prstGeom prst="ellipse">
            <a:avLst/>
          </a:pr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7C3925-D301-E7B0-23A1-F492CD0B9E4C}"/>
              </a:ext>
            </a:extLst>
          </p:cNvPr>
          <p:cNvSpPr txBox="1"/>
          <p:nvPr/>
        </p:nvSpPr>
        <p:spPr>
          <a:xfrm>
            <a:off x="946051" y="5519985"/>
            <a:ext cx="832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/>
            </a:lvl1pPr>
          </a:lstStyle>
          <a:p>
            <a:r>
              <a:rPr lang="en-GB" sz="800" noProof="0" dirty="0"/>
              <a:t>Campbell y Fiske (1959)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99F3C5-E7F1-D7FA-1C06-38F5ED0B5183}"/>
              </a:ext>
            </a:extLst>
          </p:cNvPr>
          <p:cNvSpPr txBox="1"/>
          <p:nvPr/>
        </p:nvSpPr>
        <p:spPr>
          <a:xfrm>
            <a:off x="1778087" y="4981163"/>
            <a:ext cx="285673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Based on the historical concept of the idea of </a:t>
            </a:r>
            <a:r>
              <a:rPr lang="en-US" sz="1100" b="1" dirty="0">
                <a:highlight>
                  <a:srgbClr val="FFC000"/>
                </a:highlight>
              </a:rPr>
              <a:t>multiple methods and multiple traits </a:t>
            </a:r>
            <a:r>
              <a:rPr lang="en-US" sz="1100" dirty="0"/>
              <a:t>Campbell and Fiske (1959) suggested understanding a psychological trait by collecting different forms of data.</a:t>
            </a:r>
            <a:endParaRPr lang="en-GB" sz="1100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725942-13BE-DFA8-51C0-E700D71498E7}"/>
              </a:ext>
            </a:extLst>
          </p:cNvPr>
          <p:cNvSpPr txBox="1"/>
          <p:nvPr/>
        </p:nvSpPr>
        <p:spPr>
          <a:xfrm>
            <a:off x="5837308" y="4795994"/>
            <a:ext cx="51663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dirty="0">
                <a:solidFill>
                  <a:prstClr val="black"/>
                </a:solidFill>
              </a:rPr>
              <a:t>Ideally, both forms of data </a:t>
            </a:r>
            <a:r>
              <a:rPr lang="en-US" sz="1100" b="1" dirty="0">
                <a:solidFill>
                  <a:prstClr val="black"/>
                </a:solidFill>
              </a:rPr>
              <a:t>should be collected using the same variables, constructs, or concepts</a:t>
            </a:r>
            <a:r>
              <a:rPr lang="en-US" sz="1100" dirty="0">
                <a:solidFill>
                  <a:prstClr val="black"/>
                </a:solidFill>
              </a:rPr>
              <a:t>.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80B49930-B920-6257-1BB7-C5D5DA47178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924259-AD72-D9B9-A4D5-569B99EE5369}"/>
              </a:ext>
            </a:extLst>
          </p:cNvPr>
          <p:cNvSpPr/>
          <p:nvPr/>
        </p:nvSpPr>
        <p:spPr>
          <a:xfrm>
            <a:off x="977601" y="1492116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quantitative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8D17E2-A3E1-3730-2091-6C0C85151DC7}"/>
              </a:ext>
            </a:extLst>
          </p:cNvPr>
          <p:cNvSpPr/>
          <p:nvPr/>
        </p:nvSpPr>
        <p:spPr>
          <a:xfrm>
            <a:off x="977601" y="2017837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qualitative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D72E8F-D5AB-A922-923F-B9DCFA06BE08}"/>
              </a:ext>
            </a:extLst>
          </p:cNvPr>
          <p:cNvSpPr/>
          <p:nvPr/>
        </p:nvSpPr>
        <p:spPr>
          <a:xfrm>
            <a:off x="2687160" y="1760899"/>
            <a:ext cx="440104" cy="4190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Merging 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of results</a:t>
            </a:r>
            <a:endParaRPr lang="en-GB" sz="600" b="1" noProof="0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5ACB0C-D92D-E05F-DAFD-E8DE61E68DAE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435605" y="1729793"/>
            <a:ext cx="316007" cy="9247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D33F8E-DF34-2D0E-B42F-23D941462020}"/>
              </a:ext>
            </a:extLst>
          </p:cNvPr>
          <p:cNvCxnSpPr>
            <a:cxnSpLocks/>
            <a:stCxn id="4" idx="3"/>
            <a:endCxn id="6" idx="3"/>
          </p:cNvCxnSpPr>
          <p:nvPr/>
        </p:nvCxnSpPr>
        <p:spPr>
          <a:xfrm flipV="1">
            <a:off x="2435605" y="2118560"/>
            <a:ext cx="316007" cy="136954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3183FB9-0EB2-3814-24E6-88E07D7EA8BF}"/>
              </a:ext>
            </a:extLst>
          </p:cNvPr>
          <p:cNvSpPr/>
          <p:nvPr/>
        </p:nvSpPr>
        <p:spPr>
          <a:xfrm>
            <a:off x="3324895" y="1711217"/>
            <a:ext cx="538286" cy="5125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Interpretation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 of results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D2A240-1F11-58FF-0B70-DFCF8B267487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3127264" y="1967470"/>
            <a:ext cx="197631" cy="294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EFE4EB-C604-D6E2-099C-E83D6AE92BEB}"/>
              </a:ext>
            </a:extLst>
          </p:cNvPr>
          <p:cNvGrpSpPr/>
          <p:nvPr/>
        </p:nvGrpSpPr>
        <p:grpSpPr>
          <a:xfrm>
            <a:off x="6574542" y="3664809"/>
            <a:ext cx="1874681" cy="430887"/>
            <a:chOff x="987574" y="5097215"/>
            <a:chExt cx="2268779" cy="43088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CDC516E-BE19-F146-B749-2C6117D86BE0}"/>
                </a:ext>
              </a:extLst>
            </p:cNvPr>
            <p:cNvSpPr txBox="1"/>
            <p:nvPr/>
          </p:nvSpPr>
          <p:spPr>
            <a:xfrm>
              <a:off x="1447502" y="5097215"/>
              <a:ext cx="180885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Collect quantitative and qualitative data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270696-7AC4-D829-A588-61DCD73F1B0C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58BD53-8865-3214-263E-CA1C3A506F73}"/>
              </a:ext>
            </a:extLst>
          </p:cNvPr>
          <p:cNvGrpSpPr/>
          <p:nvPr/>
        </p:nvGrpSpPr>
        <p:grpSpPr>
          <a:xfrm>
            <a:off x="8550251" y="3649420"/>
            <a:ext cx="1874681" cy="430887"/>
            <a:chOff x="987574" y="5097215"/>
            <a:chExt cx="2268779" cy="43088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2B8053-ADB7-3568-A3D1-0B8FA6C84102}"/>
                </a:ext>
              </a:extLst>
            </p:cNvPr>
            <p:cNvSpPr txBox="1"/>
            <p:nvPr/>
          </p:nvSpPr>
          <p:spPr>
            <a:xfrm>
              <a:off x="1447502" y="5097215"/>
              <a:ext cx="180885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Analys the data separately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04CFB9-2832-A5E8-C782-49136419F757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9DBBA9-1F9D-3D9E-C6E4-C084441F42EC}"/>
              </a:ext>
            </a:extLst>
          </p:cNvPr>
          <p:cNvGrpSpPr/>
          <p:nvPr/>
        </p:nvGrpSpPr>
        <p:grpSpPr>
          <a:xfrm>
            <a:off x="6574542" y="4173097"/>
            <a:ext cx="3850391" cy="430887"/>
            <a:chOff x="987574" y="5097215"/>
            <a:chExt cx="4659825" cy="43088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D917794-1F98-F509-9E2E-DDF431212695}"/>
                </a:ext>
              </a:extLst>
            </p:cNvPr>
            <p:cNvSpPr txBox="1"/>
            <p:nvPr/>
          </p:nvSpPr>
          <p:spPr>
            <a:xfrm>
              <a:off x="1447502" y="5097215"/>
              <a:ext cx="41998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Compare the results to see whether the findings confirm or disconfirm each other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581F49-710A-3B33-87B3-9AE20945AC36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85589FD-F217-D7AF-CB0F-11106BA6EE32}"/>
              </a:ext>
            </a:extLst>
          </p:cNvPr>
          <p:cNvSpPr txBox="1"/>
          <p:nvPr/>
        </p:nvSpPr>
        <p:spPr>
          <a:xfrm>
            <a:off x="5951220" y="5212994"/>
            <a:ext cx="479370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highlight>
                  <a:srgbClr val="FFC000"/>
                </a:highlight>
              </a:rPr>
              <a:t>Measurement of the concept of self‑esteem:</a:t>
            </a:r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During quantitative data collection, questions are asked about the same concept that is also explored during the qualitative data collection process.</a:t>
            </a:r>
          </a:p>
        </p:txBody>
      </p:sp>
    </p:spTree>
    <p:extLst>
      <p:ext uri="{BB962C8B-B14F-4D97-AF65-F5344CB8AC3E}">
        <p14:creationId xmlns:p14="http://schemas.microsoft.com/office/powerpoint/2010/main" val="436149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9" grpId="0"/>
      <p:bldP spid="37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380D-2EB3-61A9-C974-E5C54FBD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4FDF9C36-A30B-94EA-4CA5-120D63D824A3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266744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Convergent (one‑phase design)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485E164-396B-788A-56E3-AB666139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0F348-6B46-F05D-1700-4956F2BA3DE5}"/>
              </a:ext>
            </a:extLst>
          </p:cNvPr>
          <p:cNvSpPr txBox="1"/>
          <p:nvPr/>
        </p:nvSpPr>
        <p:spPr>
          <a:xfrm>
            <a:off x="891589" y="2718747"/>
            <a:ext cx="453766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FFFFFF"/>
                </a:highlight>
              </a:rPr>
              <a:t>     Sampling</a:t>
            </a:r>
          </a:p>
          <a:p>
            <a:pPr marL="174625"/>
            <a:r>
              <a:rPr lang="en-US" sz="1100" dirty="0"/>
              <a:t>Typically, mixed methods researchers include the qualitative participant sample </a:t>
            </a:r>
            <a:r>
              <a:rPr lang="en-US" sz="1100" b="1" dirty="0">
                <a:highlight>
                  <a:srgbClr val="FFC000"/>
                </a:highlight>
              </a:rPr>
              <a:t>within the larger quantitative sample</a:t>
            </a:r>
            <a:r>
              <a:rPr lang="en-US" sz="1100" dirty="0"/>
              <a:t>. Ultimately, the researchers compare the two databases, and the more similar they are, the better the comparison will be.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EDD8B682-1387-2D34-36AF-27615174D9B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A4C581-97AC-DA73-A7AE-8C82975A4B03}"/>
              </a:ext>
            </a:extLst>
          </p:cNvPr>
          <p:cNvSpPr/>
          <p:nvPr/>
        </p:nvSpPr>
        <p:spPr>
          <a:xfrm>
            <a:off x="977601" y="1492116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quantitative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EA3735-34D0-1B0C-A0C7-A9DE0BBBBA1A}"/>
              </a:ext>
            </a:extLst>
          </p:cNvPr>
          <p:cNvSpPr/>
          <p:nvPr/>
        </p:nvSpPr>
        <p:spPr>
          <a:xfrm>
            <a:off x="977601" y="2017837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qualitative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5EE7E8-193D-B549-6D52-FED08EC6BA4C}"/>
              </a:ext>
            </a:extLst>
          </p:cNvPr>
          <p:cNvSpPr/>
          <p:nvPr/>
        </p:nvSpPr>
        <p:spPr>
          <a:xfrm>
            <a:off x="2687160" y="1760899"/>
            <a:ext cx="440104" cy="4190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Merging 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of results</a:t>
            </a:r>
            <a:endParaRPr lang="en-GB" sz="600" b="1" noProof="0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FD8816-9169-68D2-1653-DF4B1CE01919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435605" y="1729793"/>
            <a:ext cx="316007" cy="9247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9823F9-DAEA-BD9E-B0C8-3A67CE401E32}"/>
              </a:ext>
            </a:extLst>
          </p:cNvPr>
          <p:cNvCxnSpPr>
            <a:cxnSpLocks/>
            <a:stCxn id="4" idx="3"/>
            <a:endCxn id="6" idx="3"/>
          </p:cNvCxnSpPr>
          <p:nvPr/>
        </p:nvCxnSpPr>
        <p:spPr>
          <a:xfrm flipV="1">
            <a:off x="2435605" y="2118560"/>
            <a:ext cx="316007" cy="136954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B915AF7-118E-2D86-F403-DB37D35D3A73}"/>
              </a:ext>
            </a:extLst>
          </p:cNvPr>
          <p:cNvSpPr/>
          <p:nvPr/>
        </p:nvSpPr>
        <p:spPr>
          <a:xfrm>
            <a:off x="3324895" y="1711217"/>
            <a:ext cx="538286" cy="5125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Interpretation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 of results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8DCAFD-B011-938D-F292-32C5A0C925BB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3127264" y="1967470"/>
            <a:ext cx="197631" cy="294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9243E6-E1BE-62B4-C8CA-42A3BAAA2240}"/>
              </a:ext>
            </a:extLst>
          </p:cNvPr>
          <p:cNvGrpSpPr/>
          <p:nvPr/>
        </p:nvGrpSpPr>
        <p:grpSpPr>
          <a:xfrm>
            <a:off x="977601" y="4212025"/>
            <a:ext cx="4180733" cy="430887"/>
            <a:chOff x="987574" y="5097215"/>
            <a:chExt cx="5059612" cy="43088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82DEDE-8C56-CE91-7774-64A38C5DCE50}"/>
                </a:ext>
              </a:extLst>
            </p:cNvPr>
            <p:cNvSpPr txBox="1"/>
            <p:nvPr/>
          </p:nvSpPr>
          <p:spPr>
            <a:xfrm>
              <a:off x="1447502" y="5097215"/>
              <a:ext cx="459968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Analyse the qualitative database by coding the data and collapsing the codes into broad themes.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AFE2AC-E8C9-ED1F-7D08-260FF53BEFB3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9F72710-A44B-7E4A-CC03-059C19B94DFD}"/>
              </a:ext>
            </a:extLst>
          </p:cNvPr>
          <p:cNvSpPr txBox="1"/>
          <p:nvPr/>
        </p:nvSpPr>
        <p:spPr>
          <a:xfrm>
            <a:off x="1080072" y="3913672"/>
            <a:ext cx="4537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FFFFFF"/>
                </a:highlight>
              </a:rPr>
              <a:t>Data analysis process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D7EA22-0725-5A73-343A-E68DA973B3C7}"/>
              </a:ext>
            </a:extLst>
          </p:cNvPr>
          <p:cNvGrpSpPr/>
          <p:nvPr/>
        </p:nvGrpSpPr>
        <p:grpSpPr>
          <a:xfrm>
            <a:off x="977601" y="4715896"/>
            <a:ext cx="4180733" cy="430887"/>
            <a:chOff x="987574" y="5097215"/>
            <a:chExt cx="5059612" cy="43088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514B2D-0900-E48F-EB7C-2C260627B31E}"/>
                </a:ext>
              </a:extLst>
            </p:cNvPr>
            <p:cNvSpPr txBox="1"/>
            <p:nvPr/>
          </p:nvSpPr>
          <p:spPr>
            <a:xfrm>
              <a:off x="1447502" y="5097215"/>
              <a:ext cx="459968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Analyse the quantitative database in terms of statistical results.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52C81E-DCFF-8AD0-FC2B-CF99C0288658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7FA19B-6A8B-378E-A010-769F5E99E429}"/>
              </a:ext>
            </a:extLst>
          </p:cNvPr>
          <p:cNvGrpSpPr/>
          <p:nvPr/>
        </p:nvGrpSpPr>
        <p:grpSpPr>
          <a:xfrm>
            <a:off x="977601" y="5250544"/>
            <a:ext cx="4180733" cy="600164"/>
            <a:chOff x="987574" y="5097215"/>
            <a:chExt cx="5059612" cy="60016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EBFB0A-42FA-9E4F-ED9B-543918D32AE4}"/>
                </a:ext>
              </a:extLst>
            </p:cNvPr>
            <p:cNvSpPr txBox="1"/>
            <p:nvPr/>
          </p:nvSpPr>
          <p:spPr>
            <a:xfrm>
              <a:off x="1447502" y="5097215"/>
              <a:ext cx="4599684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Conduct a mixed methods data analysis of the integration of the two databases. The mixed methods data analysis can be called integration analysis.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972E31-BC4A-73CF-9CE6-CC85585839CE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91F07C2-F784-BA48-73BD-76363740CA4F}"/>
              </a:ext>
            </a:extLst>
          </p:cNvPr>
          <p:cNvSpPr/>
          <p:nvPr/>
        </p:nvSpPr>
        <p:spPr>
          <a:xfrm>
            <a:off x="887054" y="2786266"/>
            <a:ext cx="193018" cy="193018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BF369FF-FD56-B451-2D76-6E4CA35315DA}"/>
              </a:ext>
            </a:extLst>
          </p:cNvPr>
          <p:cNvSpPr/>
          <p:nvPr/>
        </p:nvSpPr>
        <p:spPr>
          <a:xfrm>
            <a:off x="887054" y="3967127"/>
            <a:ext cx="193018" cy="193018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375039-34B9-9888-2B3B-C8F4F9F9B92E}"/>
              </a:ext>
            </a:extLst>
          </p:cNvPr>
          <p:cNvSpPr txBox="1"/>
          <p:nvPr/>
        </p:nvSpPr>
        <p:spPr>
          <a:xfrm>
            <a:off x="6096000" y="2718747"/>
            <a:ext cx="4537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FFFFFF"/>
                </a:highlight>
              </a:rPr>
              <a:t>Integration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584FD02-E994-BB5B-531D-FDADC69EE8C4}"/>
              </a:ext>
            </a:extLst>
          </p:cNvPr>
          <p:cNvSpPr/>
          <p:nvPr/>
        </p:nvSpPr>
        <p:spPr>
          <a:xfrm>
            <a:off x="5902982" y="2772202"/>
            <a:ext cx="193018" cy="193018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A4E235-1E47-EFC0-DFBD-5B3541D5C6F1}"/>
              </a:ext>
            </a:extLst>
          </p:cNvPr>
          <p:cNvSpPr txBox="1"/>
          <p:nvPr/>
        </p:nvSpPr>
        <p:spPr>
          <a:xfrm>
            <a:off x="6096000" y="3026524"/>
            <a:ext cx="5204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Side‑by‑side comparison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46599B-3DFE-A5C4-A67E-BC81C5300582}"/>
              </a:ext>
            </a:extLst>
          </p:cNvPr>
          <p:cNvSpPr txBox="1"/>
          <p:nvPr/>
        </p:nvSpPr>
        <p:spPr>
          <a:xfrm>
            <a:off x="6096000" y="3272997"/>
            <a:ext cx="52044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dirty="0"/>
              <a:t>These comparisons appear in the discussion sections of mixed methods studies.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7070958-0201-0BED-91FE-6677074253A7}"/>
              </a:ext>
            </a:extLst>
          </p:cNvPr>
          <p:cNvGrpSpPr/>
          <p:nvPr/>
        </p:nvGrpSpPr>
        <p:grpSpPr>
          <a:xfrm>
            <a:off x="6096000" y="3713596"/>
            <a:ext cx="1984126" cy="415498"/>
            <a:chOff x="987574" y="5097215"/>
            <a:chExt cx="2401232" cy="41549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2BCFDCA-8646-5282-3365-EA83196BFC2E}"/>
                </a:ext>
              </a:extLst>
            </p:cNvPr>
            <p:cNvSpPr txBox="1"/>
            <p:nvPr/>
          </p:nvSpPr>
          <p:spPr>
            <a:xfrm>
              <a:off x="1447502" y="5097215"/>
              <a:ext cx="1941304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50" dirty="0"/>
                <a:t>Report the quantitative statistical results.</a:t>
              </a:r>
              <a:endParaRPr lang="en-GB" sz="1050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B98FFAA-1893-793B-DF4F-1B9E1C6BF1DB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C3C47A1-1E1F-8D90-CA2A-44CF4D0E5BF9}"/>
              </a:ext>
            </a:extLst>
          </p:cNvPr>
          <p:cNvGrpSpPr/>
          <p:nvPr/>
        </p:nvGrpSpPr>
        <p:grpSpPr>
          <a:xfrm>
            <a:off x="8351042" y="3698228"/>
            <a:ext cx="2483321" cy="553998"/>
            <a:chOff x="987574" y="5097215"/>
            <a:chExt cx="3005368" cy="55399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55B2F13-CC34-B740-F569-B71E4D4A9023}"/>
                </a:ext>
              </a:extLst>
            </p:cNvPr>
            <p:cNvSpPr txBox="1"/>
            <p:nvPr/>
          </p:nvSpPr>
          <p:spPr>
            <a:xfrm>
              <a:off x="1447502" y="5097215"/>
              <a:ext cx="25454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Discuss the qualitative findings (e.g., themes) that confirm or disconfirm the statistical results.</a:t>
              </a:r>
              <a:endParaRPr lang="en-GB" sz="1000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F956A8-89AF-17D5-E2FB-332B7DB21D2D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D2CA805-7425-9B82-8E8C-4550134EFCF0}"/>
              </a:ext>
            </a:extLst>
          </p:cNvPr>
          <p:cNvSpPr txBox="1"/>
          <p:nvPr/>
        </p:nvSpPr>
        <p:spPr>
          <a:xfrm>
            <a:off x="6095999" y="4261938"/>
            <a:ext cx="5204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Themes‑to‑variables / data transformation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DAC750-BAEA-F9D8-5C18-8EF7D60A4A1A}"/>
              </a:ext>
            </a:extLst>
          </p:cNvPr>
          <p:cNvSpPr txBox="1"/>
          <p:nvPr/>
        </p:nvSpPr>
        <p:spPr>
          <a:xfrm>
            <a:off x="6096000" y="4508411"/>
            <a:ext cx="520441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dirty="0"/>
              <a:t>Merge the two databases by changing </a:t>
            </a:r>
            <a:r>
              <a:rPr lang="en-US" b="1" dirty="0">
                <a:highlight>
                  <a:srgbClr val="FFC000"/>
                </a:highlight>
              </a:rPr>
              <a:t>or transforming qualitative codes or themes into quantitative variables </a:t>
            </a:r>
            <a:r>
              <a:rPr lang="en-US" dirty="0"/>
              <a:t>and then combine the two quantitative databases.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D59A90-5E53-EFFF-D8B8-9A22E6D01767}"/>
              </a:ext>
            </a:extLst>
          </p:cNvPr>
          <p:cNvSpPr txBox="1"/>
          <p:nvPr/>
        </p:nvSpPr>
        <p:spPr>
          <a:xfrm>
            <a:off x="6095999" y="5163215"/>
            <a:ext cx="5204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Graphical representation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31DEC3-EEC0-4D47-2840-C1B9E4649B3D}"/>
              </a:ext>
            </a:extLst>
          </p:cNvPr>
          <p:cNvSpPr txBox="1"/>
          <p:nvPr/>
        </p:nvSpPr>
        <p:spPr>
          <a:xfrm>
            <a:off x="6096000" y="5456856"/>
            <a:ext cx="52044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dirty="0"/>
              <a:t>Merge the two forms of data into a table or graphic. </a:t>
            </a:r>
            <a:r>
              <a:rPr lang="en-US" b="1" dirty="0">
                <a:highlight>
                  <a:srgbClr val="FFC000"/>
                </a:highlight>
              </a:rPr>
              <a:t>This table or graphic is called a joint display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765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 animBg="1"/>
      <p:bldP spid="39" grpId="0"/>
      <p:bldP spid="40" grpId="0"/>
      <p:bldP spid="7" grpId="0"/>
      <p:bldP spid="14" grpId="0"/>
      <p:bldP spid="15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9D19B-C66F-F695-802F-DB036006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45531510-F143-F902-CABD-6FD0B1771B32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266744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Convergent (one‑phase design)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E264329-6D3B-0603-3AA0-870F0358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67D1487F-63AC-B52D-9164-E513B4078B12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55BC7E-C6E0-5F24-D1C6-9428949EFF0D}"/>
              </a:ext>
            </a:extLst>
          </p:cNvPr>
          <p:cNvSpPr/>
          <p:nvPr/>
        </p:nvSpPr>
        <p:spPr>
          <a:xfrm>
            <a:off x="977601" y="1492116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quantitative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C64009-E1CF-A91C-6CC8-A95E8BC5EF06}"/>
              </a:ext>
            </a:extLst>
          </p:cNvPr>
          <p:cNvSpPr/>
          <p:nvPr/>
        </p:nvSpPr>
        <p:spPr>
          <a:xfrm>
            <a:off x="977601" y="2017837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qualitative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CC9877-06D6-A5DD-D125-F6C9F1143B20}"/>
              </a:ext>
            </a:extLst>
          </p:cNvPr>
          <p:cNvSpPr/>
          <p:nvPr/>
        </p:nvSpPr>
        <p:spPr>
          <a:xfrm>
            <a:off x="2687160" y="1760899"/>
            <a:ext cx="440104" cy="4190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Merging 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of results</a:t>
            </a:r>
            <a:endParaRPr lang="en-GB" sz="600" b="1" noProof="0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9C028C-0300-7FDC-CB0D-693ADBFFD08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435605" y="1729793"/>
            <a:ext cx="316007" cy="9247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A0E6E6-5D31-378B-4135-E04744300872}"/>
              </a:ext>
            </a:extLst>
          </p:cNvPr>
          <p:cNvCxnSpPr>
            <a:cxnSpLocks/>
            <a:stCxn id="4" idx="3"/>
            <a:endCxn id="6" idx="3"/>
          </p:cNvCxnSpPr>
          <p:nvPr/>
        </p:nvCxnSpPr>
        <p:spPr>
          <a:xfrm flipV="1">
            <a:off x="2435605" y="2118560"/>
            <a:ext cx="316007" cy="136954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7AD19B8-9D1D-85DB-0D0A-72B8CCB16062}"/>
              </a:ext>
            </a:extLst>
          </p:cNvPr>
          <p:cNvSpPr/>
          <p:nvPr/>
        </p:nvSpPr>
        <p:spPr>
          <a:xfrm>
            <a:off x="3324895" y="1711217"/>
            <a:ext cx="538286" cy="5125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Interpretation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 of results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B68C3E-7101-6B38-72F8-7106EC4D87EE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3127264" y="1967470"/>
            <a:ext cx="197631" cy="294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BAA1E6-5D71-2B6E-B9B8-3D62906639D7}"/>
              </a:ext>
            </a:extLst>
          </p:cNvPr>
          <p:cNvSpPr txBox="1"/>
          <p:nvPr/>
        </p:nvSpPr>
        <p:spPr>
          <a:xfrm>
            <a:off x="977601" y="2621437"/>
            <a:ext cx="3701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dirty="0"/>
              <a:t>Graphical representation – Joint display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88DD7D7-847B-DB6E-EE02-C64652853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123763"/>
              </p:ext>
            </p:extLst>
          </p:nvPr>
        </p:nvGraphicFramePr>
        <p:xfrm>
          <a:off x="1081660" y="2964202"/>
          <a:ext cx="7887836" cy="1295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81678">
                  <a:extLst>
                    <a:ext uri="{9D8B030D-6E8A-4147-A177-3AD203B41FA5}">
                      <a16:colId xmlns:a16="http://schemas.microsoft.com/office/drawing/2014/main" val="4146373053"/>
                    </a:ext>
                  </a:extLst>
                </a:gridCol>
                <a:gridCol w="1133338">
                  <a:extLst>
                    <a:ext uri="{9D8B030D-6E8A-4147-A177-3AD203B41FA5}">
                      <a16:colId xmlns:a16="http://schemas.microsoft.com/office/drawing/2014/main" val="680877441"/>
                    </a:ext>
                  </a:extLst>
                </a:gridCol>
                <a:gridCol w="1150849">
                  <a:extLst>
                    <a:ext uri="{9D8B030D-6E8A-4147-A177-3AD203B41FA5}">
                      <a16:colId xmlns:a16="http://schemas.microsoft.com/office/drawing/2014/main" val="2962445115"/>
                    </a:ext>
                  </a:extLst>
                </a:gridCol>
                <a:gridCol w="1157824">
                  <a:extLst>
                    <a:ext uri="{9D8B030D-6E8A-4147-A177-3AD203B41FA5}">
                      <a16:colId xmlns:a16="http://schemas.microsoft.com/office/drawing/2014/main" val="3883409231"/>
                    </a:ext>
                  </a:extLst>
                </a:gridCol>
                <a:gridCol w="1150849">
                  <a:extLst>
                    <a:ext uri="{9D8B030D-6E8A-4147-A177-3AD203B41FA5}">
                      <a16:colId xmlns:a16="http://schemas.microsoft.com/office/drawing/2014/main" val="3012597135"/>
                    </a:ext>
                  </a:extLst>
                </a:gridCol>
                <a:gridCol w="1213298">
                  <a:extLst>
                    <a:ext uri="{9D8B030D-6E8A-4147-A177-3AD203B41FA5}">
                      <a16:colId xmlns:a16="http://schemas.microsoft.com/office/drawing/2014/main" val="4028089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Quantitative scores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Theme 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Theme 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Theme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Theme 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 noProof="0" dirty="0"/>
                        <a:t>Meta inferences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016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High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949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Median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09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Low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Cite/Punctuations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2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b="1" noProof="0" dirty="0"/>
                        <a:t>Meta inferences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noProof="0" dirty="0"/>
                        <a:t>Insight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014919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15BB8FB4-129B-8F57-8BF9-630E2FFA9F89}"/>
              </a:ext>
            </a:extLst>
          </p:cNvPr>
          <p:cNvGrpSpPr/>
          <p:nvPr/>
        </p:nvGrpSpPr>
        <p:grpSpPr>
          <a:xfrm>
            <a:off x="1081660" y="4463310"/>
            <a:ext cx="3420539" cy="1554272"/>
            <a:chOff x="987574" y="5097215"/>
            <a:chExt cx="4139609" cy="15542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C22C4C2-F2B7-A4FA-BECE-E308828B1844}"/>
                </a:ext>
              </a:extLst>
            </p:cNvPr>
            <p:cNvSpPr txBox="1"/>
            <p:nvPr/>
          </p:nvSpPr>
          <p:spPr>
            <a:xfrm>
              <a:off x="1447502" y="5097215"/>
              <a:ext cx="3679681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Add a column and a row for meta‑inferences to the themes and scores. </a:t>
              </a:r>
              <a:r>
                <a:rPr lang="en-US" dirty="0"/>
                <a:t>This allows results to be obtained by examining rows or columns containing qualitative and quantitative data.</a:t>
              </a:r>
            </a:p>
            <a:p>
              <a:endParaRPr lang="en-US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</a:rPr>
                <a:t>How do the scores of individuals with high, medium, and low scores differ for Theme 1?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</a:rPr>
                <a:t>How do individuals with high scores differ across the four themes?</a:t>
              </a:r>
              <a:endParaRPr lang="es-ES" sz="10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F015C12-BE79-40FC-0357-F4CF085E797B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98CAD7-BE48-02CF-08F2-B410EC881E5B}"/>
              </a:ext>
            </a:extLst>
          </p:cNvPr>
          <p:cNvGrpSpPr/>
          <p:nvPr/>
        </p:nvGrpSpPr>
        <p:grpSpPr>
          <a:xfrm>
            <a:off x="4502199" y="4463310"/>
            <a:ext cx="3420539" cy="430887"/>
            <a:chOff x="987574" y="5097215"/>
            <a:chExt cx="4139609" cy="43088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62085FC-CCB2-D560-65F5-A09592055AD4}"/>
                </a:ext>
              </a:extLst>
            </p:cNvPr>
            <p:cNvSpPr txBox="1"/>
            <p:nvPr/>
          </p:nvSpPr>
          <p:spPr>
            <a:xfrm>
              <a:off x="1447502" y="5097215"/>
              <a:ext cx="367968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Examine both databases and draw conclusions or insights from the analysis.</a:t>
              </a:r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D1DFDFA-0ED0-317B-359E-014FC3DC7219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86C84CC-FBB6-D353-AE20-C66157569392}"/>
              </a:ext>
            </a:extLst>
          </p:cNvPr>
          <p:cNvGrpSpPr/>
          <p:nvPr/>
        </p:nvGrpSpPr>
        <p:grpSpPr>
          <a:xfrm>
            <a:off x="4502199" y="4972251"/>
            <a:ext cx="3420539" cy="938719"/>
            <a:chOff x="987574" y="5097215"/>
            <a:chExt cx="4139609" cy="93871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6C9AFD3-C84B-DA99-58FF-AFFAB7E45726}"/>
                </a:ext>
              </a:extLst>
            </p:cNvPr>
            <p:cNvSpPr txBox="1"/>
            <p:nvPr/>
          </p:nvSpPr>
          <p:spPr>
            <a:xfrm>
              <a:off x="1447502" y="5097215"/>
              <a:ext cx="3679681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Look for types of integrative results, </a:t>
              </a:r>
              <a:r>
                <a:rPr lang="en-US" dirty="0"/>
                <a:t>such as whether the qualitative and quantitative results: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/>
                <a:t>Provide confirmation (agreement)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/>
                <a:t>Show discordance (disagreement).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1E1CB9-4587-F71B-DA52-56752987160B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44D8B1D-0F90-E050-81A7-A3FAD6F16CB3}"/>
              </a:ext>
            </a:extLst>
          </p:cNvPr>
          <p:cNvGrpSpPr/>
          <p:nvPr/>
        </p:nvGrpSpPr>
        <p:grpSpPr>
          <a:xfrm>
            <a:off x="7922738" y="4463309"/>
            <a:ext cx="3420539" cy="600164"/>
            <a:chOff x="987574" y="5097215"/>
            <a:chExt cx="4139609" cy="60016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CBB1A2C-D6A2-F4CD-521B-A77729D97038}"/>
                </a:ext>
              </a:extLst>
            </p:cNvPr>
            <p:cNvSpPr txBox="1"/>
            <p:nvPr/>
          </p:nvSpPr>
          <p:spPr>
            <a:xfrm>
              <a:off x="1447502" y="5097215"/>
              <a:ext cx="3679681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Relate these findings to existing literature </a:t>
              </a:r>
              <a:r>
                <a:rPr lang="en-US" dirty="0">
                  <a:highlight>
                    <a:srgbClr val="FFFFFF"/>
                  </a:highlight>
                </a:rPr>
                <a:t>and/or explain how the meta‑inferences inform theories.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7D06E2E-0087-7AA2-D20A-CFAFF34FB3A3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4.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6080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536A-003C-1563-1FC8-5094A1B7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017BDC5B-2A03-D88A-3A6B-B9854B02DCAA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266744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Convergent (one‑phase design)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A15DFCE-0F97-B201-2047-FD6337F4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09E05105-578E-6BFF-5905-2F776EE9B12F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61DF4D-C9BD-4F6F-1298-2E88DB6AE8C7}"/>
              </a:ext>
            </a:extLst>
          </p:cNvPr>
          <p:cNvSpPr/>
          <p:nvPr/>
        </p:nvSpPr>
        <p:spPr>
          <a:xfrm>
            <a:off x="977601" y="1492116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quantitative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05B57F-5613-E0FD-0E35-367B1EC5D9D1}"/>
              </a:ext>
            </a:extLst>
          </p:cNvPr>
          <p:cNvSpPr/>
          <p:nvPr/>
        </p:nvSpPr>
        <p:spPr>
          <a:xfrm>
            <a:off x="977601" y="2017837"/>
            <a:ext cx="1458004" cy="4753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 dirty="0">
                <a:solidFill>
                  <a:schemeClr val="bg1"/>
                </a:solidFill>
              </a:rPr>
              <a:t>Collection of qualitative data</a:t>
            </a:r>
            <a:endParaRPr lang="en-GB" sz="1050" b="1" noProof="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15616A-9922-48AE-2990-75861A9718D6}"/>
              </a:ext>
            </a:extLst>
          </p:cNvPr>
          <p:cNvSpPr/>
          <p:nvPr/>
        </p:nvSpPr>
        <p:spPr>
          <a:xfrm>
            <a:off x="2687160" y="1760899"/>
            <a:ext cx="440104" cy="4190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Merging 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of results</a:t>
            </a:r>
            <a:endParaRPr lang="en-GB" sz="600" b="1" noProof="0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35836D-2609-845C-B1F2-B2ECCD1E378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435605" y="1729793"/>
            <a:ext cx="316007" cy="9247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D9F2C6-27A8-9862-AE03-335FD186E483}"/>
              </a:ext>
            </a:extLst>
          </p:cNvPr>
          <p:cNvCxnSpPr>
            <a:cxnSpLocks/>
            <a:stCxn id="4" idx="3"/>
            <a:endCxn id="6" idx="3"/>
          </p:cNvCxnSpPr>
          <p:nvPr/>
        </p:nvCxnSpPr>
        <p:spPr>
          <a:xfrm flipV="1">
            <a:off x="2435605" y="2118560"/>
            <a:ext cx="316007" cy="136954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9F197E2-7156-F88B-3453-7D11E0854011}"/>
              </a:ext>
            </a:extLst>
          </p:cNvPr>
          <p:cNvSpPr/>
          <p:nvPr/>
        </p:nvSpPr>
        <p:spPr>
          <a:xfrm>
            <a:off x="3324895" y="1711217"/>
            <a:ext cx="538286" cy="5125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bg1"/>
                </a:solidFill>
              </a:rPr>
              <a:t>Interpretation</a:t>
            </a:r>
            <a:br>
              <a:rPr lang="en-GB" sz="600" noProof="0" dirty="0">
                <a:solidFill>
                  <a:schemeClr val="bg1"/>
                </a:solidFill>
              </a:rPr>
            </a:br>
            <a:r>
              <a:rPr lang="en-GB" sz="600" noProof="0" dirty="0">
                <a:solidFill>
                  <a:schemeClr val="bg1"/>
                </a:solidFill>
              </a:rPr>
              <a:t> of results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A3C025-CF52-8053-8C3B-A49E05554026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3127264" y="1967470"/>
            <a:ext cx="197631" cy="294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C23C753-3BBE-1A54-E11E-2682BBC1C9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859" t="-6818" r="-8859" b="-6818"/>
          <a:stretch/>
        </p:blipFill>
        <p:spPr>
          <a:xfrm>
            <a:off x="816311" y="2461400"/>
            <a:ext cx="3742043" cy="4040901"/>
          </a:xfrm>
          <a:prstGeom prst="roundRect">
            <a:avLst/>
          </a:prstGeom>
        </p:spPr>
      </p:pic>
      <p:pic>
        <p:nvPicPr>
          <p:cNvPr id="27" name="Picture 26">
            <a:hlinkClick r:id="rId4"/>
            <a:extLst>
              <a:ext uri="{FF2B5EF4-FFF2-40B4-BE49-F238E27FC236}">
                <a16:creationId xmlns:a16="http://schemas.microsoft.com/office/drawing/2014/main" id="{304EFB64-DEB6-7BC3-67D7-93A25D4EE0D0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rcRect t="-1111" b="12223"/>
          <a:stretch/>
        </p:blipFill>
        <p:spPr>
          <a:xfrm>
            <a:off x="5048718" y="2086776"/>
            <a:ext cx="661321" cy="678278"/>
          </a:xfrm>
          <a:prstGeom prst="ellipse">
            <a:avLst/>
          </a:prstGeom>
          <a:solidFill>
            <a:srgbClr val="FF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1B3F7EE-E503-B339-35F9-9928195CDE2B}"/>
              </a:ext>
            </a:extLst>
          </p:cNvPr>
          <p:cNvSpPr txBox="1"/>
          <p:nvPr/>
        </p:nvSpPr>
        <p:spPr>
          <a:xfrm>
            <a:off x="4885451" y="2765054"/>
            <a:ext cx="1023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noProof="0" dirty="0"/>
              <a:t> Guetterman et al., (2015)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63A867-731E-F5F3-8FC1-8AD10686A931}"/>
              </a:ext>
            </a:extLst>
          </p:cNvPr>
          <p:cNvSpPr txBox="1"/>
          <p:nvPr/>
        </p:nvSpPr>
        <p:spPr>
          <a:xfrm>
            <a:off x="5909056" y="1997278"/>
            <a:ext cx="52102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100" noProof="0" dirty="0"/>
          </a:p>
          <a:p>
            <a:r>
              <a:rPr lang="en-GB" sz="1100" b="1" noProof="0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Dickson et al. (2011) </a:t>
            </a:r>
            <a:r>
              <a:rPr lang="en-US" sz="1100" b="1" dirty="0"/>
              <a:t>investigated how </a:t>
            </a:r>
            <a:r>
              <a:rPr lang="en-US" sz="1100" b="1" dirty="0">
                <a:highlight>
                  <a:srgbClr val="FFC000"/>
                </a:highlight>
              </a:rPr>
              <a:t>cognitive function and knowledge affected self‑care in heart failure</a:t>
            </a:r>
            <a:r>
              <a:rPr lang="en-US" sz="1100" b="1" dirty="0"/>
              <a:t>, using a convergent design.</a:t>
            </a:r>
            <a:endParaRPr lang="en-GB" sz="1100" noProof="0" dirty="0"/>
          </a:p>
          <a:p>
            <a:endParaRPr lang="en-GB" sz="1100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D29969-70F1-C4BF-3AD4-E480943F2E45}"/>
              </a:ext>
            </a:extLst>
          </p:cNvPr>
          <p:cNvSpPr txBox="1"/>
          <p:nvPr/>
        </p:nvSpPr>
        <p:spPr>
          <a:xfrm>
            <a:off x="4926537" y="3180551"/>
            <a:ext cx="261726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In two specialised outpatient heart‑failure clinics in a large urban medical center in the United States, </a:t>
            </a:r>
            <a:r>
              <a:rPr lang="en-US" sz="1000" b="1" dirty="0">
                <a:highlight>
                  <a:srgbClr val="FFC000"/>
                </a:highlight>
              </a:rPr>
              <a:t>they administered standardized instruments to measure self‑care, knowledge, and cognitive function</a:t>
            </a:r>
            <a:endParaRPr lang="en-US" sz="1000" dirty="0">
              <a:highlight>
                <a:srgbClr val="FFC000"/>
              </a:highlight>
            </a:endParaRPr>
          </a:p>
          <a:p>
            <a:endParaRPr lang="en-US" sz="1000" dirty="0">
              <a:highlight>
                <a:srgbClr val="FFC000"/>
              </a:highlight>
            </a:endParaRPr>
          </a:p>
          <a:p>
            <a:r>
              <a:rPr lang="en-US" sz="1000" dirty="0"/>
              <a:t>They simultaneously conducted interviews with patients to understand their self‑care practices.</a:t>
            </a:r>
          </a:p>
          <a:p>
            <a:endParaRPr lang="en-US" sz="1000" dirty="0"/>
          </a:p>
          <a:p>
            <a:r>
              <a:rPr lang="en-US" sz="1000" dirty="0"/>
              <a:t>The integration focused on the </a:t>
            </a:r>
            <a:r>
              <a:rPr lang="en-US" sz="1000" b="1" dirty="0">
                <a:highlight>
                  <a:srgbClr val="FFC000"/>
                </a:highlight>
              </a:rPr>
              <a:t>concordance between the qualitative and quantitative results</a:t>
            </a:r>
            <a:endParaRPr lang="en-GB" sz="1000" b="1" noProof="0" dirty="0">
              <a:highlight>
                <a:srgbClr val="FFC00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D05B8B-7518-C0FF-42F5-FC43E69FE913}"/>
              </a:ext>
            </a:extLst>
          </p:cNvPr>
          <p:cNvSpPr txBox="1"/>
          <p:nvPr/>
        </p:nvSpPr>
        <p:spPr>
          <a:xfrm>
            <a:off x="7729537" y="2775418"/>
            <a:ext cx="33897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Dickson et al. </a:t>
            </a:r>
            <a:r>
              <a:rPr lang="en-US" sz="1000" b="1" dirty="0"/>
              <a:t>developed a joint display comparing cases to compare interview data with quantitative scales of self‑care, cognitive function, and knowledge</a:t>
            </a:r>
            <a:r>
              <a:rPr lang="en-US" sz="1000" dirty="0"/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7B2666-69EE-7FC6-0675-BBB3D3898625}"/>
              </a:ext>
            </a:extLst>
          </p:cNvPr>
          <p:cNvSpPr txBox="1"/>
          <p:nvPr/>
        </p:nvSpPr>
        <p:spPr>
          <a:xfrm>
            <a:off x="4926537" y="5566494"/>
            <a:ext cx="63738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In this example, the authors used the </a:t>
            </a:r>
            <a:r>
              <a:rPr lang="en-US" sz="1100" b="1" dirty="0" err="1">
                <a:solidFill>
                  <a:srgbClr val="FF0000"/>
                </a:solidFill>
              </a:rPr>
              <a:t>visualisation</a:t>
            </a:r>
            <a:r>
              <a:rPr lang="en-US" sz="1100" b="1" dirty="0">
                <a:solidFill>
                  <a:srgbClr val="FF0000"/>
                </a:solidFill>
              </a:rPr>
              <a:t> to </a:t>
            </a:r>
            <a:r>
              <a:rPr lang="en-US" sz="1100" b="1" dirty="0">
                <a:solidFill>
                  <a:schemeClr val="bg1"/>
                </a:solidFill>
                <a:highlight>
                  <a:srgbClr val="000000"/>
                </a:highlight>
              </a:rPr>
              <a:t>validate the quantitative scores for knowledge and self‑care, while also identifying cases of inconsistencies.</a:t>
            </a:r>
            <a:endParaRPr lang="en-GB" sz="1100" b="1" noProof="0" dirty="0">
              <a:solidFill>
                <a:schemeClr val="bg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F6394FE-750A-0F31-1E02-2EA852BCF217}"/>
              </a:ext>
            </a:extLst>
          </p:cNvPr>
          <p:cNvGrpSpPr/>
          <p:nvPr/>
        </p:nvGrpSpPr>
        <p:grpSpPr>
          <a:xfrm>
            <a:off x="7834170" y="3397780"/>
            <a:ext cx="3285093" cy="553998"/>
            <a:chOff x="6663071" y="4746141"/>
            <a:chExt cx="3285093" cy="55399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CE68382-7E97-6D3F-9618-3D37D570D31D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The </a:t>
              </a:r>
              <a:r>
                <a:rPr lang="en-US" sz="1000" dirty="0" err="1"/>
                <a:t>visualisation</a:t>
              </a:r>
              <a:r>
                <a:rPr lang="en-US" sz="1000" dirty="0"/>
                <a:t> contained one row for each </a:t>
              </a:r>
              <a:r>
                <a:rPr lang="en-US" sz="1000" b="1" dirty="0">
                  <a:highlight>
                    <a:srgbClr val="FFC000"/>
                  </a:highlight>
                </a:rPr>
                <a:t>qualitative domain </a:t>
              </a:r>
              <a:r>
                <a:rPr lang="en-US" sz="1000" dirty="0"/>
                <a:t>(theme) and reported the </a:t>
              </a:r>
              <a:r>
                <a:rPr lang="en-US" sz="1000" b="1" dirty="0">
                  <a:highlight>
                    <a:srgbClr val="FFC000"/>
                  </a:highlight>
                </a:rPr>
                <a:t>quantitative variables</a:t>
              </a:r>
              <a:r>
                <a:rPr lang="en-US" sz="1000" dirty="0"/>
                <a:t> corresponding to that domain.</a:t>
              </a: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D52FCFA-256A-0EC2-A402-F366FFC93EE4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1B6C73-7C61-FAEB-2B06-DE330048CB4B}"/>
              </a:ext>
            </a:extLst>
          </p:cNvPr>
          <p:cNvGrpSpPr/>
          <p:nvPr/>
        </p:nvGrpSpPr>
        <p:grpSpPr>
          <a:xfrm>
            <a:off x="7834170" y="4004357"/>
            <a:ext cx="3285093" cy="246221"/>
            <a:chOff x="6663071" y="4746141"/>
            <a:chExt cx="3285093" cy="24622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A778E33-E922-64A8-7CC4-060250C16993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The participants were arranged in columns.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526DAA0-E401-EFBB-5300-407416B08A68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3659E99-D9EF-F014-46CE-BFCEDD826F2D}"/>
              </a:ext>
            </a:extLst>
          </p:cNvPr>
          <p:cNvGrpSpPr/>
          <p:nvPr/>
        </p:nvGrpSpPr>
        <p:grpSpPr>
          <a:xfrm>
            <a:off x="7834170" y="4400401"/>
            <a:ext cx="3285093" cy="553998"/>
            <a:chOff x="6663071" y="4746141"/>
            <a:chExt cx="3285093" cy="55399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6523553-8EE3-19DC-B035-64D445C559DB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Inside each cell were the actual quantitative scores as well as summaries and qualitative quotations for each theme–participant combination.</a:t>
              </a: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B863AC0-DA54-3A05-B6A5-0F97E9A3A238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98874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DC4B3-E4E4-6782-2549-A46D7534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F010094-E6CE-FD81-E856-3F67C3FC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3EAB6FA1-40C3-31F4-BE0B-ADBCC274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B9C99D9-A809-A9E9-91F9-601892279EC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CB36ED-11A9-86FB-CFF7-7F11D8D9D5BD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C19B58-6706-8CD4-662F-BEF23C5D6CB0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97403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chemeClr val="bg1"/>
                </a:solidFill>
                <a:latin typeface="Aptos SemiBold" panose="020F0502020204030204" pitchFamily="34" charset="0"/>
              </a:rPr>
              <a:t>The research in</a:t>
            </a:r>
          </a:p>
          <a:p>
            <a:pPr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chemeClr val="bg1"/>
                </a:solidFill>
                <a:latin typeface="Aptos SemiBold" panose="020F0502020204030204" pitchFamily="34" charset="0"/>
              </a:rPr>
              <a:t> central designs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37A00-96B8-2BE7-716B-AF6F200560F3}"/>
              </a:ext>
            </a:extLst>
          </p:cNvPr>
          <p:cNvSpPr txBox="1"/>
          <p:nvPr/>
        </p:nvSpPr>
        <p:spPr>
          <a:xfrm>
            <a:off x="891589" y="1930607"/>
            <a:ext cx="5867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>
                <a:solidFill>
                  <a:srgbClr val="FFFF00"/>
                </a:solidFill>
              </a:rPr>
              <a:t>When divergence occurs, the researcher needs to conduct a follow‑up analysis.</a:t>
            </a:r>
            <a:endParaRPr lang="en-GB" sz="1400" noProof="0" dirty="0">
              <a:solidFill>
                <a:srgbClr val="FFFF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F06E6F-0A26-856D-F736-DFDF194AE6A8}"/>
              </a:ext>
            </a:extLst>
          </p:cNvPr>
          <p:cNvGrpSpPr/>
          <p:nvPr/>
        </p:nvGrpSpPr>
        <p:grpSpPr>
          <a:xfrm>
            <a:off x="9188824" y="3092830"/>
            <a:ext cx="650844" cy="650844"/>
            <a:chOff x="8182535" y="2818497"/>
            <a:chExt cx="1464391" cy="146439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7181547-8053-AA09-1D94-374E75D55B1B}"/>
                </a:ext>
              </a:extLst>
            </p:cNvPr>
            <p:cNvSpPr/>
            <p:nvPr/>
          </p:nvSpPr>
          <p:spPr>
            <a:xfrm>
              <a:off x="8182535" y="2818497"/>
              <a:ext cx="1464391" cy="14643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pic>
          <p:nvPicPr>
            <p:cNvPr id="11" name="Graphic 10" descr="Fork In Road with solid fill">
              <a:extLst>
                <a:ext uri="{FF2B5EF4-FFF2-40B4-BE49-F238E27FC236}">
                  <a16:creationId xmlns:a16="http://schemas.microsoft.com/office/drawing/2014/main" id="{62E51D63-4A5B-99CC-7A7B-083E59C8F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57530" y="3147280"/>
              <a:ext cx="914400" cy="914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03BE99B-8A6B-C272-23F6-32C874555923}"/>
              </a:ext>
            </a:extLst>
          </p:cNvPr>
          <p:cNvSpPr txBox="1"/>
          <p:nvPr/>
        </p:nvSpPr>
        <p:spPr>
          <a:xfrm>
            <a:off x="8212536" y="3791486"/>
            <a:ext cx="26034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bg1"/>
                </a:solidFill>
              </a:rPr>
              <a:t>What to do when divergence is identified?</a:t>
            </a:r>
            <a:endParaRPr lang="en-GB" sz="1600" noProof="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A0AE82-3353-6C34-7ED7-0A15B6FEE3CB}"/>
              </a:ext>
            </a:extLst>
          </p:cNvPr>
          <p:cNvGrpSpPr/>
          <p:nvPr/>
        </p:nvGrpSpPr>
        <p:grpSpPr>
          <a:xfrm>
            <a:off x="991410" y="2732127"/>
            <a:ext cx="5668703" cy="830998"/>
            <a:chOff x="6663071" y="4746141"/>
            <a:chExt cx="3285093" cy="48157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C74644-A69B-6FBE-1868-E9D769D19244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481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Divergence may be declared as a limitation in the study </a:t>
              </a:r>
              <a:r>
                <a:rPr lang="en-US" sz="1600" dirty="0">
                  <a:solidFill>
                    <a:schemeClr val="bg1"/>
                  </a:solidFill>
                </a:rPr>
                <a:t>without additional follow‑up. However, this approach represents a weak solution.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D2FA24-A238-98D3-7E08-AFF6A8795E13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600" noProof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B11B33B-9938-559E-8BE3-D68E1599BFA3}"/>
              </a:ext>
            </a:extLst>
          </p:cNvPr>
          <p:cNvGrpSpPr/>
          <p:nvPr/>
        </p:nvGrpSpPr>
        <p:grpSpPr>
          <a:xfrm>
            <a:off x="991410" y="3662215"/>
            <a:ext cx="5668703" cy="584776"/>
            <a:chOff x="6663071" y="4746141"/>
            <a:chExt cx="3285093" cy="33888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9A3B9D-8A65-3946-70B3-997B80ADB1D5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338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The researcher may return to the analyses and </a:t>
              </a:r>
              <a:r>
                <a:rPr lang="en-US" sz="1600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explore the databases more deeply</a:t>
              </a:r>
              <a:r>
                <a:rPr lang="en-US" sz="16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C4DF2FC-B3C0-BE4D-6DE1-F252BC142652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600" noProof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BBF1C6-558A-79B9-B70F-F937678A820F}"/>
              </a:ext>
            </a:extLst>
          </p:cNvPr>
          <p:cNvGrpSpPr/>
          <p:nvPr/>
        </p:nvGrpSpPr>
        <p:grpSpPr>
          <a:xfrm>
            <a:off x="990912" y="4436811"/>
            <a:ext cx="5668703" cy="1323438"/>
            <a:chOff x="6663071" y="4746141"/>
            <a:chExt cx="3285093" cy="76694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60D4FF-892D-CEEA-124F-9E310A9B6193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766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The researcher may gather additional information to resolve the differences or discuss limitations in one of the databases </a:t>
              </a:r>
              <a:r>
                <a:rPr lang="en-US" sz="1600" dirty="0">
                  <a:solidFill>
                    <a:schemeClr val="bg1"/>
                  </a:solidFill>
                </a:rPr>
                <a:t>(e.g., invalid quantitative constructs or a poor correspondence between the open-ended question and the qualitative themes).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F1F378-EAB1-FB03-B7EA-0CFC9728157A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53134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6AFF-D71B-4AF0-55B6-3E8B3235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7058DD67-A33E-9E74-1672-D2BACFC91D99}"/>
              </a:ext>
            </a:extLst>
          </p:cNvPr>
          <p:cNvSpPr txBox="1">
            <a:spLocks/>
          </p:cNvSpPr>
          <p:nvPr/>
        </p:nvSpPr>
        <p:spPr>
          <a:xfrm>
            <a:off x="891588" y="501651"/>
            <a:ext cx="470149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Explanatory Sequential  (two‑phase design)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D73423-37FC-F9B1-274E-CCC7E9B8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A0E9D-6B0C-CEB7-E372-3E0BBE206401}"/>
              </a:ext>
            </a:extLst>
          </p:cNvPr>
          <p:cNvSpPr txBox="1"/>
          <p:nvPr/>
        </p:nvSpPr>
        <p:spPr>
          <a:xfrm>
            <a:off x="891589" y="2459667"/>
            <a:ext cx="4537661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FFC000"/>
                </a:highlight>
              </a:rPr>
              <a:t>Key assumption:</a:t>
            </a:r>
            <a:br>
              <a:rPr lang="en-US" sz="1400" b="1" dirty="0">
                <a:highlight>
                  <a:srgbClr val="FFC000"/>
                </a:highlight>
              </a:rPr>
            </a:br>
            <a:endParaRPr lang="en-US" sz="1400" b="1" dirty="0">
              <a:highlight>
                <a:srgbClr val="FFC000"/>
              </a:highlight>
            </a:endParaRPr>
          </a:p>
          <a:p>
            <a:pPr marL="174625"/>
            <a:r>
              <a:rPr lang="en-US" sz="1100" dirty="0"/>
              <a:t>Quantitative results may produce unexpected, unusual, significant, or atypical findings, or demographic patterns that </a:t>
            </a:r>
            <a:r>
              <a:rPr lang="en-US" sz="1100" b="1" dirty="0">
                <a:highlight>
                  <a:srgbClr val="FFC000"/>
                </a:highlight>
              </a:rPr>
              <a:t>require additional explanation</a:t>
            </a:r>
            <a:r>
              <a:rPr lang="en-US" sz="1100" dirty="0"/>
              <a:t>.</a:t>
            </a:r>
          </a:p>
          <a:p>
            <a:pPr marL="174625"/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346075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The qualitative follow‑up phase provides this explanation.</a:t>
            </a:r>
          </a:p>
          <a:p>
            <a:pPr marL="346075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The qualitative data collection is directly based on the quantitative findings.</a:t>
            </a:r>
          </a:p>
          <a:p>
            <a:pPr marL="346075" indent="-171450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6D296B-7288-5AA7-5D0D-EC33C1E5D57C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AE65547-3920-7702-0495-923030C19248}"/>
              </a:ext>
            </a:extLst>
          </p:cNvPr>
          <p:cNvGrpSpPr/>
          <p:nvPr/>
        </p:nvGrpSpPr>
        <p:grpSpPr>
          <a:xfrm>
            <a:off x="977601" y="1500789"/>
            <a:ext cx="5296649" cy="730734"/>
            <a:chOff x="1479624" y="3512741"/>
            <a:chExt cx="5296649" cy="730734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03D05A5-D9C4-D730-D759-BA371C05C085}"/>
                </a:ext>
              </a:extLst>
            </p:cNvPr>
            <p:cNvSpPr/>
            <p:nvPr/>
          </p:nvSpPr>
          <p:spPr>
            <a:xfrm>
              <a:off x="3832817" y="3763442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2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C263509F-2946-6716-7822-DBFFB3FFD2A2}"/>
                </a:ext>
              </a:extLst>
            </p:cNvPr>
            <p:cNvSpPr/>
            <p:nvPr/>
          </p:nvSpPr>
          <p:spPr>
            <a:xfrm>
              <a:off x="1479624" y="3768121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noProof="0" dirty="0">
                  <a:solidFill>
                    <a:schemeClr val="tx1"/>
                  </a:solidFill>
                </a:rPr>
                <a:t>Phase 1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FE169F3-59EA-1F46-1A29-F7912810E3D5}"/>
                </a:ext>
              </a:extLst>
            </p:cNvPr>
            <p:cNvSpPr/>
            <p:nvPr/>
          </p:nvSpPr>
          <p:spPr>
            <a:xfrm>
              <a:off x="5547597" y="3514400"/>
              <a:ext cx="1228676" cy="512506"/>
            </a:xfrm>
            <a:prstGeom prst="roundRect">
              <a:avLst>
                <a:gd name="adj" fmla="val 50000"/>
              </a:avLst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How does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 the qualitative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e explain the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quantitative?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6D1972C6-864B-D917-8F5F-A0BCDC546F86}"/>
                </a:ext>
              </a:extLst>
            </p:cNvPr>
            <p:cNvSpPr/>
            <p:nvPr/>
          </p:nvSpPr>
          <p:spPr>
            <a:xfrm>
              <a:off x="1482120" y="3533987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quantitative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620A3BE-3EA4-7FE9-C007-9E9F752E4B32}"/>
                </a:ext>
              </a:extLst>
            </p:cNvPr>
            <p:cNvSpPr/>
            <p:nvPr/>
          </p:nvSpPr>
          <p:spPr>
            <a:xfrm>
              <a:off x="3148948" y="3512741"/>
              <a:ext cx="538285" cy="51250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Identification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 of results</a:t>
              </a:r>
              <a:endParaRPr lang="en-GB" sz="600" b="1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8FA34321-ADFD-D91A-9B8D-CFBB83A21103}"/>
                </a:ext>
              </a:extLst>
            </p:cNvPr>
            <p:cNvCxnSpPr>
              <a:cxnSpLocks/>
              <a:stCxn id="66" idx="3"/>
              <a:endCxn id="67" idx="2"/>
            </p:cNvCxnSpPr>
            <p:nvPr/>
          </p:nvCxnSpPr>
          <p:spPr>
            <a:xfrm flipV="1">
              <a:off x="2939396" y="3768994"/>
              <a:ext cx="209552" cy="2670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FA02467-C46B-2A90-099E-2DAD057014F3}"/>
                </a:ext>
              </a:extLst>
            </p:cNvPr>
            <p:cNvCxnSpPr>
              <a:cxnSpLocks/>
              <a:stCxn id="67" idx="6"/>
              <a:endCxn id="70" idx="1"/>
            </p:cNvCxnSpPr>
            <p:nvPr/>
          </p:nvCxnSpPr>
          <p:spPr>
            <a:xfrm flipV="1">
              <a:off x="3687233" y="3768121"/>
              <a:ext cx="154352" cy="873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2DD99CC6-BDC8-05FD-9EAF-CE3D7979130C}"/>
                </a:ext>
              </a:extLst>
            </p:cNvPr>
            <p:cNvSpPr/>
            <p:nvPr/>
          </p:nvSpPr>
          <p:spPr>
            <a:xfrm>
              <a:off x="3841585" y="3530444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qualitative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7D43101-5F54-B622-C083-84D0D4777248}"/>
                </a:ext>
              </a:extLst>
            </p:cNvPr>
            <p:cNvSpPr/>
            <p:nvPr/>
          </p:nvSpPr>
          <p:spPr>
            <a:xfrm>
              <a:off x="5435678" y="3514400"/>
              <a:ext cx="538286" cy="5125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Interpretation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of results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6688B9C-ABED-C300-3D7F-0D3B62C641F0}"/>
                </a:ext>
              </a:extLst>
            </p:cNvPr>
            <p:cNvCxnSpPr>
              <a:cxnSpLocks/>
              <a:stCxn id="70" idx="3"/>
              <a:endCxn id="71" idx="2"/>
            </p:cNvCxnSpPr>
            <p:nvPr/>
          </p:nvCxnSpPr>
          <p:spPr>
            <a:xfrm>
              <a:off x="5298861" y="3768121"/>
              <a:ext cx="136817" cy="2532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FA5B7BAA-04AD-26CE-4600-7CB59FA9B643}"/>
              </a:ext>
            </a:extLst>
          </p:cNvPr>
          <p:cNvSpPr txBox="1"/>
          <p:nvPr/>
        </p:nvSpPr>
        <p:spPr>
          <a:xfrm>
            <a:off x="914205" y="4235127"/>
            <a:ext cx="453766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FFFFFF"/>
                </a:highlight>
              </a:rPr>
              <a:t>     Sampling</a:t>
            </a:r>
          </a:p>
          <a:p>
            <a:pPr marL="174625"/>
            <a:r>
              <a:rPr lang="en-US" sz="1100" dirty="0"/>
              <a:t>Procedures must occur over time: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526B7F8F-D799-E1C3-4EED-459881F0B1E5}"/>
              </a:ext>
            </a:extLst>
          </p:cNvPr>
          <p:cNvSpPr/>
          <p:nvPr/>
        </p:nvSpPr>
        <p:spPr>
          <a:xfrm>
            <a:off x="909670" y="4302646"/>
            <a:ext cx="193018" cy="193018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BF0E0F6-A5CD-714C-4071-F3115A34470D}"/>
              </a:ext>
            </a:extLst>
          </p:cNvPr>
          <p:cNvGrpSpPr/>
          <p:nvPr/>
        </p:nvGrpSpPr>
        <p:grpSpPr>
          <a:xfrm>
            <a:off x="1102688" y="4795089"/>
            <a:ext cx="1874681" cy="430887"/>
            <a:chOff x="987574" y="5097215"/>
            <a:chExt cx="2268779" cy="43088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4DC17DA-D59C-0AB1-26EB-294DEC594145}"/>
                </a:ext>
              </a:extLst>
            </p:cNvPr>
            <p:cNvSpPr txBox="1"/>
            <p:nvPr/>
          </p:nvSpPr>
          <p:spPr>
            <a:xfrm>
              <a:off x="1447502" y="5097215"/>
              <a:ext cx="180885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Quantitative sampling (Phase 1)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2BBBB95-2688-DB6D-E94A-7D81CEA4383C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5C94636-F3FB-7D47-2EEA-88DBA6B7CBB2}"/>
              </a:ext>
            </a:extLst>
          </p:cNvPr>
          <p:cNvGrpSpPr/>
          <p:nvPr/>
        </p:nvGrpSpPr>
        <p:grpSpPr>
          <a:xfrm>
            <a:off x="3078397" y="4779700"/>
            <a:ext cx="1874681" cy="430887"/>
            <a:chOff x="987574" y="5097215"/>
            <a:chExt cx="2268779" cy="430887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4DFA83C-AE61-48C3-A4A2-E68D3DB82709}"/>
                </a:ext>
              </a:extLst>
            </p:cNvPr>
            <p:cNvSpPr txBox="1"/>
            <p:nvPr/>
          </p:nvSpPr>
          <p:spPr>
            <a:xfrm>
              <a:off x="1447502" y="5097215"/>
              <a:ext cx="180885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Purposive qualitative sampling (Phase 2)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CE1127F-1787-8561-F2C6-7FAEAD2B011C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99590A04-668D-EF78-D312-80076AFD6E6F}"/>
              </a:ext>
            </a:extLst>
          </p:cNvPr>
          <p:cNvSpPr txBox="1"/>
          <p:nvPr/>
        </p:nvSpPr>
        <p:spPr>
          <a:xfrm>
            <a:off x="1102688" y="5450829"/>
            <a:ext cx="449039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highlight>
                  <a:srgbClr val="FFC000"/>
                </a:highlight>
              </a:rPr>
              <a:t>The qualitative sample should be a subset of the quantitative sample</a:t>
            </a:r>
            <a:r>
              <a:rPr lang="en-US" sz="1100" dirty="0"/>
              <a:t>. Researchers must anticipate the qualitative phase early, even before fully completing the quantitative phase.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2E3E3A0-0430-B69E-5E0A-250E7399E0FA}"/>
              </a:ext>
            </a:extLst>
          </p:cNvPr>
          <p:cNvSpPr txBox="1"/>
          <p:nvPr/>
        </p:nvSpPr>
        <p:spPr>
          <a:xfrm>
            <a:off x="6465955" y="2848580"/>
            <a:ext cx="4537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FFFFFF"/>
                </a:highlight>
              </a:rPr>
              <a:t>Data analysis process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3B266A08-6B66-F52F-5D83-37FCF14E396C}"/>
              </a:ext>
            </a:extLst>
          </p:cNvPr>
          <p:cNvSpPr/>
          <p:nvPr/>
        </p:nvSpPr>
        <p:spPr>
          <a:xfrm>
            <a:off x="6272937" y="2902035"/>
            <a:ext cx="193018" cy="193018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A37600C-9201-05FE-92D3-FA87B4CBD948}"/>
              </a:ext>
            </a:extLst>
          </p:cNvPr>
          <p:cNvGrpSpPr/>
          <p:nvPr/>
        </p:nvGrpSpPr>
        <p:grpSpPr>
          <a:xfrm>
            <a:off x="6465955" y="3223638"/>
            <a:ext cx="2951052" cy="430887"/>
            <a:chOff x="987574" y="5097215"/>
            <a:chExt cx="3571426" cy="430887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65BD034-7B9B-4444-F5C6-41F0D5486465}"/>
                </a:ext>
              </a:extLst>
            </p:cNvPr>
            <p:cNvSpPr txBox="1"/>
            <p:nvPr/>
          </p:nvSpPr>
          <p:spPr>
            <a:xfrm>
              <a:off x="1447502" y="5097215"/>
              <a:ext cx="31114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Collection of qualitative data to explain the quantitative results in greater detail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EB511CE-163E-8F33-4C9A-F844AEF0E409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824D3C0-98DA-4BAD-42DE-09C496AB71D8}"/>
              </a:ext>
            </a:extLst>
          </p:cNvPr>
          <p:cNvGrpSpPr/>
          <p:nvPr/>
        </p:nvGrpSpPr>
        <p:grpSpPr>
          <a:xfrm>
            <a:off x="6465955" y="3691029"/>
            <a:ext cx="2951052" cy="430887"/>
            <a:chOff x="987574" y="5097215"/>
            <a:chExt cx="3571426" cy="43088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35DAD71-4A59-38CE-642A-D5EE5AD66DF5}"/>
                </a:ext>
              </a:extLst>
            </p:cNvPr>
            <p:cNvSpPr txBox="1"/>
            <p:nvPr/>
          </p:nvSpPr>
          <p:spPr>
            <a:xfrm>
              <a:off x="1447502" y="5097215"/>
              <a:ext cx="31114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The quantitative results typically inform: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D277D9A-A689-9438-9E60-30341D3A4CF2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0EF1621-ACAF-7549-BA68-A0FDB01B66BB}"/>
              </a:ext>
            </a:extLst>
          </p:cNvPr>
          <p:cNvGrpSpPr/>
          <p:nvPr/>
        </p:nvGrpSpPr>
        <p:grpSpPr>
          <a:xfrm>
            <a:off x="6897689" y="4158420"/>
            <a:ext cx="3285093" cy="400110"/>
            <a:chOff x="6663071" y="4746141"/>
            <a:chExt cx="3285093" cy="40011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2CE8D07-593A-F1E8-F16C-3C76174B6536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Which participants are purposively selected for the qualitative phase</a:t>
              </a: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C1D5843-AB83-4388-7FC0-20EEF8D50FF7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F0A6636-EC6B-B23B-9975-A8BC1CF8CC5B}"/>
              </a:ext>
            </a:extLst>
          </p:cNvPr>
          <p:cNvGrpSpPr/>
          <p:nvPr/>
        </p:nvGrpSpPr>
        <p:grpSpPr>
          <a:xfrm>
            <a:off x="6897689" y="4595034"/>
            <a:ext cx="3285093" cy="400110"/>
            <a:chOff x="6663071" y="4746141"/>
            <a:chExt cx="3285093" cy="400110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1C4616D-FA83-8199-3C9C-FAD73BEBD0A4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Which questions are asked in the qualitative interviews</a:t>
              </a: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23DCCF-AFFB-1AB3-09AF-D025F4CD5FE0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177915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74" grpId="0" build="allAtOnce"/>
      <p:bldP spid="84" grpId="0"/>
      <p:bldP spid="85" grpId="0"/>
      <p:bldP spid="8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B255-8211-7560-F8F8-ED2CFE5D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17BF9A6F-5D02-0642-B1C0-B2CC924AB430}"/>
              </a:ext>
            </a:extLst>
          </p:cNvPr>
          <p:cNvSpPr txBox="1">
            <a:spLocks/>
          </p:cNvSpPr>
          <p:nvPr/>
        </p:nvSpPr>
        <p:spPr>
          <a:xfrm>
            <a:off x="891588" y="501651"/>
            <a:ext cx="514345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Explanatory Sequential  (two‑phase design)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A5B40AC-89D1-56AA-6CFD-AECDD702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5921D00F-E750-2933-7CD7-A51BCFA505AA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B07A5E-0B97-22DB-2A2F-6111009AB7AA}"/>
              </a:ext>
            </a:extLst>
          </p:cNvPr>
          <p:cNvSpPr txBox="1"/>
          <p:nvPr/>
        </p:nvSpPr>
        <p:spPr>
          <a:xfrm>
            <a:off x="977601" y="2446177"/>
            <a:ext cx="3701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dirty="0"/>
              <a:t>Graphical representation – Joint display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705CC3C-7122-BE4A-9681-88BA776B1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240661"/>
              </p:ext>
            </p:extLst>
          </p:nvPr>
        </p:nvGraphicFramePr>
        <p:xfrm>
          <a:off x="1081659" y="2788942"/>
          <a:ext cx="6614541" cy="1203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44960">
                  <a:extLst>
                    <a:ext uri="{9D8B030D-6E8A-4147-A177-3AD203B41FA5}">
                      <a16:colId xmlns:a16="http://schemas.microsoft.com/office/drawing/2014/main" val="4146373053"/>
                    </a:ext>
                  </a:extLst>
                </a:gridCol>
                <a:gridCol w="1603338">
                  <a:extLst>
                    <a:ext uri="{9D8B030D-6E8A-4147-A177-3AD203B41FA5}">
                      <a16:colId xmlns:a16="http://schemas.microsoft.com/office/drawing/2014/main" val="680877441"/>
                    </a:ext>
                  </a:extLst>
                </a:gridCol>
                <a:gridCol w="2066243">
                  <a:extLst>
                    <a:ext uri="{9D8B030D-6E8A-4147-A177-3AD203B41FA5}">
                      <a16:colId xmlns:a16="http://schemas.microsoft.com/office/drawing/2014/main" val="296244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Quantitative scores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Qualitative follow‑up themes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Meta‑inferences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016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High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Theme 1, Theme 2, Theme 3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the themes explain the scores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949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Median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Theme 3, Theme 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the themes explain the scores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09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Low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Theme 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the themes explain the scores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26344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092AE4B5-9BDB-1FDD-4249-85330B5AFA36}"/>
              </a:ext>
            </a:extLst>
          </p:cNvPr>
          <p:cNvGrpSpPr/>
          <p:nvPr/>
        </p:nvGrpSpPr>
        <p:grpSpPr>
          <a:xfrm>
            <a:off x="1081660" y="4318530"/>
            <a:ext cx="2004441" cy="600164"/>
            <a:chOff x="987574" y="5097215"/>
            <a:chExt cx="2425817" cy="60016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D68A22-0A43-FB8B-1557-692541911674}"/>
                </a:ext>
              </a:extLst>
            </p:cNvPr>
            <p:cNvSpPr txBox="1"/>
            <p:nvPr/>
          </p:nvSpPr>
          <p:spPr>
            <a:xfrm>
              <a:off x="1447503" y="5097215"/>
              <a:ext cx="1965888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Separate analysis of quantitative and qualitative data.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E6811C1-B911-D635-03B7-F6464FD75F00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CF968C-6CE3-B196-286A-64CBF2CC5BB0}"/>
              </a:ext>
            </a:extLst>
          </p:cNvPr>
          <p:cNvGrpSpPr/>
          <p:nvPr/>
        </p:nvGrpSpPr>
        <p:grpSpPr>
          <a:xfrm>
            <a:off x="3262386" y="4318529"/>
            <a:ext cx="4578594" cy="1708160"/>
            <a:chOff x="987574" y="5097215"/>
            <a:chExt cx="4732306" cy="170816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9AC2C0D-9D95-74EA-4B44-603FF4B50E6C}"/>
                </a:ext>
              </a:extLst>
            </p:cNvPr>
            <p:cNvSpPr txBox="1"/>
            <p:nvPr/>
          </p:nvSpPr>
          <p:spPr>
            <a:xfrm>
              <a:off x="1447502" y="5097215"/>
              <a:ext cx="4272378" cy="1708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Connect the databases when the quantitative results guide the qualitative data collection (integration point).</a:t>
              </a:r>
              <a:r>
                <a:rPr lang="en-US" dirty="0"/>
                <a:t> This can be done with a joint display. The template for this design shows:</a:t>
              </a:r>
            </a:p>
            <a:p>
              <a:endParaRPr lang="en-US" sz="3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Columns for the quantitative scores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Columns for the qualitative follow‑up themes, which are based directly on the quantitative results.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dirty="0"/>
            </a:p>
            <a:p>
              <a:r>
                <a:rPr lang="en-US" dirty="0"/>
                <a:t>The joint display, read left to right, follows the order of procedures in the design.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E17BDA2-126C-6268-CBC9-570E19193F59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BEB820-F9BD-6960-0490-2BED63F93BB0}"/>
              </a:ext>
            </a:extLst>
          </p:cNvPr>
          <p:cNvGrpSpPr/>
          <p:nvPr/>
        </p:nvGrpSpPr>
        <p:grpSpPr>
          <a:xfrm>
            <a:off x="7840980" y="4318529"/>
            <a:ext cx="3420539" cy="1785104"/>
            <a:chOff x="987574" y="5097215"/>
            <a:chExt cx="4139609" cy="178510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458EC80-31E6-A821-1869-247419B341FF}"/>
                </a:ext>
              </a:extLst>
            </p:cNvPr>
            <p:cNvSpPr txBox="1"/>
            <p:nvPr/>
          </p:nvSpPr>
          <p:spPr>
            <a:xfrm>
              <a:off x="1447502" y="5097215"/>
              <a:ext cx="3679681" cy="17851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Identify the meta-inferences</a:t>
              </a:r>
              <a:r>
                <a:rPr lang="en-US" dirty="0">
                  <a:highlight>
                    <a:srgbClr val="FFFFFF"/>
                  </a:highlight>
                </a:rPr>
                <a:t> rather than confirmation or agreement</a:t>
              </a:r>
              <a:r>
                <a:rPr lang="en-US" b="1" dirty="0">
                  <a:highlight>
                    <a:srgbClr val="FFFFFF"/>
                  </a:highlight>
                </a:rPr>
                <a:t>, the conclusions represent an extension of the quantitative results</a:t>
              </a:r>
              <a:r>
                <a:rPr lang="en-US" dirty="0">
                  <a:highlight>
                    <a:srgbClr val="FFFFFF"/>
                  </a:highlight>
                </a:rPr>
                <a:t>.</a:t>
              </a:r>
              <a:br>
                <a:rPr lang="en-US" dirty="0">
                  <a:highlight>
                    <a:srgbClr val="FFFFFF"/>
                  </a:highlight>
                </a:rPr>
              </a:br>
              <a:endParaRPr lang="en-US" dirty="0">
                <a:highlight>
                  <a:srgbClr val="FFFFFF"/>
                </a:highlight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The results can help design future quantitative evaluations.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The findings must be compared with existing literature and theories</a:t>
              </a:r>
              <a:endParaRPr lang="en-US" dirty="0">
                <a:highlight>
                  <a:srgbClr val="FFFFFF"/>
                </a:highlight>
              </a:endParaRPr>
            </a:p>
            <a:p>
              <a:endParaRPr lang="en-US" dirty="0">
                <a:highlight>
                  <a:srgbClr val="FFFFFF"/>
                </a:highlight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971E4BC-148F-D763-55B6-E4E9F1B9FC45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5074B42-E8BE-0E1B-A8E4-20D886D6B2E6}"/>
              </a:ext>
            </a:extLst>
          </p:cNvPr>
          <p:cNvGrpSpPr/>
          <p:nvPr/>
        </p:nvGrpSpPr>
        <p:grpSpPr>
          <a:xfrm>
            <a:off x="977601" y="1500789"/>
            <a:ext cx="5296649" cy="730734"/>
            <a:chOff x="1479624" y="3512741"/>
            <a:chExt cx="5296649" cy="73073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9375946-7991-2791-39A7-C314DA98F090}"/>
                </a:ext>
              </a:extLst>
            </p:cNvPr>
            <p:cNvSpPr/>
            <p:nvPr/>
          </p:nvSpPr>
          <p:spPr>
            <a:xfrm>
              <a:off x="3832817" y="3763442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2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A72E258-21CC-F39A-F917-58E897A4C86F}"/>
                </a:ext>
              </a:extLst>
            </p:cNvPr>
            <p:cNvSpPr/>
            <p:nvPr/>
          </p:nvSpPr>
          <p:spPr>
            <a:xfrm>
              <a:off x="1479624" y="3768121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noProof="0" dirty="0">
                  <a:solidFill>
                    <a:schemeClr val="tx1"/>
                  </a:solidFill>
                </a:rPr>
                <a:t>Phase 1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B636A20-7DCE-3BAD-EB2E-C21CC933F6D4}"/>
                </a:ext>
              </a:extLst>
            </p:cNvPr>
            <p:cNvSpPr/>
            <p:nvPr/>
          </p:nvSpPr>
          <p:spPr>
            <a:xfrm>
              <a:off x="5547597" y="3514400"/>
              <a:ext cx="1228676" cy="512506"/>
            </a:xfrm>
            <a:prstGeom prst="roundRect">
              <a:avLst>
                <a:gd name="adj" fmla="val 50000"/>
              </a:avLst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How does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 the qualitative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e explain the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quantitative?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FCF659E-F393-7B30-391B-8D8E340CA0BA}"/>
                </a:ext>
              </a:extLst>
            </p:cNvPr>
            <p:cNvSpPr/>
            <p:nvPr/>
          </p:nvSpPr>
          <p:spPr>
            <a:xfrm>
              <a:off x="1482120" y="3533987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quantitative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9C68269-1293-84B1-1A96-A006DC5B03D3}"/>
                </a:ext>
              </a:extLst>
            </p:cNvPr>
            <p:cNvSpPr/>
            <p:nvPr/>
          </p:nvSpPr>
          <p:spPr>
            <a:xfrm>
              <a:off x="3148948" y="3512741"/>
              <a:ext cx="538285" cy="51250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Identification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 of results</a:t>
              </a:r>
              <a:endParaRPr lang="en-GB" sz="600" b="1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76B609A-93A2-D461-5F41-1BD538A5EC92}"/>
                </a:ext>
              </a:extLst>
            </p:cNvPr>
            <p:cNvCxnSpPr>
              <a:cxnSpLocks/>
              <a:stCxn id="26" idx="3"/>
              <a:endCxn id="28" idx="2"/>
            </p:cNvCxnSpPr>
            <p:nvPr/>
          </p:nvCxnSpPr>
          <p:spPr>
            <a:xfrm flipV="1">
              <a:off x="2939396" y="3768994"/>
              <a:ext cx="209552" cy="2670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42F7A22-7D00-9CBC-15B8-734F2C193F51}"/>
                </a:ext>
              </a:extLst>
            </p:cNvPr>
            <p:cNvCxnSpPr>
              <a:cxnSpLocks/>
              <a:stCxn id="28" idx="6"/>
              <a:endCxn id="39" idx="1"/>
            </p:cNvCxnSpPr>
            <p:nvPr/>
          </p:nvCxnSpPr>
          <p:spPr>
            <a:xfrm flipV="1">
              <a:off x="3687233" y="3768121"/>
              <a:ext cx="154352" cy="873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8A86A72-C8DB-FD4E-D9F9-2546C747D089}"/>
                </a:ext>
              </a:extLst>
            </p:cNvPr>
            <p:cNvSpPr/>
            <p:nvPr/>
          </p:nvSpPr>
          <p:spPr>
            <a:xfrm>
              <a:off x="3841585" y="3530444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qualitative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3FACF8D-8058-2783-0863-4BA3E617551A}"/>
                </a:ext>
              </a:extLst>
            </p:cNvPr>
            <p:cNvSpPr/>
            <p:nvPr/>
          </p:nvSpPr>
          <p:spPr>
            <a:xfrm>
              <a:off x="5435678" y="3514400"/>
              <a:ext cx="538286" cy="5125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Interpretation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of results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0D266E4-E109-9A07-6DD4-FC60688C7A96}"/>
                </a:ext>
              </a:extLst>
            </p:cNvPr>
            <p:cNvCxnSpPr>
              <a:cxnSpLocks/>
              <a:stCxn id="39" idx="3"/>
              <a:endCxn id="40" idx="2"/>
            </p:cNvCxnSpPr>
            <p:nvPr/>
          </p:nvCxnSpPr>
          <p:spPr>
            <a:xfrm>
              <a:off x="5298861" y="3768121"/>
              <a:ext cx="136817" cy="2532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95A0314-C991-1E74-AA68-0AB290D3ADD9}"/>
              </a:ext>
            </a:extLst>
          </p:cNvPr>
          <p:cNvSpPr txBox="1"/>
          <p:nvPr/>
        </p:nvSpPr>
        <p:spPr>
          <a:xfrm>
            <a:off x="8221016" y="2790363"/>
            <a:ext cx="322235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 an explanatory sequential design, </a:t>
            </a:r>
            <a:r>
              <a:rPr lang="en-US" sz="1100" b="1" dirty="0">
                <a:highlight>
                  <a:srgbClr val="FFC000"/>
                </a:highlight>
              </a:rPr>
              <a:t>the qualitative sample is a subset of the quantitative sample, leading to overlapping samples</a:t>
            </a:r>
            <a:r>
              <a:rPr lang="en-US" sz="1100" dirty="0"/>
              <a:t>; the integration is achieved by connecting Phase 1 results to guide Phase 2 data collection, rather than by a post‑hoc side‑by‑side comparison.</a:t>
            </a:r>
          </a:p>
        </p:txBody>
      </p:sp>
    </p:spTree>
    <p:extLst>
      <p:ext uri="{BB962C8B-B14F-4D97-AF65-F5344CB8AC3E}">
        <p14:creationId xmlns:p14="http://schemas.microsoft.com/office/powerpoint/2010/main" val="2540976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AD25-CD15-2524-3077-520C13C5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F0903332-D1FB-13D0-6656-698A63604848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266744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GB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Convergent (one‑phase design)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16EC572-9861-C398-7353-3F861EFE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C6A68E68-B164-5472-699B-97331599E34F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27" name="Picture 26">
            <a:hlinkClick r:id="rId3"/>
            <a:extLst>
              <a:ext uri="{FF2B5EF4-FFF2-40B4-BE49-F238E27FC236}">
                <a16:creationId xmlns:a16="http://schemas.microsoft.com/office/drawing/2014/main" id="{7C5F0A0F-6DE1-0611-F1EE-AC00A60455CA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t="-1111" b="12223"/>
          <a:stretch/>
        </p:blipFill>
        <p:spPr>
          <a:xfrm>
            <a:off x="5048718" y="2650656"/>
            <a:ext cx="661321" cy="678278"/>
          </a:xfrm>
          <a:prstGeom prst="ellipse">
            <a:avLst/>
          </a:prstGeom>
          <a:solidFill>
            <a:srgbClr val="FF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7381D90-EE0E-5D13-2A3C-215573931BC6}"/>
              </a:ext>
            </a:extLst>
          </p:cNvPr>
          <p:cNvSpPr txBox="1"/>
          <p:nvPr/>
        </p:nvSpPr>
        <p:spPr>
          <a:xfrm>
            <a:off x="4885451" y="3328934"/>
            <a:ext cx="1023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noProof="0" dirty="0"/>
              <a:t> Guetterman et al., (2015)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3462A4-D191-FFB0-7816-0DC9C7DAA17B}"/>
              </a:ext>
            </a:extLst>
          </p:cNvPr>
          <p:cNvSpPr txBox="1"/>
          <p:nvPr/>
        </p:nvSpPr>
        <p:spPr>
          <a:xfrm>
            <a:off x="5873306" y="2486365"/>
            <a:ext cx="521020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100" noProof="0" dirty="0"/>
          </a:p>
          <a:p>
            <a:r>
              <a:rPr lang="en-GB" sz="1100" b="1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Finley et al. (2013)</a:t>
            </a:r>
            <a:r>
              <a:rPr lang="en-GB" sz="1100" b="1" noProof="0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dirty="0"/>
              <a:t>carried out an </a:t>
            </a:r>
            <a:r>
              <a:rPr lang="en-US" sz="1100" b="1" dirty="0">
                <a:highlight>
                  <a:srgbClr val="FFC000"/>
                </a:highlight>
              </a:rPr>
              <a:t>explanatory sequential study </a:t>
            </a:r>
            <a:r>
              <a:rPr lang="en-US" sz="1100" dirty="0"/>
              <a:t>with the aim of validating the Work Relationships Scale (WRS) for primary‑care clinics. They </a:t>
            </a:r>
            <a:r>
              <a:rPr lang="en-US" sz="1100" dirty="0" err="1"/>
              <a:t>analysed</a:t>
            </a:r>
            <a:r>
              <a:rPr lang="en-US" sz="1100" dirty="0"/>
              <a:t> the measurement properties of the WRS and correlations with patients’ ratings of quality of care</a:t>
            </a:r>
            <a:endParaRPr lang="en-GB" sz="1100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D06285-E58F-1E83-99FA-42CF8383709E}"/>
              </a:ext>
            </a:extLst>
          </p:cNvPr>
          <p:cNvSpPr txBox="1"/>
          <p:nvPr/>
        </p:nvSpPr>
        <p:spPr>
          <a:xfrm>
            <a:off x="4926537" y="3744431"/>
            <a:ext cx="26172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They interviewed key informants about relationships in the clinics and </a:t>
            </a:r>
            <a:r>
              <a:rPr lang="en-US" sz="1000" dirty="0" err="1"/>
              <a:t>analysed</a:t>
            </a:r>
            <a:r>
              <a:rPr lang="en-US" sz="1000" dirty="0"/>
              <a:t> the interviews based on the seven characteristics of the WRS.</a:t>
            </a:r>
          </a:p>
          <a:p>
            <a:endParaRPr lang="en-US" sz="1000" dirty="0">
              <a:highlight>
                <a:srgbClr val="FFC000"/>
              </a:highlight>
            </a:endParaRPr>
          </a:p>
          <a:p>
            <a:r>
              <a:rPr lang="en-US" sz="1000" dirty="0"/>
              <a:t>They concluded </a:t>
            </a:r>
            <a:r>
              <a:rPr lang="en-US" sz="1000" b="1" dirty="0">
                <a:highlight>
                  <a:srgbClr val="FFC000"/>
                </a:highlight>
              </a:rPr>
              <a:t>that the interview data supported the statistical analysis</a:t>
            </a:r>
            <a:r>
              <a:rPr lang="en-US" sz="1000" dirty="0"/>
              <a:t>, providing evidence of validity for the WRS and indicating the importance of relationships in delivering primary care.</a:t>
            </a:r>
            <a:endParaRPr lang="en-GB" sz="1000" b="1" noProof="0" dirty="0">
              <a:highlight>
                <a:srgbClr val="FFC00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59BE72-0BBF-65F7-147C-E9BA5A13FD47}"/>
              </a:ext>
            </a:extLst>
          </p:cNvPr>
          <p:cNvSpPr txBox="1"/>
          <p:nvPr/>
        </p:nvSpPr>
        <p:spPr>
          <a:xfrm>
            <a:off x="7752397" y="3680460"/>
            <a:ext cx="3389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They developed a </a:t>
            </a:r>
            <a:r>
              <a:rPr lang="en-US" sz="1000" b="1" dirty="0"/>
              <a:t>joint display of statistics by themes </a:t>
            </a:r>
            <a:r>
              <a:rPr lang="en-US" sz="1000" dirty="0"/>
              <a:t>that compared clinics with low and high WRS scores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C5D8B2-994D-7EF1-03F1-521ACDD189C1}"/>
              </a:ext>
            </a:extLst>
          </p:cNvPr>
          <p:cNvGrpSpPr/>
          <p:nvPr/>
        </p:nvGrpSpPr>
        <p:grpSpPr>
          <a:xfrm>
            <a:off x="7857030" y="4302822"/>
            <a:ext cx="3285093" cy="553998"/>
            <a:chOff x="6663071" y="4746141"/>
            <a:chExt cx="3285093" cy="55399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A5B701D-0976-6029-42E7-B7A8B83A867C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The </a:t>
              </a:r>
              <a:r>
                <a:rPr lang="en-US" sz="1000" dirty="0" err="1"/>
                <a:t>visualisation</a:t>
              </a:r>
              <a:r>
                <a:rPr lang="en-US" sz="1000" dirty="0"/>
                <a:t> had a row for clinics with low WRS with a representative quotation, and then a row for clinics with high WRS with a representative quotation. </a:t>
              </a: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60F38DF-7ECE-3F41-BD60-269753F2433F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D3C9BC-DEA4-CC82-F89E-21219B3B4DEC}"/>
              </a:ext>
            </a:extLst>
          </p:cNvPr>
          <p:cNvGrpSpPr/>
          <p:nvPr/>
        </p:nvGrpSpPr>
        <p:grpSpPr>
          <a:xfrm>
            <a:off x="7857030" y="4909399"/>
            <a:ext cx="3285093" cy="400110"/>
            <a:chOff x="6663071" y="4746141"/>
            <a:chExt cx="3285093" cy="40011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7F7BFA5-7EFC-DDC1-4512-6A7D75A819B1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The headings </a:t>
              </a:r>
              <a:r>
                <a:rPr lang="en-US" sz="1000" dirty="0" err="1"/>
                <a:t>organised</a:t>
              </a:r>
              <a:r>
                <a:rPr lang="en-US" sz="1000" dirty="0"/>
                <a:t> the results according to the theoretical model of work relationships.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7D80DEE-45E1-93C7-2020-1879A830A3BE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B02C1D-15C5-776C-274A-29E15F63F2B2}"/>
              </a:ext>
            </a:extLst>
          </p:cNvPr>
          <p:cNvGrpSpPr/>
          <p:nvPr/>
        </p:nvGrpSpPr>
        <p:grpSpPr>
          <a:xfrm>
            <a:off x="977601" y="1500789"/>
            <a:ext cx="5296649" cy="730734"/>
            <a:chOff x="1479624" y="3512741"/>
            <a:chExt cx="5296649" cy="73073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CDD60D0-1768-F3BD-BBF3-71924B181581}"/>
                </a:ext>
              </a:extLst>
            </p:cNvPr>
            <p:cNvSpPr/>
            <p:nvPr/>
          </p:nvSpPr>
          <p:spPr>
            <a:xfrm>
              <a:off x="3832817" y="3763442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2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857E489-DC78-0E83-EBCA-7C5CDA169F23}"/>
                </a:ext>
              </a:extLst>
            </p:cNvPr>
            <p:cNvSpPr/>
            <p:nvPr/>
          </p:nvSpPr>
          <p:spPr>
            <a:xfrm>
              <a:off x="1479624" y="3768121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noProof="0" dirty="0">
                  <a:solidFill>
                    <a:schemeClr val="tx1"/>
                  </a:solidFill>
                </a:rPr>
                <a:t>Phase 1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92DE88F-ED42-2280-436C-CA58CD0196CB}"/>
                </a:ext>
              </a:extLst>
            </p:cNvPr>
            <p:cNvSpPr/>
            <p:nvPr/>
          </p:nvSpPr>
          <p:spPr>
            <a:xfrm>
              <a:off x="5547597" y="3514400"/>
              <a:ext cx="1228676" cy="512506"/>
            </a:xfrm>
            <a:prstGeom prst="roundRect">
              <a:avLst>
                <a:gd name="adj" fmla="val 50000"/>
              </a:avLst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How does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 the qualitative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e explain the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quantitative?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332B1B0-D25B-FDEA-CD6F-22188F17BC4C}"/>
                </a:ext>
              </a:extLst>
            </p:cNvPr>
            <p:cNvSpPr/>
            <p:nvPr/>
          </p:nvSpPr>
          <p:spPr>
            <a:xfrm>
              <a:off x="1482120" y="3533987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quantitative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1CC028E-7A2E-F0B8-35C4-586CD498DAB7}"/>
                </a:ext>
              </a:extLst>
            </p:cNvPr>
            <p:cNvSpPr/>
            <p:nvPr/>
          </p:nvSpPr>
          <p:spPr>
            <a:xfrm>
              <a:off x="3148948" y="3512741"/>
              <a:ext cx="538285" cy="51250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Identification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 of results</a:t>
              </a:r>
              <a:endParaRPr lang="en-GB" sz="600" b="1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DEA1048-1C42-2A30-C123-B4C3BE28CD8F}"/>
                </a:ext>
              </a:extLst>
            </p:cNvPr>
            <p:cNvCxnSpPr>
              <a:cxnSpLocks/>
              <a:stCxn id="26" idx="3"/>
              <a:endCxn id="28" idx="2"/>
            </p:cNvCxnSpPr>
            <p:nvPr/>
          </p:nvCxnSpPr>
          <p:spPr>
            <a:xfrm flipV="1">
              <a:off x="2939396" y="3768994"/>
              <a:ext cx="209552" cy="2670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F779617-A273-2721-4B96-6CD9C548A446}"/>
                </a:ext>
              </a:extLst>
            </p:cNvPr>
            <p:cNvCxnSpPr>
              <a:cxnSpLocks/>
              <a:stCxn id="28" idx="6"/>
              <a:endCxn id="37" idx="1"/>
            </p:cNvCxnSpPr>
            <p:nvPr/>
          </p:nvCxnSpPr>
          <p:spPr>
            <a:xfrm flipV="1">
              <a:off x="3687233" y="3768121"/>
              <a:ext cx="154352" cy="873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F947ED9-514F-082D-13EA-DA3FE59D48A5}"/>
                </a:ext>
              </a:extLst>
            </p:cNvPr>
            <p:cNvSpPr/>
            <p:nvPr/>
          </p:nvSpPr>
          <p:spPr>
            <a:xfrm>
              <a:off x="3841585" y="3530444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qualitative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287B3DE-F15C-4DEE-B7DD-B232ECC7022E}"/>
                </a:ext>
              </a:extLst>
            </p:cNvPr>
            <p:cNvSpPr/>
            <p:nvPr/>
          </p:nvSpPr>
          <p:spPr>
            <a:xfrm>
              <a:off x="5435678" y="3514400"/>
              <a:ext cx="538286" cy="5125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Interpretation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of results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DADD6EE-8EC0-98FC-EBC7-7EBFB61D9982}"/>
                </a:ext>
              </a:extLst>
            </p:cNvPr>
            <p:cNvCxnSpPr>
              <a:cxnSpLocks/>
              <a:stCxn id="37" idx="3"/>
              <a:endCxn id="38" idx="2"/>
            </p:cNvCxnSpPr>
            <p:nvPr/>
          </p:nvCxnSpPr>
          <p:spPr>
            <a:xfrm>
              <a:off x="5298861" y="3768121"/>
              <a:ext cx="136817" cy="2532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EFA93A32-1D1F-F597-C84F-B4FD9B85F0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082" y="2621847"/>
            <a:ext cx="3288910" cy="322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76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97314-3D01-BE58-BC26-333C0850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138BEE8-8FCF-EEE5-4DC8-C3768486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2D2E611-BC07-A92C-7F91-05CA8271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931D9A-A88B-FB01-A4A3-9133CEA9CEA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A93827-9C26-E47E-A9D5-9F8001674F5F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D78C4F-8CB6-CECB-7EE5-D3B024DDC56B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97403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The research process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in central designs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CD137-08DF-4278-98E2-236FCF19485A}"/>
              </a:ext>
            </a:extLst>
          </p:cNvPr>
          <p:cNvSpPr txBox="1"/>
          <p:nvPr/>
        </p:nvSpPr>
        <p:spPr>
          <a:xfrm>
            <a:off x="891589" y="1558557"/>
            <a:ext cx="7246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 in all mixed methods studies, the researcher needs to establish the validity of the quantitative measure scores and the qualitative findings.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3017B3-BC33-5FF9-6E1A-B0EFA988E6A4}"/>
              </a:ext>
            </a:extLst>
          </p:cNvPr>
          <p:cNvGrpSpPr/>
          <p:nvPr/>
        </p:nvGrpSpPr>
        <p:grpSpPr>
          <a:xfrm>
            <a:off x="991410" y="2732118"/>
            <a:ext cx="8891729" cy="584775"/>
            <a:chOff x="6663071" y="4746141"/>
            <a:chExt cx="5152882" cy="33888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74B9CE-4EA9-32D7-6011-A074D55A8BD8}"/>
                </a:ext>
              </a:extLst>
            </p:cNvPr>
            <p:cNvSpPr txBox="1"/>
            <p:nvPr/>
          </p:nvSpPr>
          <p:spPr>
            <a:xfrm>
              <a:off x="6819524" y="4746141"/>
              <a:ext cx="4996429" cy="338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highlight>
                    <a:srgbClr val="000000"/>
                  </a:highlight>
                  <a:uLnTx/>
                  <a:uFillTx/>
                  <a:latin typeface="Aptos" panose="020B0004020202020204"/>
                  <a:ea typeface="+mn-ea"/>
                  <a:cs typeface="+mn-cs"/>
                </a:rPr>
                <a:t>The precision of the overall findings can be compromised </a:t>
              </a: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because the researcher does not consider and weigh all the options for following up on the quantitative results. 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481E484-5654-3C8B-13FD-0E584298C59A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ED4EF0-F007-7DD3-F85E-355DC04598C6}"/>
              </a:ext>
            </a:extLst>
          </p:cNvPr>
          <p:cNvGrpSpPr/>
          <p:nvPr/>
        </p:nvGrpSpPr>
        <p:grpSpPr>
          <a:xfrm>
            <a:off x="991411" y="3662211"/>
            <a:ext cx="8891728" cy="584774"/>
            <a:chOff x="6663071" y="4746141"/>
            <a:chExt cx="5152881" cy="33888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8CC54E3-4C78-0505-4A11-E541929A207C}"/>
                </a:ext>
              </a:extLst>
            </p:cNvPr>
            <p:cNvSpPr txBox="1"/>
            <p:nvPr/>
          </p:nvSpPr>
          <p:spPr>
            <a:xfrm>
              <a:off x="6819524" y="4746141"/>
              <a:ext cx="4996428" cy="338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Attention may focus only on personal demographics,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highlight>
                    <a:srgbClr val="000000"/>
                  </a:highlight>
                  <a:uLnTx/>
                  <a:uFillTx/>
                  <a:latin typeface="Aptos" panose="020B0004020202020204"/>
                  <a:ea typeface="+mn-ea"/>
                  <a:cs typeface="+mn-cs"/>
                </a:rPr>
                <a:t>overlooking important explanations that require deeper understanding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98632EA-2C41-684F-7B2C-9E60CD8D043A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FB8DB07-0D18-64D0-36DA-C2A82CAA13F2}"/>
              </a:ext>
            </a:extLst>
          </p:cNvPr>
          <p:cNvGrpSpPr/>
          <p:nvPr/>
        </p:nvGrpSpPr>
        <p:grpSpPr>
          <a:xfrm>
            <a:off x="990913" y="4436813"/>
            <a:ext cx="8891728" cy="1323440"/>
            <a:chOff x="6663071" y="4746141"/>
            <a:chExt cx="5152881" cy="76695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641A36B-30A3-57FD-FC04-D6541A303EAD}"/>
                </a:ext>
              </a:extLst>
            </p:cNvPr>
            <p:cNvSpPr txBox="1"/>
            <p:nvPr/>
          </p:nvSpPr>
          <p:spPr>
            <a:xfrm>
              <a:off x="6819524" y="4746141"/>
              <a:ext cx="4996428" cy="7669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The researcher may also contribute to invalid results by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highlight>
                    <a:srgbClr val="000000"/>
                  </a:highlight>
                  <a:uLnTx/>
                  <a:uFillTx/>
                  <a:latin typeface="Aptos" panose="020B0004020202020204"/>
                  <a:ea typeface="+mn-ea"/>
                  <a:cs typeface="+mn-cs"/>
                </a:rPr>
                <a:t>relying on different samples in each phase of the study</a:t>
              </a: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. </a:t>
              </a:r>
              <a:b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</a:br>
              <a:endPara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If the goal is to explain the quantitative results in greater depth, it makes sense to select the qualitative sample from among the individuals who took part in the quantitative sample.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007B081-E260-CBF9-3C34-EB056DA9AE22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720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BF593-E2FD-4176-40E8-5A2E7F6B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61A077F1-6AF0-2357-DA6E-63660E69A351}"/>
              </a:ext>
            </a:extLst>
          </p:cNvPr>
          <p:cNvSpPr txBox="1">
            <a:spLocks/>
          </p:cNvSpPr>
          <p:nvPr/>
        </p:nvSpPr>
        <p:spPr>
          <a:xfrm>
            <a:off x="891588" y="501651"/>
            <a:ext cx="470149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Exploratory Sequential (</a:t>
            </a: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three‑phase design)</a:t>
            </a:r>
            <a:endParaRPr lang="en-GB" sz="3200" b="1" noProof="0" dirty="0">
              <a:solidFill>
                <a:srgbClr val="FF0000"/>
              </a:solidFill>
              <a:latin typeface="Aptos SemiBold" panose="020F0502020204030204" pitchFamily="34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01BF1BE-2601-E7BD-0A2E-4CBE2778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A9893-848D-FCA0-B518-97BE64028D78}"/>
              </a:ext>
            </a:extLst>
          </p:cNvPr>
          <p:cNvSpPr txBox="1"/>
          <p:nvPr/>
        </p:nvSpPr>
        <p:spPr>
          <a:xfrm>
            <a:off x="891589" y="2459667"/>
            <a:ext cx="432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FFC000"/>
                </a:highlight>
              </a:rPr>
              <a:t>Key assumption:</a:t>
            </a:r>
          </a:p>
          <a:p>
            <a:endParaRPr lang="en-US" sz="600" b="1" dirty="0">
              <a:highlight>
                <a:srgbClr val="FFC000"/>
              </a:highlight>
            </a:endParaRPr>
          </a:p>
          <a:p>
            <a:r>
              <a:rPr lang="en-US" sz="1100" dirty="0"/>
              <a:t>We assume that qualitative data can improve (and make </a:t>
            </a:r>
            <a:r>
              <a:rPr lang="en-US" sz="1100" dirty="0" err="1"/>
              <a:t>contextualised</a:t>
            </a:r>
            <a:r>
              <a:rPr lang="en-US" sz="1100" dirty="0"/>
              <a:t>) quantitative measures, scales, or instruments.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EA07DF71-E195-27EE-9506-DAF48FD46915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9CB6AB-A582-0F49-7580-C71EFFA6DB06}"/>
              </a:ext>
            </a:extLst>
          </p:cNvPr>
          <p:cNvSpPr txBox="1"/>
          <p:nvPr/>
        </p:nvSpPr>
        <p:spPr>
          <a:xfrm>
            <a:off x="6979922" y="2699401"/>
            <a:ext cx="4537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FFFFFF"/>
                </a:highlight>
              </a:rPr>
              <a:t>Data analysis process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4324D345-5158-FD35-8A48-49A807953634}"/>
              </a:ext>
            </a:extLst>
          </p:cNvPr>
          <p:cNvSpPr/>
          <p:nvPr/>
        </p:nvSpPr>
        <p:spPr>
          <a:xfrm>
            <a:off x="6786904" y="2752856"/>
            <a:ext cx="193018" cy="193018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D60B8E1-6158-BD9E-CDDF-714A97002BDE}"/>
              </a:ext>
            </a:extLst>
          </p:cNvPr>
          <p:cNvGrpSpPr/>
          <p:nvPr/>
        </p:nvGrpSpPr>
        <p:grpSpPr>
          <a:xfrm>
            <a:off x="6979922" y="3074459"/>
            <a:ext cx="2951050" cy="400110"/>
            <a:chOff x="987574" y="5097215"/>
            <a:chExt cx="3571424" cy="40011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8921134-FADE-9BF8-452B-707780D0E5EC}"/>
                </a:ext>
              </a:extLst>
            </p:cNvPr>
            <p:cNvSpPr txBox="1"/>
            <p:nvPr/>
          </p:nvSpPr>
          <p:spPr>
            <a:xfrm>
              <a:off x="1447500" y="5172650"/>
              <a:ext cx="311149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dirty="0"/>
                <a:t>Collect qualitative data</a:t>
              </a:r>
              <a:endParaRPr lang="en-GB" noProof="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D14135-BD2A-3371-E819-046F47B11A52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372F10C-43BF-E474-8BCD-05A1E2025891}"/>
              </a:ext>
            </a:extLst>
          </p:cNvPr>
          <p:cNvGrpSpPr/>
          <p:nvPr/>
        </p:nvGrpSpPr>
        <p:grpSpPr>
          <a:xfrm>
            <a:off x="6979922" y="3541850"/>
            <a:ext cx="4186804" cy="769441"/>
            <a:chOff x="987574" y="5097215"/>
            <a:chExt cx="5066959" cy="76944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A0A9811-D00F-0243-5824-18E8415674F1}"/>
                </a:ext>
              </a:extLst>
            </p:cNvPr>
            <p:cNvSpPr txBox="1"/>
            <p:nvPr/>
          </p:nvSpPr>
          <p:spPr>
            <a:xfrm>
              <a:off x="1447500" y="5097215"/>
              <a:ext cx="460703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Connect the qualitative findings with a phase of designing quantitative instruments </a:t>
              </a:r>
              <a:r>
                <a:rPr lang="en-US" dirty="0"/>
                <a:t>(context‑sensitive), or variables not available in the literature (and adapt them to a specific context).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E34EE30-B279-9034-0515-901682BEBDEA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81A3585-73C7-14F2-29B0-13306E00235B}"/>
              </a:ext>
            </a:extLst>
          </p:cNvPr>
          <p:cNvGrpSpPr/>
          <p:nvPr/>
        </p:nvGrpSpPr>
        <p:grpSpPr>
          <a:xfrm>
            <a:off x="1224736" y="3259560"/>
            <a:ext cx="4924603" cy="246221"/>
            <a:chOff x="6663071" y="4746141"/>
            <a:chExt cx="4924603" cy="246221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F73D105-3DDB-14A3-A82D-2AF1E809B8AA}"/>
                </a:ext>
              </a:extLst>
            </p:cNvPr>
            <p:cNvSpPr txBox="1"/>
            <p:nvPr/>
          </p:nvSpPr>
          <p:spPr>
            <a:xfrm>
              <a:off x="6819523" y="4746141"/>
              <a:ext cx="47681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Develop a survey instrument or questionnaire because none exists in the literature.</a:t>
              </a: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57B9C0B-FF2C-A5E8-CAA6-EEFA2C67106B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BF9AD6-0D55-91DB-9D27-56988A56C1DF}"/>
              </a:ext>
            </a:extLst>
          </p:cNvPr>
          <p:cNvGrpSpPr/>
          <p:nvPr/>
        </p:nvGrpSpPr>
        <p:grpSpPr>
          <a:xfrm>
            <a:off x="977601" y="1511379"/>
            <a:ext cx="5290374" cy="730059"/>
            <a:chOff x="1497771" y="4900353"/>
            <a:chExt cx="5290374" cy="73005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2EE431A-A01B-BA09-6280-AC3294088DE9}"/>
                </a:ext>
              </a:extLst>
            </p:cNvPr>
            <p:cNvSpPr/>
            <p:nvPr/>
          </p:nvSpPr>
          <p:spPr>
            <a:xfrm>
              <a:off x="3145335" y="5195306"/>
              <a:ext cx="557549" cy="435106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</a:t>
              </a:r>
              <a:r>
                <a:rPr lang="en-GB" sz="800" b="1" dirty="0">
                  <a:solidFill>
                    <a:schemeClr val="tx1"/>
                  </a:solidFill>
                </a:rPr>
                <a:t>Phase </a:t>
              </a:r>
              <a:r>
                <a:rPr lang="en-GB" sz="8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D16DC94-D013-7149-5AEB-BE90681A06DA}"/>
                </a:ext>
              </a:extLst>
            </p:cNvPr>
            <p:cNvSpPr/>
            <p:nvPr/>
          </p:nvSpPr>
          <p:spPr>
            <a:xfrm>
              <a:off x="3857236" y="5150379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3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484341E-43F7-F146-D142-A58948F68B24}"/>
                </a:ext>
              </a:extLst>
            </p:cNvPr>
            <p:cNvSpPr/>
            <p:nvPr/>
          </p:nvSpPr>
          <p:spPr>
            <a:xfrm>
              <a:off x="1504043" y="5155058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1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2C0D24D-6972-8F2F-97D7-13ED7F3DBDF3}"/>
                </a:ext>
              </a:extLst>
            </p:cNvPr>
            <p:cNvSpPr/>
            <p:nvPr/>
          </p:nvSpPr>
          <p:spPr>
            <a:xfrm>
              <a:off x="5559469" y="4907335"/>
              <a:ext cx="1228676" cy="512506"/>
            </a:xfrm>
            <a:prstGeom prst="roundRect">
              <a:avLst>
                <a:gd name="adj" fmla="val 50000"/>
              </a:avLst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How does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the testing </a:t>
              </a:r>
              <a:br>
                <a:rPr lang="en-GB" sz="600" noProof="0" dirty="0">
                  <a:solidFill>
                    <a:schemeClr val="tx1"/>
                  </a:solidFill>
                </a:rPr>
              </a:br>
              <a:r>
                <a:rPr lang="en-GB" sz="600" noProof="0" dirty="0">
                  <a:solidFill>
                    <a:schemeClr val="tx1"/>
                  </a:solidFill>
                </a:rPr>
                <a:t>improve our results?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20B6078-64B8-8C49-CDF3-D291219C5822}"/>
                </a:ext>
              </a:extLst>
            </p:cNvPr>
            <p:cNvSpPr/>
            <p:nvPr/>
          </p:nvSpPr>
          <p:spPr>
            <a:xfrm>
              <a:off x="1497771" y="4924021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qualitative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D86B135-0FE1-30FF-ED1C-445E5B289386}"/>
                </a:ext>
              </a:extLst>
            </p:cNvPr>
            <p:cNvSpPr/>
            <p:nvPr/>
          </p:nvSpPr>
          <p:spPr>
            <a:xfrm>
              <a:off x="3164599" y="4902775"/>
              <a:ext cx="538285" cy="512505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Identification of </a:t>
              </a:r>
            </a:p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an attribute </a:t>
              </a:r>
            </a:p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for testing</a:t>
              </a:r>
              <a:endParaRPr lang="en-GB" sz="600" b="1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DD843FF-189C-81ED-AA45-11CEE04B5249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flipV="1">
              <a:off x="2955047" y="5159028"/>
              <a:ext cx="209552" cy="2670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3047AC9-B296-1B2C-DFB6-B0FE8CA7260B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3702884" y="5158155"/>
              <a:ext cx="154352" cy="873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D1E16AD-5B96-B99F-026E-A7B864911C71}"/>
                </a:ext>
              </a:extLst>
            </p:cNvPr>
            <p:cNvSpPr/>
            <p:nvPr/>
          </p:nvSpPr>
          <p:spPr>
            <a:xfrm>
              <a:off x="3857236" y="4920478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 dirty="0">
                  <a:solidFill>
                    <a:schemeClr val="bg1"/>
                  </a:solidFill>
                </a:rPr>
                <a:t>Quantitative testing of the attribute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FCA27DA-2E92-A26F-3A51-BA67A56AC1A6}"/>
                </a:ext>
              </a:extLst>
            </p:cNvPr>
            <p:cNvSpPr/>
            <p:nvPr/>
          </p:nvSpPr>
          <p:spPr>
            <a:xfrm>
              <a:off x="5468864" y="4900353"/>
              <a:ext cx="538286" cy="5125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Interpretation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 of results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185FC6C-1947-5CD8-6431-510D835F6A15}"/>
                </a:ext>
              </a:extLst>
            </p:cNvPr>
            <p:cNvCxnSpPr>
              <a:cxnSpLocks/>
              <a:stCxn id="25" idx="3"/>
              <a:endCxn id="26" idx="2"/>
            </p:cNvCxnSpPr>
            <p:nvPr/>
          </p:nvCxnSpPr>
          <p:spPr>
            <a:xfrm flipV="1">
              <a:off x="5314512" y="5156606"/>
              <a:ext cx="154352" cy="1549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EE4C5C-6DA1-BB3E-05BF-F0E84F3574E7}"/>
              </a:ext>
            </a:extLst>
          </p:cNvPr>
          <p:cNvGrpSpPr/>
          <p:nvPr/>
        </p:nvGrpSpPr>
        <p:grpSpPr>
          <a:xfrm>
            <a:off x="1224738" y="3621581"/>
            <a:ext cx="3285093" cy="246221"/>
            <a:chOff x="6663071" y="4746141"/>
            <a:chExt cx="3285093" cy="24622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4A0009-808D-3897-0CFB-16BF4BE3B534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Develop new variables not present in the literature.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49D99E7-B94A-65A0-C662-100CD3C2D3BA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5E6CA6-DE30-EB19-F841-E618465E2084}"/>
              </a:ext>
            </a:extLst>
          </p:cNvPr>
          <p:cNvGrpSpPr/>
          <p:nvPr/>
        </p:nvGrpSpPr>
        <p:grpSpPr>
          <a:xfrm>
            <a:off x="1224736" y="3875691"/>
            <a:ext cx="4262243" cy="246221"/>
            <a:chOff x="6663071" y="4746141"/>
            <a:chExt cx="4262243" cy="24622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0FB757-2D2F-A4B5-DB52-9B179C6B1E79}"/>
                </a:ext>
              </a:extLst>
            </p:cNvPr>
            <p:cNvSpPr txBox="1"/>
            <p:nvPr/>
          </p:nvSpPr>
          <p:spPr>
            <a:xfrm>
              <a:off x="6819524" y="4746141"/>
              <a:ext cx="41057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Modify the types of scales that may exist in current instruments.</a:t>
              </a: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4BC3C63-0595-F91C-5735-92F9287EF716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9F8021-029E-1F1C-2051-E8C9DA2E6384}"/>
              </a:ext>
            </a:extLst>
          </p:cNvPr>
          <p:cNvGrpSpPr/>
          <p:nvPr/>
        </p:nvGrpSpPr>
        <p:grpSpPr>
          <a:xfrm>
            <a:off x="1224736" y="4154478"/>
            <a:ext cx="4680764" cy="400110"/>
            <a:chOff x="6663071" y="4746141"/>
            <a:chExt cx="4262243" cy="40011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6219BE0-EB55-3910-867C-12E049073D2D}"/>
                </a:ext>
              </a:extLst>
            </p:cNvPr>
            <p:cNvSpPr txBox="1"/>
            <p:nvPr/>
          </p:nvSpPr>
          <p:spPr>
            <a:xfrm>
              <a:off x="6819523" y="4746141"/>
              <a:ext cx="410579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Form categories of information explored more deeply in the quantitative phase.</a:t>
              </a: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6A87E6-D152-6F6D-C1B0-E99E600DD304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D947B7-91B0-954E-F876-87237D4CEAB5}"/>
              </a:ext>
            </a:extLst>
          </p:cNvPr>
          <p:cNvGrpSpPr/>
          <p:nvPr/>
        </p:nvGrpSpPr>
        <p:grpSpPr>
          <a:xfrm>
            <a:off x="6975672" y="5187986"/>
            <a:ext cx="4186804" cy="400110"/>
            <a:chOff x="987574" y="5097215"/>
            <a:chExt cx="5066959" cy="40011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07FD370-20E2-3E86-08EA-2D1256A5F5E4}"/>
                </a:ext>
              </a:extLst>
            </p:cNvPr>
            <p:cNvSpPr txBox="1"/>
            <p:nvPr/>
          </p:nvSpPr>
          <p:spPr>
            <a:xfrm>
              <a:off x="1447500" y="5181658"/>
              <a:ext cx="460703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Test the instrument using sampling/quantitative designs.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1415650-5D5D-1B5A-E5FE-3D3AD38AE74E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5E31791-5CF9-BC18-B9A0-A43EE85B1D7C}"/>
              </a:ext>
            </a:extLst>
          </p:cNvPr>
          <p:cNvSpPr txBox="1"/>
          <p:nvPr/>
        </p:nvSpPr>
        <p:spPr>
          <a:xfrm>
            <a:off x="1171432" y="4570535"/>
            <a:ext cx="4537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FFFFFF"/>
                </a:highlight>
              </a:rPr>
              <a:t>Sampling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61AC67E-C067-1F02-DE86-176711781170}"/>
              </a:ext>
            </a:extLst>
          </p:cNvPr>
          <p:cNvSpPr/>
          <p:nvPr/>
        </p:nvSpPr>
        <p:spPr>
          <a:xfrm>
            <a:off x="978414" y="4623990"/>
            <a:ext cx="193018" cy="193018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783E7C-F6D0-BD54-B5AB-316CBDA93132}"/>
              </a:ext>
            </a:extLst>
          </p:cNvPr>
          <p:cNvSpPr txBox="1"/>
          <p:nvPr/>
        </p:nvSpPr>
        <p:spPr>
          <a:xfrm>
            <a:off x="892650" y="4858347"/>
            <a:ext cx="537532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r>
              <a:rPr lang="en-US" b="1" dirty="0"/>
              <a:t>Should individuals in the qualitative sample also be individuals in the quantitative sample?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No.</a:t>
            </a:r>
            <a:r>
              <a:rPr lang="en-US" dirty="0"/>
              <a:t> The qualitative sample is typically much smaller than the quantitative sample needed to </a:t>
            </a:r>
            <a:r>
              <a:rPr lang="en-US" dirty="0" err="1"/>
              <a:t>generalise</a:t>
            </a:r>
            <a:r>
              <a:rPr lang="en-US" dirty="0"/>
              <a:t> to a population. However, a good procedure is to draw both samples from the same population but </a:t>
            </a:r>
            <a:r>
              <a:rPr lang="en-US" b="1" dirty="0">
                <a:highlight>
                  <a:srgbClr val="FFC000"/>
                </a:highlight>
              </a:rPr>
              <a:t>ensure that the individuals in each sample are not the same.</a:t>
            </a:r>
            <a:endParaRPr lang="en-GB" b="1" noProof="0" dirty="0">
              <a:solidFill>
                <a:schemeClr val="bg1">
                  <a:lumMod val="85000"/>
                </a:schemeClr>
              </a:solidFill>
              <a:highlight>
                <a:srgbClr val="FFC000"/>
              </a:highlight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CCED999-3C49-C77B-D2EB-77AE3105C25E}"/>
              </a:ext>
            </a:extLst>
          </p:cNvPr>
          <p:cNvGrpSpPr/>
          <p:nvPr/>
        </p:nvGrpSpPr>
        <p:grpSpPr>
          <a:xfrm>
            <a:off x="7432277" y="4324962"/>
            <a:ext cx="3730199" cy="246221"/>
            <a:chOff x="6663071" y="4746141"/>
            <a:chExt cx="3730199" cy="24622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4BAC577-1F12-CE36-F5D4-5CAF19EE051C}"/>
                </a:ext>
              </a:extLst>
            </p:cNvPr>
            <p:cNvSpPr txBox="1"/>
            <p:nvPr/>
          </p:nvSpPr>
          <p:spPr>
            <a:xfrm>
              <a:off x="6819523" y="4746141"/>
              <a:ext cx="357374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b="1" dirty="0"/>
                <a:t>Quotations</a:t>
              </a:r>
              <a:r>
                <a:rPr lang="en-US" sz="1000" dirty="0"/>
                <a:t> → to write survey items</a:t>
              </a: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14F488B-214D-623D-7B1C-9CB9BFB6500D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AB1638C-C8B1-6F14-E963-2592ECFA31D7}"/>
              </a:ext>
            </a:extLst>
          </p:cNvPr>
          <p:cNvGrpSpPr/>
          <p:nvPr/>
        </p:nvGrpSpPr>
        <p:grpSpPr>
          <a:xfrm>
            <a:off x="7432277" y="4590103"/>
            <a:ext cx="3588291" cy="246221"/>
            <a:chOff x="6663071" y="4746141"/>
            <a:chExt cx="3588291" cy="24622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04FC8B2-6896-3F98-A781-5DB6325ED9B0}"/>
                </a:ext>
              </a:extLst>
            </p:cNvPr>
            <p:cNvSpPr txBox="1"/>
            <p:nvPr/>
          </p:nvSpPr>
          <p:spPr>
            <a:xfrm>
              <a:off x="6819523" y="4746141"/>
              <a:ext cx="343183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b="1" dirty="0"/>
                <a:t>Codes</a:t>
              </a:r>
              <a:r>
                <a:rPr lang="en-US" sz="1000" dirty="0"/>
                <a:t> → to develop variables grouping those items</a:t>
              </a: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5AE4A51-BC2C-29C4-8173-B8656F52317F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C26D566-F3DC-B951-0BB7-4DD5D5018B49}"/>
              </a:ext>
            </a:extLst>
          </p:cNvPr>
          <p:cNvGrpSpPr/>
          <p:nvPr/>
        </p:nvGrpSpPr>
        <p:grpSpPr>
          <a:xfrm>
            <a:off x="7432277" y="4862755"/>
            <a:ext cx="3571339" cy="246221"/>
            <a:chOff x="6663071" y="4746141"/>
            <a:chExt cx="3571339" cy="246221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1BAC87-3BA5-C244-09EC-5167C11054F5}"/>
                </a:ext>
              </a:extLst>
            </p:cNvPr>
            <p:cNvSpPr txBox="1"/>
            <p:nvPr/>
          </p:nvSpPr>
          <p:spPr>
            <a:xfrm>
              <a:off x="6819523" y="4746141"/>
              <a:ext cx="34148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b="1" dirty="0"/>
                <a:t>Themes</a:t>
              </a:r>
              <a:r>
                <a:rPr lang="en-US" sz="1000" dirty="0"/>
                <a:t> → to create scales grouping the codes</a:t>
              </a: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E8BCE78-8661-C50A-1B57-069F9C1362E6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234339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5" grpId="0"/>
      <p:bldP spid="86" grpId="0" animBg="1"/>
      <p:bldP spid="43" grpId="0"/>
      <p:bldP spid="44" grpId="0" animBg="1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1C11-8E59-8752-F8E7-16B12D8F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876764F2-AB82-D560-0A56-BA27E0BA6E4D}"/>
              </a:ext>
            </a:extLst>
          </p:cNvPr>
          <p:cNvSpPr txBox="1">
            <a:spLocks/>
          </p:cNvSpPr>
          <p:nvPr/>
        </p:nvSpPr>
        <p:spPr>
          <a:xfrm>
            <a:off x="891588" y="501651"/>
            <a:ext cx="514345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Exploratory Sequential (three‑phase design)</a:t>
            </a:r>
            <a:endParaRPr lang="en-GB" sz="3200" b="1" dirty="0">
              <a:solidFill>
                <a:srgbClr val="FF0000"/>
              </a:solidFill>
              <a:latin typeface="Aptos SemiBold" panose="020F0502020204030204" pitchFamily="34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68D09AB-E31F-7079-6575-61DE164C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3DD9C7C7-4A3D-6E6D-2CD8-67309F10B35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9E3A68-394F-29D5-8A72-906A6B5977E7}"/>
              </a:ext>
            </a:extLst>
          </p:cNvPr>
          <p:cNvSpPr txBox="1"/>
          <p:nvPr/>
        </p:nvSpPr>
        <p:spPr>
          <a:xfrm>
            <a:off x="977601" y="2446177"/>
            <a:ext cx="3701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dirty="0"/>
              <a:t>Graphical representation – Joint display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C7F2B8F-E3BD-0966-DC18-628DFC5E5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380611"/>
              </p:ext>
            </p:extLst>
          </p:nvPr>
        </p:nvGraphicFramePr>
        <p:xfrm>
          <a:off x="1081659" y="2788942"/>
          <a:ext cx="6614541" cy="103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46301">
                  <a:extLst>
                    <a:ext uri="{9D8B030D-6E8A-4147-A177-3AD203B41FA5}">
                      <a16:colId xmlns:a16="http://schemas.microsoft.com/office/drawing/2014/main" val="4146373053"/>
                    </a:ext>
                  </a:extLst>
                </a:gridCol>
                <a:gridCol w="2901997">
                  <a:extLst>
                    <a:ext uri="{9D8B030D-6E8A-4147-A177-3AD203B41FA5}">
                      <a16:colId xmlns:a16="http://schemas.microsoft.com/office/drawing/2014/main" val="680877441"/>
                    </a:ext>
                  </a:extLst>
                </a:gridCol>
                <a:gridCol w="2066243">
                  <a:extLst>
                    <a:ext uri="{9D8B030D-6E8A-4147-A177-3AD203B41FA5}">
                      <a16:colId xmlns:a16="http://schemas.microsoft.com/office/drawing/2014/main" val="296244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Qualitative insights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Qualitative follow‑up themes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Meta‑inferences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016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Quotations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Items of the quantitative survey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Analyze survey scores/indicators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949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Codes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Variables of the quantitative survey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Identify variables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09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Themes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Scales of the quantitative survey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Identify scales</a:t>
                      </a:r>
                      <a:endParaRPr lang="en-GB" sz="9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26344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82820E04-523C-FE7B-677A-62671EB8DEA7}"/>
              </a:ext>
            </a:extLst>
          </p:cNvPr>
          <p:cNvGrpSpPr/>
          <p:nvPr/>
        </p:nvGrpSpPr>
        <p:grpSpPr>
          <a:xfrm>
            <a:off x="1081660" y="4318530"/>
            <a:ext cx="3055999" cy="1954381"/>
            <a:chOff x="987574" y="5097215"/>
            <a:chExt cx="3698435" cy="195438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8C75D30-C22D-0E3D-8EA1-F1CF616D0151}"/>
                </a:ext>
              </a:extLst>
            </p:cNvPr>
            <p:cNvSpPr txBox="1"/>
            <p:nvPr/>
          </p:nvSpPr>
          <p:spPr>
            <a:xfrm>
              <a:off x="1447502" y="5097215"/>
              <a:ext cx="3238507" cy="1954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Separate analysis of the quantitative and qualitative data</a:t>
              </a:r>
              <a:r>
                <a:rPr lang="en-US" dirty="0">
                  <a:highlight>
                    <a:srgbClr val="FFFFFF"/>
                  </a:highlight>
                </a:rPr>
                <a:t>, using the findings from the initial exploratory qualitative database to construct a characteristic for the quantitative analysis.</a:t>
              </a:r>
            </a:p>
            <a:p>
              <a:endParaRPr lang="en-US" dirty="0">
                <a:highlight>
                  <a:srgbClr val="FFFFFF"/>
                </a:highlight>
              </a:endParaRPr>
            </a:p>
            <a:p>
              <a:r>
                <a:rPr lang="en-US" dirty="0">
                  <a:highlight>
                    <a:srgbClr val="FFFFFF"/>
                  </a:highlight>
                </a:rPr>
                <a:t>Integration in this design involves using qualitative findings (or results) to inform the design of a quantitative phase of the research.</a:t>
              </a:r>
            </a:p>
            <a:p>
              <a:endParaRPr lang="en-US" dirty="0">
                <a:highlight>
                  <a:srgbClr val="FFFFFF"/>
                </a:highlight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8A769C-2F15-EAE1-0948-4DBE3F4C9FFC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880C18C-6F91-E854-F057-31254C6CCC6F}"/>
              </a:ext>
            </a:extLst>
          </p:cNvPr>
          <p:cNvGrpSpPr/>
          <p:nvPr/>
        </p:nvGrpSpPr>
        <p:grpSpPr>
          <a:xfrm>
            <a:off x="4219335" y="4318529"/>
            <a:ext cx="1815704" cy="600164"/>
            <a:chOff x="987574" y="5097215"/>
            <a:chExt cx="1876660" cy="60016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4966E74-AFCC-3192-F40F-9F25C80D302F}"/>
                </a:ext>
              </a:extLst>
            </p:cNvPr>
            <p:cNvSpPr txBox="1"/>
            <p:nvPr/>
          </p:nvSpPr>
          <p:spPr>
            <a:xfrm>
              <a:off x="1447503" y="5097215"/>
              <a:ext cx="1416731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Design of attributes / instruments</a:t>
              </a:r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4BF5846-7945-A0F2-0081-11A7EAB3C4C3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6252C99-EF69-04CB-5481-AD58945166FD}"/>
              </a:ext>
            </a:extLst>
          </p:cNvPr>
          <p:cNvGrpSpPr/>
          <p:nvPr/>
        </p:nvGrpSpPr>
        <p:grpSpPr>
          <a:xfrm>
            <a:off x="5659912" y="4318529"/>
            <a:ext cx="1750751" cy="600164"/>
            <a:chOff x="987574" y="5097215"/>
            <a:chExt cx="2118797" cy="60016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44F4AAB-80A8-0115-87FB-00236357A960}"/>
                </a:ext>
              </a:extLst>
            </p:cNvPr>
            <p:cNvSpPr txBox="1"/>
            <p:nvPr/>
          </p:nvSpPr>
          <p:spPr>
            <a:xfrm>
              <a:off x="1447502" y="5097215"/>
              <a:ext cx="165886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Implementation of the quantitative stage</a:t>
              </a:r>
              <a:endParaRPr lang="en-US" dirty="0">
                <a:highlight>
                  <a:srgbClr val="FFFFFF"/>
                </a:highlight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67C14E2-AC81-72C1-768E-BF91D69F92CA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3</a:t>
              </a:r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F74B8-9F44-1FCF-6E8A-0B8DA2F612D4}"/>
              </a:ext>
            </a:extLst>
          </p:cNvPr>
          <p:cNvGrpSpPr/>
          <p:nvPr/>
        </p:nvGrpSpPr>
        <p:grpSpPr>
          <a:xfrm>
            <a:off x="7559040" y="4318529"/>
            <a:ext cx="3867713" cy="1277273"/>
            <a:chOff x="987574" y="5097215"/>
            <a:chExt cx="2671846" cy="12772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38E2ACD-3230-9FE6-8F57-63EE829AD385}"/>
                </a:ext>
              </a:extLst>
            </p:cNvPr>
            <p:cNvSpPr txBox="1"/>
            <p:nvPr/>
          </p:nvSpPr>
          <p:spPr>
            <a:xfrm>
              <a:off x="1447502" y="5097215"/>
              <a:ext cx="2211918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b="1" dirty="0">
                  <a:highlight>
                    <a:srgbClr val="FFC000"/>
                  </a:highlight>
                </a:rPr>
                <a:t>Development of meta‑inferences. </a:t>
              </a:r>
              <a:r>
                <a:rPr lang="en-US" dirty="0"/>
                <a:t>examine the qualitative characteristics and the design characteristics to test the adapted quantitative evaluation.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2CC514-C384-7D03-802E-4EFAEF378A6D}"/>
                </a:ext>
              </a:extLst>
            </p:cNvPr>
            <p:cNvSpPr txBox="1"/>
            <p:nvPr/>
          </p:nvSpPr>
          <p:spPr>
            <a:xfrm>
              <a:off x="987574" y="5097215"/>
              <a:ext cx="5224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noProof="0" dirty="0">
                  <a:solidFill>
                    <a:srgbClr val="FF0000"/>
                  </a:solidFill>
                  <a:latin typeface="Aptos Black" panose="020B0004020202020204" pitchFamily="34" charset="0"/>
                </a:rPr>
                <a:t>4.</a:t>
              </a:r>
              <a:endParaRPr lang="en-GB" sz="2000" b="1" noProof="0" dirty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CB08901-275F-CC1D-61B7-BA33570A0FCD}"/>
              </a:ext>
            </a:extLst>
          </p:cNvPr>
          <p:cNvGrpSpPr/>
          <p:nvPr/>
        </p:nvGrpSpPr>
        <p:grpSpPr>
          <a:xfrm>
            <a:off x="8315392" y="5097966"/>
            <a:ext cx="2654597" cy="246221"/>
            <a:chOff x="6663071" y="4746141"/>
            <a:chExt cx="2417242" cy="2462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BED4BE-E047-6B91-05E1-B82E554748C8}"/>
                </a:ext>
              </a:extLst>
            </p:cNvPr>
            <p:cNvSpPr txBox="1"/>
            <p:nvPr/>
          </p:nvSpPr>
          <p:spPr>
            <a:xfrm>
              <a:off x="6819523" y="4746141"/>
              <a:ext cx="22607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How well has the adaptation occurred?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36F904-E1A0-A895-294C-764A08CA9A33}"/>
                </a:ext>
              </a:extLst>
            </p:cNvPr>
            <p:cNvSpPr/>
            <p:nvPr/>
          </p:nvSpPr>
          <p:spPr>
            <a:xfrm>
              <a:off x="6663071" y="479110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AD7770-6C16-5239-193A-6B4B6C263C7F}"/>
              </a:ext>
            </a:extLst>
          </p:cNvPr>
          <p:cNvGrpSpPr/>
          <p:nvPr/>
        </p:nvGrpSpPr>
        <p:grpSpPr>
          <a:xfrm>
            <a:off x="8315393" y="5395747"/>
            <a:ext cx="3111362" cy="400110"/>
            <a:chOff x="6663071" y="4746141"/>
            <a:chExt cx="2833166" cy="4001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A69BE-14D9-5D44-3629-51FF5FD328DB}"/>
                </a:ext>
              </a:extLst>
            </p:cNvPr>
            <p:cNvSpPr txBox="1"/>
            <p:nvPr/>
          </p:nvSpPr>
          <p:spPr>
            <a:xfrm>
              <a:off x="6819523" y="4746141"/>
              <a:ext cx="26767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Is the modified or newly designed survey producing good results?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FA6084-1CEA-E43C-06CF-3DE4B952DF97}"/>
                </a:ext>
              </a:extLst>
            </p:cNvPr>
            <p:cNvSpPr/>
            <p:nvPr/>
          </p:nvSpPr>
          <p:spPr>
            <a:xfrm>
              <a:off x="6663071" y="479110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F329CC-7EB8-CDA9-4AF0-649F0B867FF0}"/>
              </a:ext>
            </a:extLst>
          </p:cNvPr>
          <p:cNvGrpSpPr/>
          <p:nvPr/>
        </p:nvGrpSpPr>
        <p:grpSpPr>
          <a:xfrm>
            <a:off x="8276514" y="5840816"/>
            <a:ext cx="3111362" cy="400110"/>
            <a:chOff x="6663071" y="4746141"/>
            <a:chExt cx="2833166" cy="40011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560471-B327-A583-4274-C84CF3B96C59}"/>
                </a:ext>
              </a:extLst>
            </p:cNvPr>
            <p:cNvSpPr txBox="1"/>
            <p:nvPr/>
          </p:nvSpPr>
          <p:spPr>
            <a:xfrm>
              <a:off x="6819523" y="4746141"/>
              <a:ext cx="26767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Will the test show sensitivity to the sample and population under study?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4252086-769E-B781-C534-0196D4D30F21}"/>
                </a:ext>
              </a:extLst>
            </p:cNvPr>
            <p:cNvSpPr/>
            <p:nvPr/>
          </p:nvSpPr>
          <p:spPr>
            <a:xfrm>
              <a:off x="6663071" y="479110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24CDD9-F7CB-7CAE-F6EA-A64A8BD88BB2}"/>
              </a:ext>
            </a:extLst>
          </p:cNvPr>
          <p:cNvGrpSpPr/>
          <p:nvPr/>
        </p:nvGrpSpPr>
        <p:grpSpPr>
          <a:xfrm>
            <a:off x="977601" y="1511379"/>
            <a:ext cx="5290374" cy="730059"/>
            <a:chOff x="1497771" y="4900353"/>
            <a:chExt cx="5290374" cy="73005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0E713D-CBF7-9631-51C9-1B1E0A6343F6}"/>
                </a:ext>
              </a:extLst>
            </p:cNvPr>
            <p:cNvSpPr/>
            <p:nvPr/>
          </p:nvSpPr>
          <p:spPr>
            <a:xfrm>
              <a:off x="3145335" y="5195306"/>
              <a:ext cx="557549" cy="435106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</a:t>
              </a:r>
              <a:r>
                <a:rPr lang="en-GB" sz="800" b="1" dirty="0">
                  <a:solidFill>
                    <a:schemeClr val="tx1"/>
                  </a:solidFill>
                </a:rPr>
                <a:t>Phase </a:t>
              </a:r>
              <a:r>
                <a:rPr lang="en-GB" sz="8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8AE0CB2-029E-016D-7F5D-E6744E5FD8BD}"/>
                </a:ext>
              </a:extLst>
            </p:cNvPr>
            <p:cNvSpPr/>
            <p:nvPr/>
          </p:nvSpPr>
          <p:spPr>
            <a:xfrm>
              <a:off x="3857236" y="5150379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3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8272D63-EDE6-7B59-FA43-26A9AA983D45}"/>
                </a:ext>
              </a:extLst>
            </p:cNvPr>
            <p:cNvSpPr/>
            <p:nvPr/>
          </p:nvSpPr>
          <p:spPr>
            <a:xfrm>
              <a:off x="1504043" y="5155058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1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657880D-A72D-1611-AB68-A3471DCB76B3}"/>
                </a:ext>
              </a:extLst>
            </p:cNvPr>
            <p:cNvSpPr/>
            <p:nvPr/>
          </p:nvSpPr>
          <p:spPr>
            <a:xfrm>
              <a:off x="5559469" y="4907335"/>
              <a:ext cx="1228676" cy="512506"/>
            </a:xfrm>
            <a:prstGeom prst="roundRect">
              <a:avLst>
                <a:gd name="adj" fmla="val 50000"/>
              </a:avLst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How does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the testing </a:t>
              </a:r>
              <a:br>
                <a:rPr lang="en-GB" sz="600" noProof="0" dirty="0">
                  <a:solidFill>
                    <a:schemeClr val="tx1"/>
                  </a:solidFill>
                </a:rPr>
              </a:br>
              <a:r>
                <a:rPr lang="en-GB" sz="600" noProof="0" dirty="0">
                  <a:solidFill>
                    <a:schemeClr val="tx1"/>
                  </a:solidFill>
                </a:rPr>
                <a:t>improve our results?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D8D76B6-C214-CEF8-CB1C-ACF94172ECB4}"/>
                </a:ext>
              </a:extLst>
            </p:cNvPr>
            <p:cNvSpPr/>
            <p:nvPr/>
          </p:nvSpPr>
          <p:spPr>
            <a:xfrm>
              <a:off x="1497771" y="4924021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qualitative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AF2075C3-19EC-C5A4-25F0-F492DFD20EF8}"/>
                </a:ext>
              </a:extLst>
            </p:cNvPr>
            <p:cNvSpPr/>
            <p:nvPr/>
          </p:nvSpPr>
          <p:spPr>
            <a:xfrm>
              <a:off x="3164599" y="4902775"/>
              <a:ext cx="538285" cy="512505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Identification of </a:t>
              </a:r>
            </a:p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an attribute </a:t>
              </a:r>
            </a:p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for testing</a:t>
              </a:r>
              <a:endParaRPr lang="en-GB" sz="600" b="1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FF31672-6C6C-1BDF-FF0E-FA18567EF5A5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2955047" y="5159028"/>
              <a:ext cx="209552" cy="2670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731412F-BFBD-25E1-A7CE-21325839CD34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3702884" y="5158155"/>
              <a:ext cx="154352" cy="873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AB6739C-8D67-18C2-F9D8-A895FFDA6173}"/>
                </a:ext>
              </a:extLst>
            </p:cNvPr>
            <p:cNvSpPr/>
            <p:nvPr/>
          </p:nvSpPr>
          <p:spPr>
            <a:xfrm>
              <a:off x="3857236" y="4920478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 dirty="0">
                  <a:solidFill>
                    <a:schemeClr val="bg1"/>
                  </a:solidFill>
                </a:rPr>
                <a:t>Quantitative testing of the attribute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8832D91-406C-7F19-6C51-8589B38C1095}"/>
                </a:ext>
              </a:extLst>
            </p:cNvPr>
            <p:cNvSpPr/>
            <p:nvPr/>
          </p:nvSpPr>
          <p:spPr>
            <a:xfrm>
              <a:off x="5468864" y="4900353"/>
              <a:ext cx="538286" cy="5125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Interpretation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 of results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CC0C586-FC06-7D45-4F1D-C11A30DB75BF}"/>
                </a:ext>
              </a:extLst>
            </p:cNvPr>
            <p:cNvCxnSpPr>
              <a:cxnSpLocks/>
              <a:stCxn id="47" idx="3"/>
              <a:endCxn id="48" idx="2"/>
            </p:cNvCxnSpPr>
            <p:nvPr/>
          </p:nvCxnSpPr>
          <p:spPr>
            <a:xfrm flipV="1">
              <a:off x="5314512" y="5156606"/>
              <a:ext cx="154352" cy="1549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7517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18F0-0657-EA28-8DC9-C481E25D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76333420-11B0-4639-562A-8C4257CA62FA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266744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Exploratory Sequential (three‑phase design)</a:t>
            </a:r>
            <a:endParaRPr lang="en-GB" sz="3200" b="1" dirty="0">
              <a:solidFill>
                <a:srgbClr val="FF0000"/>
              </a:solidFill>
              <a:latin typeface="Aptos SemiBold" panose="020F0502020204030204" pitchFamily="34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F2200BF-FB14-8FD3-5228-BD434719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A25AB871-EC00-0213-AD24-DBE69D9FF54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27" name="Picture 26">
            <a:hlinkClick r:id="rId3"/>
            <a:extLst>
              <a:ext uri="{FF2B5EF4-FFF2-40B4-BE49-F238E27FC236}">
                <a16:creationId xmlns:a16="http://schemas.microsoft.com/office/drawing/2014/main" id="{1894FD3B-3DB5-2D59-06FC-A5F5B5D1ADDA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t="-1111" b="12223"/>
          <a:stretch/>
        </p:blipFill>
        <p:spPr>
          <a:xfrm>
            <a:off x="5048718" y="2650656"/>
            <a:ext cx="661321" cy="678278"/>
          </a:xfrm>
          <a:prstGeom prst="ellipse">
            <a:avLst/>
          </a:prstGeom>
          <a:solidFill>
            <a:srgbClr val="FF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E5A1306-3ABB-6CFB-AB53-4CA0C23A9575}"/>
              </a:ext>
            </a:extLst>
          </p:cNvPr>
          <p:cNvSpPr txBox="1"/>
          <p:nvPr/>
        </p:nvSpPr>
        <p:spPr>
          <a:xfrm>
            <a:off x="4885451" y="3328934"/>
            <a:ext cx="1023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noProof="0" dirty="0"/>
              <a:t> Guetterman et al., (2015)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F44BE1-7857-9CC4-B343-EF788F01A34E}"/>
              </a:ext>
            </a:extLst>
          </p:cNvPr>
          <p:cNvSpPr txBox="1"/>
          <p:nvPr/>
        </p:nvSpPr>
        <p:spPr>
          <a:xfrm>
            <a:off x="4926537" y="3744431"/>
            <a:ext cx="26172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 joint display for instrument development </a:t>
            </a:r>
            <a:r>
              <a:rPr lang="en-US" sz="1000" b="1" dirty="0">
                <a:highlight>
                  <a:srgbClr val="FFC000"/>
                </a:highlight>
              </a:rPr>
              <a:t>mapped the qualitative dimensions of continuity of care to the items of the quantitative instrument</a:t>
            </a:r>
            <a:r>
              <a:rPr lang="en-US" sz="1000" dirty="0"/>
              <a:t>.</a:t>
            </a:r>
            <a:endParaRPr lang="en-GB" sz="1000" b="1" noProof="0" dirty="0">
              <a:highlight>
                <a:srgbClr val="FFC000"/>
              </a:highlight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B0F4B2-3D72-EC42-11AB-2E5BAB885BF8}"/>
              </a:ext>
            </a:extLst>
          </p:cNvPr>
          <p:cNvGrpSpPr/>
          <p:nvPr/>
        </p:nvGrpSpPr>
        <p:grpSpPr>
          <a:xfrm>
            <a:off x="7857030" y="3347207"/>
            <a:ext cx="3285093" cy="400110"/>
            <a:chOff x="6663071" y="4746141"/>
            <a:chExt cx="3285093" cy="40011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FBAE276-7383-C281-CFBA-C6C298258240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The main row headings marked each dimension of continuity of care.</a:t>
              </a: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F9813A7-98CD-9D23-59E4-F09FFFCC3C22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E45147A-B56E-286C-2A49-22B7053A03A6}"/>
              </a:ext>
            </a:extLst>
          </p:cNvPr>
          <p:cNvGrpSpPr/>
          <p:nvPr/>
        </p:nvGrpSpPr>
        <p:grpSpPr>
          <a:xfrm>
            <a:off x="7857030" y="3797011"/>
            <a:ext cx="3285093" cy="553998"/>
            <a:chOff x="6663071" y="4746141"/>
            <a:chExt cx="3285093" cy="55399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77BDAD6-2735-0F25-F64F-652D46BB73C5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The columns provided the response format, a description of the item content, and the source of the item (i.e., existing survey or new item).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325A570-96AF-8BA1-4871-FFD9B0072DD1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9AE1689-7DB6-BD13-2199-DECF437029F4}"/>
              </a:ext>
            </a:extLst>
          </p:cNvPr>
          <p:cNvGrpSpPr/>
          <p:nvPr/>
        </p:nvGrpSpPr>
        <p:grpSpPr>
          <a:xfrm>
            <a:off x="977601" y="1511379"/>
            <a:ext cx="5290374" cy="730059"/>
            <a:chOff x="1497771" y="4900353"/>
            <a:chExt cx="5290374" cy="73005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CD24448-9722-3DC5-81FF-77C1430F20E2}"/>
                </a:ext>
              </a:extLst>
            </p:cNvPr>
            <p:cNvSpPr/>
            <p:nvPr/>
          </p:nvSpPr>
          <p:spPr>
            <a:xfrm>
              <a:off x="3145335" y="5195306"/>
              <a:ext cx="557549" cy="435106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</a:t>
              </a:r>
              <a:r>
                <a:rPr lang="en-GB" sz="800" b="1" dirty="0">
                  <a:solidFill>
                    <a:schemeClr val="tx1"/>
                  </a:solidFill>
                </a:rPr>
                <a:t>Phase </a:t>
              </a:r>
              <a:r>
                <a:rPr lang="en-GB" sz="8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4AE50CD-5E56-C863-416A-C090F35B6550}"/>
                </a:ext>
              </a:extLst>
            </p:cNvPr>
            <p:cNvSpPr/>
            <p:nvPr/>
          </p:nvSpPr>
          <p:spPr>
            <a:xfrm>
              <a:off x="3857236" y="5150379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3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51DC8C9-5C45-641A-9683-81EB69E1F427}"/>
                </a:ext>
              </a:extLst>
            </p:cNvPr>
            <p:cNvSpPr/>
            <p:nvPr/>
          </p:nvSpPr>
          <p:spPr>
            <a:xfrm>
              <a:off x="1504043" y="5155058"/>
              <a:ext cx="1457276" cy="475354"/>
            </a:xfrm>
            <a:prstGeom prst="round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GB" sz="800" b="1" dirty="0">
                  <a:solidFill>
                    <a:schemeClr val="tx1"/>
                  </a:solidFill>
                </a:rPr>
                <a:t>Phase</a:t>
              </a:r>
              <a:r>
                <a:rPr lang="en-GB" sz="800" b="1" noProof="0" dirty="0">
                  <a:solidFill>
                    <a:schemeClr val="tx1"/>
                  </a:solidFill>
                </a:rPr>
                <a:t> 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23A3BC9-F7B5-7D36-3876-E399D0A84E24}"/>
                </a:ext>
              </a:extLst>
            </p:cNvPr>
            <p:cNvSpPr/>
            <p:nvPr/>
          </p:nvSpPr>
          <p:spPr>
            <a:xfrm>
              <a:off x="5559469" y="4907335"/>
              <a:ext cx="1228676" cy="512506"/>
            </a:xfrm>
            <a:prstGeom prst="roundRect">
              <a:avLst>
                <a:gd name="adj" fmla="val 50000"/>
              </a:avLst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How does </a:t>
              </a:r>
            </a:p>
            <a:p>
              <a:pPr algn="r"/>
              <a:r>
                <a:rPr lang="en-GB" sz="600" noProof="0" dirty="0">
                  <a:solidFill>
                    <a:schemeClr val="tx1"/>
                  </a:solidFill>
                </a:rPr>
                <a:t>the testing </a:t>
              </a:r>
              <a:br>
                <a:rPr lang="en-GB" sz="600" noProof="0" dirty="0">
                  <a:solidFill>
                    <a:schemeClr val="tx1"/>
                  </a:solidFill>
                </a:rPr>
              </a:br>
              <a:r>
                <a:rPr lang="en-GB" sz="600" noProof="0" dirty="0">
                  <a:solidFill>
                    <a:schemeClr val="tx1"/>
                  </a:solidFill>
                </a:rPr>
                <a:t>improve our results?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B63CA49-655E-0A7E-5EFF-97AC371956AF}"/>
                </a:ext>
              </a:extLst>
            </p:cNvPr>
            <p:cNvSpPr/>
            <p:nvPr/>
          </p:nvSpPr>
          <p:spPr>
            <a:xfrm>
              <a:off x="1497771" y="4924021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noProof="0" dirty="0">
                  <a:solidFill>
                    <a:schemeClr val="bg1"/>
                  </a:solidFill>
                </a:rPr>
                <a:t>Collection of qualitative data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B80462-05ED-7872-220C-E1D589F47BCB}"/>
                </a:ext>
              </a:extLst>
            </p:cNvPr>
            <p:cNvSpPr/>
            <p:nvPr/>
          </p:nvSpPr>
          <p:spPr>
            <a:xfrm>
              <a:off x="3164599" y="4902775"/>
              <a:ext cx="538285" cy="512505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Identification of </a:t>
              </a:r>
            </a:p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an attribute </a:t>
              </a:r>
            </a:p>
            <a:p>
              <a:pPr algn="ctr"/>
              <a:r>
                <a:rPr lang="en-US" sz="600" noProof="0" dirty="0">
                  <a:solidFill>
                    <a:schemeClr val="bg1"/>
                  </a:solidFill>
                </a:rPr>
                <a:t>for testing</a:t>
              </a:r>
              <a:endParaRPr lang="en-GB" sz="600" b="1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6CB9F6F-A456-DBC4-567D-12156DD61E1F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2955047" y="5159028"/>
              <a:ext cx="209552" cy="2670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3DEF020-3A3E-26A0-884E-488FF60B5A2F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3702884" y="5158155"/>
              <a:ext cx="154352" cy="873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773F6DB-3FC4-ADEB-4997-ECADEA01E760}"/>
                </a:ext>
              </a:extLst>
            </p:cNvPr>
            <p:cNvSpPr/>
            <p:nvPr/>
          </p:nvSpPr>
          <p:spPr>
            <a:xfrm>
              <a:off x="3857236" y="4920478"/>
              <a:ext cx="1457276" cy="475354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 dirty="0">
                  <a:solidFill>
                    <a:schemeClr val="bg1"/>
                  </a:solidFill>
                </a:rPr>
                <a:t>Quantitative testing of the attribute</a:t>
              </a:r>
              <a:endParaRPr lang="en-GB" sz="105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D686BC-8B60-B6ED-026F-45B4A90EE156}"/>
                </a:ext>
              </a:extLst>
            </p:cNvPr>
            <p:cNvSpPr/>
            <p:nvPr/>
          </p:nvSpPr>
          <p:spPr>
            <a:xfrm>
              <a:off x="5468864" y="4900353"/>
              <a:ext cx="538286" cy="5125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Interpretation</a:t>
              </a:r>
            </a:p>
            <a:p>
              <a:pPr algn="ctr"/>
              <a:r>
                <a:rPr lang="en-GB" sz="600" noProof="0" dirty="0">
                  <a:solidFill>
                    <a:schemeClr val="bg1"/>
                  </a:solidFill>
                </a:rPr>
                <a:t> of results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6A035CE-BDE7-8EE7-3011-EF7A9BD620BE}"/>
                </a:ext>
              </a:extLst>
            </p:cNvPr>
            <p:cNvCxnSpPr>
              <a:cxnSpLocks/>
              <a:stCxn id="12" idx="3"/>
              <a:endCxn id="13" idx="2"/>
            </p:cNvCxnSpPr>
            <p:nvPr/>
          </p:nvCxnSpPr>
          <p:spPr>
            <a:xfrm flipV="1">
              <a:off x="5314512" y="5156606"/>
              <a:ext cx="154352" cy="1549"/>
            </a:xfrm>
            <a:prstGeom prst="straightConnector1">
              <a:avLst/>
            </a:prstGeom>
            <a:ln w="6350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778759-3B7E-0264-965D-F7C756F75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48" y="2650656"/>
            <a:ext cx="3761042" cy="19573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2327336-749D-ADB5-A3F5-8898D3475AB9}"/>
              </a:ext>
            </a:extLst>
          </p:cNvPr>
          <p:cNvSpPr txBox="1"/>
          <p:nvPr/>
        </p:nvSpPr>
        <p:spPr>
          <a:xfrm>
            <a:off x="5833297" y="2411373"/>
            <a:ext cx="539135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100" noProof="0" dirty="0"/>
          </a:p>
          <a:p>
            <a:r>
              <a:rPr lang="en-GB" sz="1100" noProof="0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Haggerty et al (2012) </a:t>
            </a:r>
            <a:r>
              <a:rPr lang="en-US" sz="1100" dirty="0"/>
              <a:t>carried out a sequential exploratory design to </a:t>
            </a:r>
            <a:r>
              <a:rPr lang="en-US" sz="1100" b="1" dirty="0">
                <a:highlight>
                  <a:srgbClr val="FFC000"/>
                </a:highlight>
              </a:rPr>
              <a:t>develop and validate an instrument that evaluates the continuity of care from the patients’ perspective</a:t>
            </a:r>
            <a:r>
              <a:rPr lang="en-US" sz="1100" dirty="0"/>
              <a:t>. They examined themes from 33 qualitative studies on patient‑care experiences.</a:t>
            </a:r>
            <a:endParaRPr lang="en-GB" sz="1100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28FC670-DD5F-7BF5-A82B-61AD8D0B9137}"/>
              </a:ext>
            </a:extLst>
          </p:cNvPr>
          <p:cNvGrpSpPr/>
          <p:nvPr/>
        </p:nvGrpSpPr>
        <p:grpSpPr>
          <a:xfrm>
            <a:off x="7857030" y="4400703"/>
            <a:ext cx="3285093" cy="707886"/>
            <a:chOff x="6663071" y="4746141"/>
            <a:chExt cx="3285093" cy="70788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5FC30D-0B1A-41C7-1690-66618627E54B}"/>
                </a:ext>
              </a:extLst>
            </p:cNvPr>
            <p:cNvSpPr txBox="1"/>
            <p:nvPr/>
          </p:nvSpPr>
          <p:spPr>
            <a:xfrm>
              <a:off x="6819524" y="4746141"/>
              <a:ext cx="312864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By presenting each qualitatively derived dimension together with the corresponding instrument item, the </a:t>
              </a:r>
              <a:r>
                <a:rPr lang="en-US" sz="1000" b="1" dirty="0">
                  <a:highlight>
                    <a:srgbClr val="FFC000"/>
                  </a:highlight>
                </a:rPr>
                <a:t>display clearly showed how the instrument was systematically developed</a:t>
              </a:r>
              <a:r>
                <a:rPr lang="en-US" sz="1000" dirty="0"/>
                <a:t>.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C61D82F-F73A-8D65-963F-BF475E4B8714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2965883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DBF71-C07F-AB2C-68BA-C329F2000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2E338F1-C538-24F2-1C75-CD10DF05A5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B95784A-DF5B-0946-86D6-7B7E1F88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4BF0D37-2FE8-DD79-0484-E845CFDC2E7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3B6913-B215-074B-7187-2ABE6AE6087D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5DAA30-CCD3-6A38-C22B-ED15707099BD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97403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The research process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in central designs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DDFD3-A67F-07F9-3A92-7FD7F99EB6F5}"/>
              </a:ext>
            </a:extLst>
          </p:cNvPr>
          <p:cNvSpPr txBox="1"/>
          <p:nvPr/>
        </p:nvSpPr>
        <p:spPr>
          <a:xfrm>
            <a:off x="891589" y="1558557"/>
            <a:ext cx="7246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 in all mixed methods studies, the researcher needs to establish the validity of the quantitative measure scores and the qualitative findings.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E75CE4-03A4-CFB3-3E3A-510C85C6854E}"/>
              </a:ext>
            </a:extLst>
          </p:cNvPr>
          <p:cNvGrpSpPr/>
          <p:nvPr/>
        </p:nvGrpSpPr>
        <p:grpSpPr>
          <a:xfrm>
            <a:off x="991410" y="2732128"/>
            <a:ext cx="8891729" cy="360703"/>
            <a:chOff x="6663071" y="4746141"/>
            <a:chExt cx="5152882" cy="2090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C7C34C-7B67-43F4-87AF-9AF598FA2117}"/>
                </a:ext>
              </a:extLst>
            </p:cNvPr>
            <p:cNvSpPr txBox="1"/>
            <p:nvPr/>
          </p:nvSpPr>
          <p:spPr>
            <a:xfrm>
              <a:off x="6819524" y="4746141"/>
              <a:ext cx="4996429" cy="196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highlight>
                    <a:srgbClr val="000000"/>
                  </a:highlight>
                  <a:uLnTx/>
                  <a:uFillTx/>
                  <a:latin typeface="Aptos" panose="020B0004020202020204"/>
                  <a:ea typeface="+mn-ea"/>
                  <a:cs typeface="+mn-cs"/>
                </a:rPr>
                <a:t>Failure to use the appropriate steps to develop a good psychometric instrument.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F228CFB-1946-7C71-E59D-B51EE8F6935B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B8394C-831C-066C-9F7D-3C54CB08A9A7}"/>
              </a:ext>
            </a:extLst>
          </p:cNvPr>
          <p:cNvGrpSpPr/>
          <p:nvPr/>
        </p:nvGrpSpPr>
        <p:grpSpPr>
          <a:xfrm>
            <a:off x="991410" y="3277767"/>
            <a:ext cx="8891728" cy="584774"/>
            <a:chOff x="6663071" y="4746141"/>
            <a:chExt cx="5152881" cy="33888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53065C-C2E1-C6D0-3A72-CEBDED9E7F5C}"/>
                </a:ext>
              </a:extLst>
            </p:cNvPr>
            <p:cNvSpPr txBox="1"/>
            <p:nvPr/>
          </p:nvSpPr>
          <p:spPr>
            <a:xfrm>
              <a:off x="6819524" y="4746141"/>
              <a:ext cx="4996428" cy="338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Development of an instrument or measures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highlight>
                    <a:srgbClr val="000000"/>
                  </a:highlight>
                  <a:uLnTx/>
                  <a:uFillTx/>
                  <a:latin typeface="Aptos" panose="020B0004020202020204"/>
                  <a:ea typeface="+mn-ea"/>
                  <a:cs typeface="+mn-cs"/>
                </a:rPr>
                <a:t>that do not make full use of the richness of the qualitative findings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19BED0-3335-FB87-94BC-EDB73D808486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94B2FC-D42C-3261-B56E-C13C667D0C76}"/>
              </a:ext>
            </a:extLst>
          </p:cNvPr>
          <p:cNvGrpSpPr/>
          <p:nvPr/>
        </p:nvGrpSpPr>
        <p:grpSpPr>
          <a:xfrm>
            <a:off x="991410" y="3953271"/>
            <a:ext cx="8891728" cy="584774"/>
            <a:chOff x="6663071" y="4746141"/>
            <a:chExt cx="5152881" cy="33888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77A1366-5B1E-3B42-1491-2713196DC6CE}"/>
                </a:ext>
              </a:extLst>
            </p:cNvPr>
            <p:cNvSpPr txBox="1"/>
            <p:nvPr/>
          </p:nvSpPr>
          <p:spPr>
            <a:xfrm>
              <a:off x="6819524" y="4746141"/>
              <a:ext cx="4996428" cy="338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The sample in the qualitative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highlight>
                    <a:srgbClr val="000000"/>
                  </a:highlight>
                  <a:uLnTx/>
                  <a:uFillTx/>
                  <a:latin typeface="Aptos" panose="020B0004020202020204"/>
                  <a:ea typeface="+mn-ea"/>
                  <a:cs typeface="+mn-cs"/>
                </a:rPr>
                <a:t>phase should not be included in the quantitative phase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, because this would introduce undue duplication of responses.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649332-B344-4A26-39FA-F0B85AD6A3A1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7DE6A9-BABE-B36B-0754-0E1C7C1AB3B4}"/>
              </a:ext>
            </a:extLst>
          </p:cNvPr>
          <p:cNvGrpSpPr/>
          <p:nvPr/>
        </p:nvGrpSpPr>
        <p:grpSpPr>
          <a:xfrm>
            <a:off x="991410" y="4628775"/>
            <a:ext cx="8891728" cy="584774"/>
            <a:chOff x="6663071" y="4746141"/>
            <a:chExt cx="5152881" cy="3388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4FC8AE-9E9F-2F4E-71EC-ED6D830E4189}"/>
                </a:ext>
              </a:extLst>
            </p:cNvPr>
            <p:cNvSpPr txBox="1"/>
            <p:nvPr/>
          </p:nvSpPr>
          <p:spPr>
            <a:xfrm>
              <a:off x="6819524" y="4746141"/>
              <a:ext cx="4996428" cy="338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Therefore, this sampling strategy differs from the sampling strategy needed for an explanatory sequential design.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1F74F24-C19F-02C3-6F5F-BEE0065CA04F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chemeClr val="bg1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355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40C0-E3A5-30B3-C18E-B6E81970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E18ED-E690-4A52-0E03-5BDCB37A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23799" y="-110863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A1021CA7-FEA5-DC6C-BD15-06B83C2AB471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6584249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Definitions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9F41EAC-DA4D-0D87-56A9-465A5EDB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045EEB4-264E-7173-956E-FE1D6A8F295F}"/>
              </a:ext>
            </a:extLst>
          </p:cNvPr>
          <p:cNvSpPr txBox="1">
            <a:spLocks/>
          </p:cNvSpPr>
          <p:nvPr/>
        </p:nvSpPr>
        <p:spPr>
          <a:xfrm>
            <a:off x="10823799" y="-110863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607533-6EE9-51DD-D4FD-18D579864A92}"/>
              </a:ext>
            </a:extLst>
          </p:cNvPr>
          <p:cNvSpPr txBox="1"/>
          <p:nvPr/>
        </p:nvSpPr>
        <p:spPr>
          <a:xfrm>
            <a:off x="891590" y="1129206"/>
            <a:ext cx="6584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latin typeface="Aptos" panose="020B0004020202020204"/>
              </a:rPr>
              <a:t>Designs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8D9C1B-770C-C330-CF52-02138F4F6AE3}"/>
              </a:ext>
            </a:extLst>
          </p:cNvPr>
          <p:cNvSpPr txBox="1"/>
          <p:nvPr/>
        </p:nvSpPr>
        <p:spPr>
          <a:xfrm>
            <a:off x="891590" y="1532320"/>
            <a:ext cx="2249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100"/>
            </a:lvl1pPr>
          </a:lstStyle>
          <a:p>
            <a:pPr lvl="0">
              <a:defRPr/>
            </a:pPr>
            <a:r>
              <a:rPr lang="en-US" b="1" dirty="0">
                <a:highlight>
                  <a:srgbClr val="FFC000"/>
                </a:highlight>
              </a:rPr>
              <a:t>Procedure used to carry out a study</a:t>
            </a:r>
            <a:r>
              <a:rPr lang="en-US" b="1" dirty="0"/>
              <a:t>, </a:t>
            </a:r>
            <a:r>
              <a:rPr lang="en-US" dirty="0"/>
              <a:t>extending from broad philosophical assumptions to the interpretation of data. </a:t>
            </a:r>
            <a:endParaRPr kumimoji="0" lang="en-GB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A4F2918-AAF9-24EF-5C85-7CDCB9880149}"/>
              </a:ext>
            </a:extLst>
          </p:cNvPr>
          <p:cNvSpPr/>
          <p:nvPr/>
        </p:nvSpPr>
        <p:spPr>
          <a:xfrm rot="8159873">
            <a:off x="4903829" y="1615006"/>
            <a:ext cx="3922131" cy="3980055"/>
          </a:xfrm>
          <a:custGeom>
            <a:avLst/>
            <a:gdLst>
              <a:gd name="connsiteX0" fmla="*/ 691868 w 3922131"/>
              <a:gd name="connsiteY0" fmla="*/ 3980055 h 3980055"/>
              <a:gd name="connsiteX1" fmla="*/ 547521 w 3922131"/>
              <a:gd name="connsiteY1" fmla="*/ 3825840 h 3980055"/>
              <a:gd name="connsiteX2" fmla="*/ 652973 w 3922131"/>
              <a:gd name="connsiteY2" fmla="*/ 710269 h 3980055"/>
              <a:gd name="connsiteX3" fmla="*/ 3762982 w 3922131"/>
              <a:gd name="connsiteY3" fmla="*/ 496378 h 3980055"/>
              <a:gd name="connsiteX4" fmla="*/ 3922131 w 3922131"/>
              <a:gd name="connsiteY4" fmla="*/ 635267 h 3980055"/>
              <a:gd name="connsiteX5" fmla="*/ 3609194 w 3922131"/>
              <a:gd name="connsiteY5" fmla="*/ 959299 h 3980055"/>
              <a:gd name="connsiteX6" fmla="*/ 3484792 w 3922131"/>
              <a:gd name="connsiteY6" fmla="*/ 850732 h 3980055"/>
              <a:gd name="connsiteX7" fmla="*/ 977005 w 3922131"/>
              <a:gd name="connsiteY7" fmla="*/ 1023206 h 3980055"/>
              <a:gd name="connsiteX8" fmla="*/ 891972 w 3922131"/>
              <a:gd name="connsiteY8" fmla="*/ 3535478 h 3980055"/>
              <a:gd name="connsiteX9" fmla="*/ 1004805 w 3922131"/>
              <a:gd name="connsiteY9" fmla="*/ 3656024 h 3980055"/>
              <a:gd name="connsiteX10" fmla="*/ 691868 w 3922131"/>
              <a:gd name="connsiteY10" fmla="*/ 3980055 h 398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22131" h="3980055">
                <a:moveTo>
                  <a:pt x="691868" y="3980055"/>
                </a:moveTo>
                <a:lnTo>
                  <a:pt x="547521" y="3825840"/>
                </a:lnTo>
                <a:cubicBezTo>
                  <a:pt x="-213528" y="2925232"/>
                  <a:pt x="-183777" y="1576685"/>
                  <a:pt x="652973" y="710269"/>
                </a:cubicBezTo>
                <a:cubicBezTo>
                  <a:pt x="1489723" y="-156147"/>
                  <a:pt x="2836416" y="-232844"/>
                  <a:pt x="3762982" y="496378"/>
                </a:cubicBezTo>
                <a:lnTo>
                  <a:pt x="3922131" y="635267"/>
                </a:lnTo>
                <a:lnTo>
                  <a:pt x="3609194" y="959299"/>
                </a:lnTo>
                <a:lnTo>
                  <a:pt x="3484792" y="850732"/>
                </a:lnTo>
                <a:cubicBezTo>
                  <a:pt x="2737646" y="262717"/>
                  <a:pt x="1651727" y="324562"/>
                  <a:pt x="977005" y="1023206"/>
                </a:cubicBezTo>
                <a:cubicBezTo>
                  <a:pt x="302283" y="1721849"/>
                  <a:pt x="278293" y="2809263"/>
                  <a:pt x="891972" y="3535478"/>
                </a:cubicBezTo>
                <a:lnTo>
                  <a:pt x="1004805" y="3656024"/>
                </a:lnTo>
                <a:lnTo>
                  <a:pt x="691868" y="3980055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802B196-3355-BF11-2AC4-A768E7F15F0F}"/>
              </a:ext>
            </a:extLst>
          </p:cNvPr>
          <p:cNvSpPr/>
          <p:nvPr/>
        </p:nvSpPr>
        <p:spPr>
          <a:xfrm rot="8159873">
            <a:off x="3911062" y="1638680"/>
            <a:ext cx="3922129" cy="3980054"/>
          </a:xfrm>
          <a:custGeom>
            <a:avLst/>
            <a:gdLst>
              <a:gd name="connsiteX0" fmla="*/ 0 w 3922129"/>
              <a:gd name="connsiteY0" fmla="*/ 3344788 h 3980054"/>
              <a:gd name="connsiteX1" fmla="*/ 312936 w 3922129"/>
              <a:gd name="connsiteY1" fmla="*/ 3020756 h 3980054"/>
              <a:gd name="connsiteX2" fmla="*/ 437337 w 3922129"/>
              <a:gd name="connsiteY2" fmla="*/ 3129322 h 3980054"/>
              <a:gd name="connsiteX3" fmla="*/ 2945124 w 3922129"/>
              <a:gd name="connsiteY3" fmla="*/ 2956848 h 3980054"/>
              <a:gd name="connsiteX4" fmla="*/ 3030157 w 3922129"/>
              <a:gd name="connsiteY4" fmla="*/ 444576 h 3980054"/>
              <a:gd name="connsiteX5" fmla="*/ 2917326 w 3922129"/>
              <a:gd name="connsiteY5" fmla="*/ 324032 h 3980054"/>
              <a:gd name="connsiteX6" fmla="*/ 3230262 w 3922129"/>
              <a:gd name="connsiteY6" fmla="*/ 0 h 3980054"/>
              <a:gd name="connsiteX7" fmla="*/ 3374608 w 3922129"/>
              <a:gd name="connsiteY7" fmla="*/ 154214 h 3980054"/>
              <a:gd name="connsiteX8" fmla="*/ 3269156 w 3922129"/>
              <a:gd name="connsiteY8" fmla="*/ 3269785 h 3980054"/>
              <a:gd name="connsiteX9" fmla="*/ 159147 w 3922129"/>
              <a:gd name="connsiteY9" fmla="*/ 3483676 h 3980054"/>
              <a:gd name="connsiteX10" fmla="*/ 0 w 3922129"/>
              <a:gd name="connsiteY10" fmla="*/ 3344788 h 398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22129" h="3980054">
                <a:moveTo>
                  <a:pt x="0" y="3344788"/>
                </a:moveTo>
                <a:lnTo>
                  <a:pt x="312936" y="3020756"/>
                </a:lnTo>
                <a:lnTo>
                  <a:pt x="437337" y="3129322"/>
                </a:lnTo>
                <a:cubicBezTo>
                  <a:pt x="1184483" y="3717337"/>
                  <a:pt x="2270402" y="3655492"/>
                  <a:pt x="2945124" y="2956848"/>
                </a:cubicBezTo>
                <a:cubicBezTo>
                  <a:pt x="3619846" y="2258205"/>
                  <a:pt x="3643836" y="1170791"/>
                  <a:pt x="3030157" y="444576"/>
                </a:cubicBezTo>
                <a:lnTo>
                  <a:pt x="2917326" y="324032"/>
                </a:lnTo>
                <a:lnTo>
                  <a:pt x="3230262" y="0"/>
                </a:lnTo>
                <a:lnTo>
                  <a:pt x="3374608" y="154214"/>
                </a:lnTo>
                <a:cubicBezTo>
                  <a:pt x="4135657" y="1054822"/>
                  <a:pt x="4105906" y="2403369"/>
                  <a:pt x="3269156" y="3269785"/>
                </a:cubicBezTo>
                <a:cubicBezTo>
                  <a:pt x="2432406" y="4136201"/>
                  <a:pt x="1085713" y="4212898"/>
                  <a:pt x="159147" y="3483676"/>
                </a:cubicBezTo>
                <a:lnTo>
                  <a:pt x="0" y="33447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174FF8B-A85F-C6DB-60FF-6263B60E8570}"/>
              </a:ext>
            </a:extLst>
          </p:cNvPr>
          <p:cNvSpPr/>
          <p:nvPr/>
        </p:nvSpPr>
        <p:spPr>
          <a:xfrm rot="8159873">
            <a:off x="4998083" y="1969895"/>
            <a:ext cx="1729348" cy="1344851"/>
          </a:xfrm>
          <a:custGeom>
            <a:avLst/>
            <a:gdLst>
              <a:gd name="connsiteX0" fmla="*/ 0 w 1729348"/>
              <a:gd name="connsiteY0" fmla="*/ 878437 h 1344851"/>
              <a:gd name="connsiteX1" fmla="*/ 848360 w 1729348"/>
              <a:gd name="connsiteY1" fmla="*/ 0 h 1344851"/>
              <a:gd name="connsiteX2" fmla="*/ 907452 w 1729348"/>
              <a:gd name="connsiteY2" fmla="*/ 46578 h 1344851"/>
              <a:gd name="connsiteX3" fmla="*/ 1282936 w 1729348"/>
              <a:gd name="connsiteY3" fmla="*/ 113992 h 1344851"/>
              <a:gd name="connsiteX4" fmla="*/ 1319674 w 1729348"/>
              <a:gd name="connsiteY4" fmla="*/ 102404 h 1344851"/>
              <a:gd name="connsiteX5" fmla="*/ 1729348 w 1729348"/>
              <a:gd name="connsiteY5" fmla="*/ 1253306 h 1344851"/>
              <a:gd name="connsiteX6" fmla="*/ 1697676 w 1729348"/>
              <a:gd name="connsiteY6" fmla="*/ 1265007 h 1344851"/>
              <a:gd name="connsiteX7" fmla="*/ 112747 w 1729348"/>
              <a:gd name="connsiteY7" fmla="*/ 976832 h 1344851"/>
              <a:gd name="connsiteX8" fmla="*/ 0 w 1729348"/>
              <a:gd name="connsiteY8" fmla="*/ 878437 h 134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9348" h="1344851">
                <a:moveTo>
                  <a:pt x="0" y="878437"/>
                </a:moveTo>
                <a:lnTo>
                  <a:pt x="848360" y="0"/>
                </a:lnTo>
                <a:lnTo>
                  <a:pt x="907452" y="46578"/>
                </a:lnTo>
                <a:cubicBezTo>
                  <a:pt x="1020712" y="118558"/>
                  <a:pt x="1156081" y="140852"/>
                  <a:pt x="1282936" y="113992"/>
                </a:cubicBezTo>
                <a:lnTo>
                  <a:pt x="1319674" y="102404"/>
                </a:lnTo>
                <a:lnTo>
                  <a:pt x="1729348" y="1253306"/>
                </a:lnTo>
                <a:lnTo>
                  <a:pt x="1697676" y="1265007"/>
                </a:lnTo>
                <a:cubicBezTo>
                  <a:pt x="1167138" y="1432139"/>
                  <a:pt x="570723" y="1337267"/>
                  <a:pt x="112747" y="976832"/>
                </a:cubicBezTo>
                <a:lnTo>
                  <a:pt x="0" y="878437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600" noProof="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A4B10E0-6C9E-A453-50D3-81B31B82DFB5}"/>
              </a:ext>
            </a:extLst>
          </p:cNvPr>
          <p:cNvSpPr/>
          <p:nvPr/>
        </p:nvSpPr>
        <p:spPr>
          <a:xfrm rot="8159873">
            <a:off x="6013080" y="1842704"/>
            <a:ext cx="1356294" cy="1204171"/>
          </a:xfrm>
          <a:custGeom>
            <a:avLst/>
            <a:gdLst>
              <a:gd name="connsiteX0" fmla="*/ 507934 w 1356294"/>
              <a:gd name="connsiteY0" fmla="*/ 1204171 h 1204171"/>
              <a:gd name="connsiteX1" fmla="*/ 405673 w 1356294"/>
              <a:gd name="connsiteY1" fmla="*/ 1094919 h 1204171"/>
              <a:gd name="connsiteX2" fmla="*/ 0 w 1356294"/>
              <a:gd name="connsiteY2" fmla="*/ 13216 h 1204171"/>
              <a:gd name="connsiteX3" fmla="*/ 400 w 1356294"/>
              <a:gd name="connsiteY3" fmla="*/ 0 h 1204171"/>
              <a:gd name="connsiteX4" fmla="*/ 1220587 w 1356294"/>
              <a:gd name="connsiteY4" fmla="*/ 0 h 1204171"/>
              <a:gd name="connsiteX5" fmla="*/ 1230596 w 1356294"/>
              <a:gd name="connsiteY5" fmla="*/ 88230 h 1204171"/>
              <a:gd name="connsiteX6" fmla="*/ 1307687 w 1356294"/>
              <a:gd name="connsiteY6" fmla="*/ 268299 h 1204171"/>
              <a:gd name="connsiteX7" fmla="*/ 1356294 w 1356294"/>
              <a:gd name="connsiteY7" fmla="*/ 325733 h 1204171"/>
              <a:gd name="connsiteX8" fmla="*/ 507934 w 1356294"/>
              <a:gd name="connsiteY8" fmla="*/ 1204171 h 1204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6294" h="1204171">
                <a:moveTo>
                  <a:pt x="507934" y="1204171"/>
                </a:moveTo>
                <a:lnTo>
                  <a:pt x="405673" y="1094919"/>
                </a:lnTo>
                <a:cubicBezTo>
                  <a:pt x="142357" y="783317"/>
                  <a:pt x="6725" y="399388"/>
                  <a:pt x="0" y="13216"/>
                </a:cubicBezTo>
                <a:lnTo>
                  <a:pt x="400" y="0"/>
                </a:lnTo>
                <a:lnTo>
                  <a:pt x="1220587" y="0"/>
                </a:lnTo>
                <a:lnTo>
                  <a:pt x="1230596" y="88230"/>
                </a:lnTo>
                <a:cubicBezTo>
                  <a:pt x="1244027" y="151658"/>
                  <a:pt x="1269746" y="212956"/>
                  <a:pt x="1307687" y="268299"/>
                </a:cubicBezTo>
                <a:lnTo>
                  <a:pt x="1356294" y="325733"/>
                </a:lnTo>
                <a:lnTo>
                  <a:pt x="507934" y="120417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A865109A-DDDF-B0F7-AA0E-C8A813AD1B7D}"/>
              </a:ext>
            </a:extLst>
          </p:cNvPr>
          <p:cNvSpPr/>
          <p:nvPr/>
        </p:nvSpPr>
        <p:spPr>
          <a:xfrm rot="8159873">
            <a:off x="6871405" y="2746509"/>
            <a:ext cx="1345310" cy="1152028"/>
          </a:xfrm>
          <a:custGeom>
            <a:avLst/>
            <a:gdLst>
              <a:gd name="connsiteX0" fmla="*/ 0 w 1345310"/>
              <a:gd name="connsiteY0" fmla="*/ 1152028 h 1152028"/>
              <a:gd name="connsiteX1" fmla="*/ 3226 w 1345310"/>
              <a:gd name="connsiteY1" fmla="*/ 1045527 h 1152028"/>
              <a:gd name="connsiteX2" fmla="*/ 365970 w 1345310"/>
              <a:gd name="connsiteY2" fmla="*/ 115788 h 1152028"/>
              <a:gd name="connsiteX3" fmla="*/ 467019 w 1345310"/>
              <a:gd name="connsiteY3" fmla="*/ 0 h 1152028"/>
              <a:gd name="connsiteX4" fmla="*/ 1345310 w 1345310"/>
              <a:gd name="connsiteY4" fmla="*/ 848218 h 1152028"/>
              <a:gd name="connsiteX5" fmla="*/ 1296224 w 1345310"/>
              <a:gd name="connsiteY5" fmla="*/ 910493 h 1152028"/>
              <a:gd name="connsiteX6" fmla="*/ 1225451 w 1345310"/>
              <a:gd name="connsiteY6" fmla="*/ 1093137 h 1152028"/>
              <a:gd name="connsiteX7" fmla="*/ 1220841 w 1345310"/>
              <a:gd name="connsiteY7" fmla="*/ 1152028 h 1152028"/>
              <a:gd name="connsiteX8" fmla="*/ 0 w 1345310"/>
              <a:gd name="connsiteY8" fmla="*/ 1152028 h 1152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45310" h="1152028">
                <a:moveTo>
                  <a:pt x="0" y="1152028"/>
                </a:moveTo>
                <a:lnTo>
                  <a:pt x="3226" y="1045527"/>
                </a:lnTo>
                <a:cubicBezTo>
                  <a:pt x="29051" y="715197"/>
                  <a:pt x="149709" y="390573"/>
                  <a:pt x="365970" y="115788"/>
                </a:cubicBezTo>
                <a:lnTo>
                  <a:pt x="467019" y="0"/>
                </a:lnTo>
                <a:lnTo>
                  <a:pt x="1345310" y="848218"/>
                </a:lnTo>
                <a:lnTo>
                  <a:pt x="1296224" y="910493"/>
                </a:lnTo>
                <a:cubicBezTo>
                  <a:pt x="1260234" y="967123"/>
                  <a:pt x="1236665" y="1029280"/>
                  <a:pt x="1225451" y="1093137"/>
                </a:cubicBezTo>
                <a:lnTo>
                  <a:pt x="1220841" y="1152028"/>
                </a:lnTo>
                <a:lnTo>
                  <a:pt x="0" y="1152028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5148F17-2D0A-0F3A-0EC7-9F86F40DCD84}"/>
              </a:ext>
            </a:extLst>
          </p:cNvPr>
          <p:cNvSpPr/>
          <p:nvPr/>
        </p:nvSpPr>
        <p:spPr>
          <a:xfrm rot="8159873">
            <a:off x="4350796" y="2889657"/>
            <a:ext cx="1481844" cy="1477250"/>
          </a:xfrm>
          <a:custGeom>
            <a:avLst/>
            <a:gdLst>
              <a:gd name="connsiteX0" fmla="*/ 408931 w 1481844"/>
              <a:gd name="connsiteY0" fmla="*/ 1477250 h 1477250"/>
              <a:gd name="connsiteX1" fmla="*/ 0 w 1481844"/>
              <a:gd name="connsiteY1" fmla="*/ 328431 h 1477250"/>
              <a:gd name="connsiteX2" fmla="*/ 12697 w 1481844"/>
              <a:gd name="connsiteY2" fmla="*/ 324426 h 1477250"/>
              <a:gd name="connsiteX3" fmla="*/ 177767 w 1481844"/>
              <a:gd name="connsiteY3" fmla="*/ 210620 h 1477250"/>
              <a:gd name="connsiteX4" fmla="*/ 285755 w 1481844"/>
              <a:gd name="connsiteY4" fmla="*/ 41686 h 1477250"/>
              <a:gd name="connsiteX5" fmla="*/ 297324 w 1481844"/>
              <a:gd name="connsiteY5" fmla="*/ 0 h 1477250"/>
              <a:gd name="connsiteX6" fmla="*/ 1481844 w 1481844"/>
              <a:gd name="connsiteY6" fmla="*/ 298881 h 1477250"/>
              <a:gd name="connsiteX7" fmla="*/ 1476611 w 1481844"/>
              <a:gd name="connsiteY7" fmla="*/ 322059 h 1477250"/>
              <a:gd name="connsiteX8" fmla="*/ 1055231 w 1481844"/>
              <a:gd name="connsiteY8" fmla="*/ 1058040 h 1477250"/>
              <a:gd name="connsiteX9" fmla="*/ 491351 w 1481844"/>
              <a:gd name="connsiteY9" fmla="*/ 1446799 h 1477250"/>
              <a:gd name="connsiteX10" fmla="*/ 408931 w 1481844"/>
              <a:gd name="connsiteY10" fmla="*/ 1477250 h 147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1844" h="1477250">
                <a:moveTo>
                  <a:pt x="408931" y="1477250"/>
                </a:moveTo>
                <a:lnTo>
                  <a:pt x="0" y="328431"/>
                </a:lnTo>
                <a:lnTo>
                  <a:pt x="12697" y="324426"/>
                </a:lnTo>
                <a:cubicBezTo>
                  <a:pt x="73039" y="298723"/>
                  <a:pt x="129338" y="260766"/>
                  <a:pt x="177767" y="210620"/>
                </a:cubicBezTo>
                <a:cubicBezTo>
                  <a:pt x="226196" y="160474"/>
                  <a:pt x="262169" y="102887"/>
                  <a:pt x="285755" y="41686"/>
                </a:cubicBezTo>
                <a:lnTo>
                  <a:pt x="297324" y="0"/>
                </a:lnTo>
                <a:lnTo>
                  <a:pt x="1481844" y="298881"/>
                </a:lnTo>
                <a:lnTo>
                  <a:pt x="1476611" y="322059"/>
                </a:lnTo>
                <a:cubicBezTo>
                  <a:pt x="1402334" y="590077"/>
                  <a:pt x="1262022" y="843917"/>
                  <a:pt x="1055231" y="1058040"/>
                </a:cubicBezTo>
                <a:cubicBezTo>
                  <a:pt x="889798" y="1229338"/>
                  <a:pt x="697479" y="1359000"/>
                  <a:pt x="491351" y="1446799"/>
                </a:cubicBezTo>
                <a:lnTo>
                  <a:pt x="408931" y="147725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60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45C5250-3112-B1D8-BCF2-37D58666C71A}"/>
              </a:ext>
            </a:extLst>
          </p:cNvPr>
          <p:cNvSpPr/>
          <p:nvPr/>
        </p:nvSpPr>
        <p:spPr>
          <a:xfrm rot="8159873">
            <a:off x="6943339" y="3255671"/>
            <a:ext cx="1199958" cy="1358916"/>
          </a:xfrm>
          <a:custGeom>
            <a:avLst/>
            <a:gdLst>
              <a:gd name="connsiteX0" fmla="*/ 878292 w 1199958"/>
              <a:gd name="connsiteY0" fmla="*/ 1358916 h 1358916"/>
              <a:gd name="connsiteX1" fmla="*/ 0 w 1199958"/>
              <a:gd name="connsiteY1" fmla="*/ 510698 h 1358916"/>
              <a:gd name="connsiteX2" fmla="*/ 112204 w 1199958"/>
              <a:gd name="connsiteY2" fmla="*/ 405673 h 1358916"/>
              <a:gd name="connsiteX3" fmla="*/ 1193907 w 1199958"/>
              <a:gd name="connsiteY3" fmla="*/ 0 h 1358916"/>
              <a:gd name="connsiteX4" fmla="*/ 1199958 w 1199958"/>
              <a:gd name="connsiteY4" fmla="*/ 183 h 1358916"/>
              <a:gd name="connsiteX5" fmla="*/ 1199958 w 1199958"/>
              <a:gd name="connsiteY5" fmla="*/ 1221400 h 1358916"/>
              <a:gd name="connsiteX6" fmla="*/ 1118893 w 1199958"/>
              <a:gd name="connsiteY6" fmla="*/ 1230597 h 1358916"/>
              <a:gd name="connsiteX7" fmla="*/ 938824 w 1199958"/>
              <a:gd name="connsiteY7" fmla="*/ 1307687 h 1358916"/>
              <a:gd name="connsiteX8" fmla="*/ 878292 w 1199958"/>
              <a:gd name="connsiteY8" fmla="*/ 1358916 h 1358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9958" h="1358916">
                <a:moveTo>
                  <a:pt x="878292" y="1358916"/>
                </a:moveTo>
                <a:lnTo>
                  <a:pt x="0" y="510698"/>
                </a:lnTo>
                <a:lnTo>
                  <a:pt x="112204" y="405673"/>
                </a:lnTo>
                <a:cubicBezTo>
                  <a:pt x="423806" y="142357"/>
                  <a:pt x="807734" y="6726"/>
                  <a:pt x="1193907" y="0"/>
                </a:cubicBezTo>
                <a:lnTo>
                  <a:pt x="1199958" y="183"/>
                </a:lnTo>
                <a:lnTo>
                  <a:pt x="1199958" y="1221400"/>
                </a:lnTo>
                <a:lnTo>
                  <a:pt x="1118893" y="1230597"/>
                </a:lnTo>
                <a:cubicBezTo>
                  <a:pt x="1055465" y="1244028"/>
                  <a:pt x="994167" y="1269747"/>
                  <a:pt x="938824" y="1307687"/>
                </a:cubicBezTo>
                <a:lnTo>
                  <a:pt x="878292" y="1358916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18B861C-9D18-1766-45C4-8D8CB4DC1877}"/>
              </a:ext>
            </a:extLst>
          </p:cNvPr>
          <p:cNvSpPr/>
          <p:nvPr/>
        </p:nvSpPr>
        <p:spPr>
          <a:xfrm rot="8159873">
            <a:off x="5224582" y="3833442"/>
            <a:ext cx="1356558" cy="1615396"/>
          </a:xfrm>
          <a:custGeom>
            <a:avLst/>
            <a:gdLst>
              <a:gd name="connsiteX0" fmla="*/ 126760 w 1356558"/>
              <a:gd name="connsiteY0" fmla="*/ 1317059 h 1615396"/>
              <a:gd name="connsiteX1" fmla="*/ 129057 w 1356558"/>
              <a:gd name="connsiteY1" fmla="*/ 1308780 h 1615396"/>
              <a:gd name="connsiteX2" fmla="*/ 48608 w 1356558"/>
              <a:gd name="connsiteY2" fmla="*/ 935872 h 1615396"/>
              <a:gd name="connsiteX3" fmla="*/ 0 w 1356558"/>
              <a:gd name="connsiteY3" fmla="*/ 878437 h 1615396"/>
              <a:gd name="connsiteX4" fmla="*/ 848360 w 1356558"/>
              <a:gd name="connsiteY4" fmla="*/ 0 h 1615396"/>
              <a:gd name="connsiteX5" fmla="*/ 950622 w 1356558"/>
              <a:gd name="connsiteY5" fmla="*/ 109252 h 1615396"/>
              <a:gd name="connsiteX6" fmla="*/ 1330464 w 1356558"/>
              <a:gd name="connsiteY6" fmla="*/ 1520875 h 1615396"/>
              <a:gd name="connsiteX7" fmla="*/ 1309123 w 1356558"/>
              <a:gd name="connsiteY7" fmla="*/ 1615396 h 1615396"/>
              <a:gd name="connsiteX8" fmla="*/ 126760 w 1356558"/>
              <a:gd name="connsiteY8" fmla="*/ 1317059 h 161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6558" h="1615396">
                <a:moveTo>
                  <a:pt x="126760" y="1317059"/>
                </a:moveTo>
                <a:lnTo>
                  <a:pt x="129057" y="1308780"/>
                </a:lnTo>
                <a:cubicBezTo>
                  <a:pt x="151483" y="1181067"/>
                  <a:pt x="124489" y="1046556"/>
                  <a:pt x="48608" y="935872"/>
                </a:cubicBezTo>
                <a:lnTo>
                  <a:pt x="0" y="878437"/>
                </a:lnTo>
                <a:lnTo>
                  <a:pt x="848360" y="0"/>
                </a:lnTo>
                <a:lnTo>
                  <a:pt x="950622" y="109252"/>
                </a:lnTo>
                <a:cubicBezTo>
                  <a:pt x="1289170" y="509883"/>
                  <a:pt x="1416650" y="1030073"/>
                  <a:pt x="1330464" y="1520875"/>
                </a:cubicBezTo>
                <a:lnTo>
                  <a:pt x="1309123" y="1615396"/>
                </a:lnTo>
                <a:lnTo>
                  <a:pt x="126760" y="131705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5B92A0E-1BBF-AF6E-2350-B4C36AE12558}"/>
              </a:ext>
            </a:extLst>
          </p:cNvPr>
          <p:cNvSpPr/>
          <p:nvPr/>
        </p:nvSpPr>
        <p:spPr>
          <a:xfrm rot="8159873">
            <a:off x="6089396" y="4118347"/>
            <a:ext cx="1156152" cy="1343019"/>
          </a:xfrm>
          <a:custGeom>
            <a:avLst/>
            <a:gdLst>
              <a:gd name="connsiteX0" fmla="*/ 0 w 1156152"/>
              <a:gd name="connsiteY0" fmla="*/ 1220497 h 1343019"/>
              <a:gd name="connsiteX1" fmla="*/ 0 w 1156152"/>
              <a:gd name="connsiteY1" fmla="*/ 0 h 1343019"/>
              <a:gd name="connsiteX2" fmla="*/ 113665 w 1156152"/>
              <a:gd name="connsiteY2" fmla="*/ 3444 h 1343019"/>
              <a:gd name="connsiteX3" fmla="*/ 1043404 w 1156152"/>
              <a:gd name="connsiteY3" fmla="*/ 366187 h 1343019"/>
              <a:gd name="connsiteX4" fmla="*/ 1156152 w 1156152"/>
              <a:gd name="connsiteY4" fmla="*/ 464582 h 1343019"/>
              <a:gd name="connsiteX5" fmla="*/ 307792 w 1156152"/>
              <a:gd name="connsiteY5" fmla="*/ 1343019 h 1343019"/>
              <a:gd name="connsiteX6" fmla="*/ 248699 w 1156152"/>
              <a:gd name="connsiteY6" fmla="*/ 1296442 h 1343019"/>
              <a:gd name="connsiteX7" fmla="*/ 66055 w 1156152"/>
              <a:gd name="connsiteY7" fmla="*/ 1225669 h 1343019"/>
              <a:gd name="connsiteX8" fmla="*/ 0 w 1156152"/>
              <a:gd name="connsiteY8" fmla="*/ 1220497 h 1343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6152" h="1343019">
                <a:moveTo>
                  <a:pt x="0" y="1220497"/>
                </a:moveTo>
                <a:lnTo>
                  <a:pt x="0" y="0"/>
                </a:lnTo>
                <a:lnTo>
                  <a:pt x="113665" y="3444"/>
                </a:lnTo>
                <a:cubicBezTo>
                  <a:pt x="443995" y="29268"/>
                  <a:pt x="768619" y="149927"/>
                  <a:pt x="1043404" y="366187"/>
                </a:cubicBezTo>
                <a:lnTo>
                  <a:pt x="1156152" y="464582"/>
                </a:lnTo>
                <a:lnTo>
                  <a:pt x="307792" y="1343019"/>
                </a:lnTo>
                <a:lnTo>
                  <a:pt x="248699" y="1296442"/>
                </a:lnTo>
                <a:cubicBezTo>
                  <a:pt x="192069" y="1260451"/>
                  <a:pt x="129912" y="1236883"/>
                  <a:pt x="66055" y="1225669"/>
                </a:cubicBezTo>
                <a:lnTo>
                  <a:pt x="0" y="122049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246760-0316-D2E6-9EDC-7F2664CACB56}"/>
              </a:ext>
            </a:extLst>
          </p:cNvPr>
          <p:cNvSpPr txBox="1"/>
          <p:nvPr/>
        </p:nvSpPr>
        <p:spPr>
          <a:xfrm rot="16200000">
            <a:off x="3468213" y="3253678"/>
            <a:ext cx="2408828" cy="646891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076021"/>
              </a:avLst>
            </a:prstTxWarp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Basic designs</a:t>
            </a:r>
            <a:endParaRPr lang="en-GB" sz="1400" noProof="0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21A6686-A189-8536-FFFF-B97100CEA49E}"/>
              </a:ext>
            </a:extLst>
          </p:cNvPr>
          <p:cNvSpPr txBox="1"/>
          <p:nvPr/>
        </p:nvSpPr>
        <p:spPr>
          <a:xfrm rot="5400000">
            <a:off x="6872744" y="3304837"/>
            <a:ext cx="2408828" cy="646891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076021"/>
              </a:avLst>
            </a:prstTxWarp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Complex designs</a:t>
            </a:r>
            <a:endParaRPr lang="en-GB" sz="1400" noProof="0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36B7429-421C-9EC5-A260-EF6C81E24864}"/>
              </a:ext>
            </a:extLst>
          </p:cNvPr>
          <p:cNvSpPr txBox="1"/>
          <p:nvPr/>
        </p:nvSpPr>
        <p:spPr>
          <a:xfrm>
            <a:off x="5277765" y="2440904"/>
            <a:ext cx="12724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/>
              <a:t>Convergent </a:t>
            </a:r>
            <a:endParaRPr lang="en-GB" sz="1050" b="1" noProof="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81841BE-B259-ECCF-06B1-46AD4688CDA4}"/>
              </a:ext>
            </a:extLst>
          </p:cNvPr>
          <p:cNvSpPr txBox="1"/>
          <p:nvPr/>
        </p:nvSpPr>
        <p:spPr>
          <a:xfrm>
            <a:off x="4771248" y="3324497"/>
            <a:ext cx="12724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/>
              <a:t>Explanatory sequential</a:t>
            </a:r>
            <a:endParaRPr lang="en-GB" sz="1050" b="1" noProof="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1BEAAA2-2D5E-9762-1CA2-62B0824C7988}"/>
              </a:ext>
            </a:extLst>
          </p:cNvPr>
          <p:cNvSpPr txBox="1"/>
          <p:nvPr/>
        </p:nvSpPr>
        <p:spPr>
          <a:xfrm>
            <a:off x="5226514" y="4381178"/>
            <a:ext cx="12724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/>
              <a:t>Exploratory sequential</a:t>
            </a:r>
            <a:endParaRPr lang="en-GB" sz="1050" b="1" noProof="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5F1787-19E5-8AA0-068C-45BDC9520558}"/>
              </a:ext>
            </a:extLst>
          </p:cNvPr>
          <p:cNvSpPr txBox="1"/>
          <p:nvPr/>
        </p:nvSpPr>
        <p:spPr>
          <a:xfrm>
            <a:off x="6163966" y="4634654"/>
            <a:ext cx="12724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50" b="1" dirty="0"/>
              <a:t>Experimental processes</a:t>
            </a:r>
            <a:endParaRPr lang="en-GB" sz="1050" b="1" noProof="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6C30C15-2F64-6ED6-78F5-AA7AB52EB6EB}"/>
              </a:ext>
            </a:extLst>
          </p:cNvPr>
          <p:cNvSpPr txBox="1"/>
          <p:nvPr/>
        </p:nvSpPr>
        <p:spPr>
          <a:xfrm>
            <a:off x="6555918" y="3665732"/>
            <a:ext cx="15677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1050" b="1" dirty="0"/>
              <a:t>Participatory action research frameworks</a:t>
            </a:r>
            <a:endParaRPr lang="en-GB" sz="1050" b="1" noProof="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480F109-F4F3-98E5-3A51-18362418D056}"/>
              </a:ext>
            </a:extLst>
          </p:cNvPr>
          <p:cNvSpPr txBox="1"/>
          <p:nvPr/>
        </p:nvSpPr>
        <p:spPr>
          <a:xfrm>
            <a:off x="6316383" y="3133973"/>
            <a:ext cx="17531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r"/>
            <a:r>
              <a:rPr lang="en-GB" sz="1050" b="1" dirty="0"/>
              <a:t>Case study procedures</a:t>
            </a:r>
            <a:endParaRPr lang="en-GB" sz="1050" b="1" noProof="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ECD69BE-DE04-F20A-FBD2-B73AE173063E}"/>
              </a:ext>
            </a:extLst>
          </p:cNvPr>
          <p:cNvSpPr txBox="1"/>
          <p:nvPr/>
        </p:nvSpPr>
        <p:spPr>
          <a:xfrm>
            <a:off x="5877610" y="2257082"/>
            <a:ext cx="14617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r"/>
            <a:r>
              <a:rPr lang="en-US" sz="1050" b="1" dirty="0"/>
              <a:t>Evaluation processes</a:t>
            </a:r>
            <a:endParaRPr lang="en-GB" sz="1050" b="1" noProof="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E1FC8DE-8195-973C-24A5-10E4DC294949}"/>
              </a:ext>
            </a:extLst>
          </p:cNvPr>
          <p:cNvSpPr/>
          <p:nvPr/>
        </p:nvSpPr>
        <p:spPr>
          <a:xfrm>
            <a:off x="5838035" y="3066822"/>
            <a:ext cx="1049292" cy="1049292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000" b="1" noProof="0" dirty="0">
              <a:solidFill>
                <a:prstClr val="black"/>
              </a:solidFill>
              <a:latin typeface="Aptos" panose="020B00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Mixed Methods</a:t>
            </a:r>
          </a:p>
        </p:txBody>
      </p:sp>
      <p:pic>
        <p:nvPicPr>
          <p:cNvPr id="110" name="Graphic 109" descr="Open book outline">
            <a:extLst>
              <a:ext uri="{FF2B5EF4-FFF2-40B4-BE49-F238E27FC236}">
                <a16:creationId xmlns:a16="http://schemas.microsoft.com/office/drawing/2014/main" id="{1F7A3274-6FA0-314C-FACB-0485D0BBE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2280" y="3453801"/>
            <a:ext cx="430887" cy="4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2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9" grpId="0" animBg="1"/>
      <p:bldP spid="57" grpId="0" animBg="1"/>
      <p:bldP spid="56" grpId="0" animBg="1"/>
      <p:bldP spid="54" grpId="0" animBg="1"/>
      <p:bldP spid="52" grpId="0" animBg="1"/>
      <p:bldP spid="33" grpId="0" animBg="1"/>
      <p:bldP spid="32" grpId="0" animBg="1"/>
      <p:bldP spid="31" grpId="0" animBg="1"/>
      <p:bldP spid="94" grpId="0"/>
      <p:bldP spid="95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4579-2CBE-4162-8666-626D620D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E49F9F4-377E-0595-6F22-822A5B3ECC25}"/>
              </a:ext>
            </a:extLst>
          </p:cNvPr>
          <p:cNvSpPr/>
          <p:nvPr/>
        </p:nvSpPr>
        <p:spPr>
          <a:xfrm>
            <a:off x="1196343" y="2238251"/>
            <a:ext cx="5097676" cy="2110740"/>
          </a:xfrm>
          <a:prstGeom prst="roundRect">
            <a:avLst>
              <a:gd name="adj" fmla="val 692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F46CB203-66E7-915C-9246-6D35970155CD}"/>
              </a:ext>
            </a:extLst>
          </p:cNvPr>
          <p:cNvSpPr txBox="1">
            <a:spLocks/>
          </p:cNvSpPr>
          <p:nvPr/>
        </p:nvSpPr>
        <p:spPr>
          <a:xfrm>
            <a:off x="891588" y="501651"/>
            <a:ext cx="704083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The research process in</a:t>
            </a:r>
          </a:p>
          <a:p>
            <a:pPr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complex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11EADD1-220A-E399-E892-773D04B7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0AFEAE-C6F1-31FC-F06D-2D1A3C3017B9}"/>
              </a:ext>
            </a:extLst>
          </p:cNvPr>
          <p:cNvSpPr/>
          <p:nvPr/>
        </p:nvSpPr>
        <p:spPr>
          <a:xfrm>
            <a:off x="3093480" y="3339926"/>
            <a:ext cx="1458004" cy="85847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Qualitative interviews during the experiment</a:t>
            </a:r>
          </a:p>
          <a:p>
            <a:pPr algn="ctr"/>
            <a:r>
              <a:rPr lang="en-GB" sz="900" dirty="0">
                <a:solidFill>
                  <a:srgbClr val="FF0000"/>
                </a:solidFill>
              </a:rPr>
              <a:t>(convergent)</a:t>
            </a:r>
            <a:endParaRPr lang="en-GB" sz="900" noProof="0" dirty="0">
              <a:solidFill>
                <a:srgbClr val="FF0000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912BFA4-316D-E0B8-1229-17A8023715D6}"/>
              </a:ext>
            </a:extLst>
          </p:cNvPr>
          <p:cNvSpPr/>
          <p:nvPr/>
        </p:nvSpPr>
        <p:spPr>
          <a:xfrm>
            <a:off x="1420911" y="3347371"/>
            <a:ext cx="1458004" cy="82604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Qualitative interviews before the experiment</a:t>
            </a:r>
          </a:p>
          <a:p>
            <a:pPr algn="ctr"/>
            <a:r>
              <a:rPr lang="en-GB" sz="900" dirty="0">
                <a:solidFill>
                  <a:srgbClr val="FF0000"/>
                </a:solidFill>
              </a:rPr>
              <a:t>(exploratory sequential)</a:t>
            </a:r>
            <a:endParaRPr lang="en-GB" sz="900" noProof="0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D34EBA-40DC-FBCA-E663-728E5765B6B4}"/>
              </a:ext>
            </a:extLst>
          </p:cNvPr>
          <p:cNvCxnSpPr>
            <a:cxnSpLocks/>
            <a:stCxn id="21" idx="0"/>
            <a:endCxn id="8" idx="1"/>
          </p:cNvCxnSpPr>
          <p:nvPr/>
        </p:nvCxnSpPr>
        <p:spPr>
          <a:xfrm flipV="1">
            <a:off x="2149913" y="2621591"/>
            <a:ext cx="943567" cy="725780"/>
          </a:xfrm>
          <a:prstGeom prst="straightConnector1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1F7E88E-315B-0469-CA51-D4733FA892BE}"/>
              </a:ext>
            </a:extLst>
          </p:cNvPr>
          <p:cNvSpPr txBox="1"/>
          <p:nvPr/>
        </p:nvSpPr>
        <p:spPr>
          <a:xfrm>
            <a:off x="987117" y="1544138"/>
            <a:ext cx="2012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/>
              <a:t>Mixed Methods Experimental Design</a:t>
            </a:r>
            <a:endParaRPr lang="en-GB" sz="1400" b="1" noProof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D9B8D9E-3A70-BC5F-BE2B-AF94B18A1FA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14A060-0AFA-8BDC-819B-0CC505701857}"/>
              </a:ext>
            </a:extLst>
          </p:cNvPr>
          <p:cNvSpPr/>
          <p:nvPr/>
        </p:nvSpPr>
        <p:spPr>
          <a:xfrm>
            <a:off x="4735500" y="3348027"/>
            <a:ext cx="1458004" cy="85684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Qualitative interviews after the experiment</a:t>
            </a:r>
          </a:p>
          <a:p>
            <a:pPr algn="ctr"/>
            <a:r>
              <a:rPr lang="en-GB" sz="900" dirty="0">
                <a:solidFill>
                  <a:srgbClr val="FF0000"/>
                </a:solidFill>
              </a:rPr>
              <a:t>(explanatory sequential)</a:t>
            </a:r>
            <a:endParaRPr lang="en-GB" sz="900" noProof="0" dirty="0">
              <a:solidFill>
                <a:srgbClr val="FF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5BCF66-8234-0A74-7F0C-3DEE0ADA3DCD}"/>
              </a:ext>
            </a:extLst>
          </p:cNvPr>
          <p:cNvSpPr/>
          <p:nvPr/>
        </p:nvSpPr>
        <p:spPr>
          <a:xfrm>
            <a:off x="3093480" y="2350443"/>
            <a:ext cx="1458004" cy="54229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Experiment with an interview and pre‑ and post‑test measures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B5B87C-D43F-2AC9-196E-4C37CCF6FFC4}"/>
              </a:ext>
            </a:extLst>
          </p:cNvPr>
          <p:cNvCxnSpPr>
            <a:cxnSpLocks/>
            <a:stCxn id="8" idx="3"/>
            <a:endCxn id="7" idx="0"/>
          </p:cNvCxnSpPr>
          <p:nvPr/>
        </p:nvCxnSpPr>
        <p:spPr>
          <a:xfrm>
            <a:off x="4551484" y="2621591"/>
            <a:ext cx="913018" cy="726436"/>
          </a:xfrm>
          <a:prstGeom prst="straightConnector1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E98113-E9B1-7312-4BA4-2FB466B9455A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flipV="1">
            <a:off x="3822482" y="2892738"/>
            <a:ext cx="0" cy="447188"/>
          </a:xfrm>
          <a:prstGeom prst="straightConnector1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43CCA2-A137-5358-5B7C-40BBB05045D3}"/>
              </a:ext>
            </a:extLst>
          </p:cNvPr>
          <p:cNvCxnSpPr>
            <a:cxnSpLocks/>
            <a:stCxn id="37" idx="0"/>
            <a:endCxn id="21" idx="2"/>
          </p:cNvCxnSpPr>
          <p:nvPr/>
        </p:nvCxnSpPr>
        <p:spPr>
          <a:xfrm flipV="1">
            <a:off x="2149913" y="4173418"/>
            <a:ext cx="0" cy="686676"/>
          </a:xfrm>
          <a:prstGeom prst="straightConnector1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36D7A71-6E4C-889E-9895-B599CC78014E}"/>
              </a:ext>
            </a:extLst>
          </p:cNvPr>
          <p:cNvSpPr txBox="1"/>
          <p:nvPr/>
        </p:nvSpPr>
        <p:spPr>
          <a:xfrm>
            <a:off x="1299859" y="4860094"/>
            <a:ext cx="1700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Recruitment of participants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Development of applicable interventions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Development of pre‑test and post‑test measures</a:t>
            </a:r>
            <a:endParaRPr lang="en-GB" sz="900" b="1" noProof="0" dirty="0">
              <a:solidFill>
                <a:srgbClr val="FF0000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96340BF-2AD7-7983-4D13-7CDB0CE95CCB}"/>
              </a:ext>
            </a:extLst>
          </p:cNvPr>
          <p:cNvCxnSpPr>
            <a:cxnSpLocks/>
            <a:stCxn id="49" idx="0"/>
            <a:endCxn id="20" idx="2"/>
          </p:cNvCxnSpPr>
          <p:nvPr/>
        </p:nvCxnSpPr>
        <p:spPr>
          <a:xfrm flipV="1">
            <a:off x="3822482" y="4198404"/>
            <a:ext cx="0" cy="705279"/>
          </a:xfrm>
          <a:prstGeom prst="straightConnector1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FC77472-1CE2-3A32-5B02-2AC4293A6B4C}"/>
              </a:ext>
            </a:extLst>
          </p:cNvPr>
          <p:cNvSpPr txBox="1"/>
          <p:nvPr/>
        </p:nvSpPr>
        <p:spPr>
          <a:xfrm>
            <a:off x="2972428" y="4903683"/>
            <a:ext cx="1700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Examination of participants’ experiences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Modifications to the treatment</a:t>
            </a:r>
            <a:endParaRPr lang="en-GB" sz="900" b="1" noProof="0" dirty="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862A2D2-E485-A7B8-06DD-F2C122749BB0}"/>
              </a:ext>
            </a:extLst>
          </p:cNvPr>
          <p:cNvCxnSpPr>
            <a:cxnSpLocks/>
            <a:stCxn id="52" idx="0"/>
            <a:endCxn id="7" idx="2"/>
          </p:cNvCxnSpPr>
          <p:nvPr/>
        </p:nvCxnSpPr>
        <p:spPr>
          <a:xfrm flipV="1">
            <a:off x="5456994" y="4204874"/>
            <a:ext cx="7508" cy="688605"/>
          </a:xfrm>
          <a:prstGeom prst="straightConnector1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9206DB9-EE8F-B43C-CD42-B04E25EEA410}"/>
              </a:ext>
            </a:extLst>
          </p:cNvPr>
          <p:cNvSpPr txBox="1"/>
          <p:nvPr/>
        </p:nvSpPr>
        <p:spPr>
          <a:xfrm>
            <a:off x="4606940" y="4893479"/>
            <a:ext cx="170010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Examination of the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Modifications to the experiment</a:t>
            </a:r>
            <a:endParaRPr lang="en-GB" sz="900" b="1" noProof="0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AF95BD-7019-5F54-C2E4-8B61644743FC}"/>
              </a:ext>
            </a:extLst>
          </p:cNvPr>
          <p:cNvSpPr txBox="1"/>
          <p:nvPr/>
        </p:nvSpPr>
        <p:spPr>
          <a:xfrm>
            <a:off x="6537746" y="1561716"/>
            <a:ext cx="49448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Integration of qualitative and quantitative data</a:t>
            </a:r>
          </a:p>
          <a:p>
            <a:r>
              <a:rPr lang="en-US" sz="1100" dirty="0"/>
              <a:t>This design allows the researcher to collect and </a:t>
            </a:r>
            <a:r>
              <a:rPr lang="en-US" sz="1100" b="1" dirty="0" err="1">
                <a:highlight>
                  <a:srgbClr val="FFC000"/>
                </a:highlight>
              </a:rPr>
              <a:t>analyse</a:t>
            </a:r>
            <a:r>
              <a:rPr lang="en-US" sz="1100" b="1" dirty="0">
                <a:highlight>
                  <a:srgbClr val="FFC000"/>
                </a:highlight>
              </a:rPr>
              <a:t> both qualitative and quantitative data within the same study</a:t>
            </a:r>
            <a:r>
              <a:rPr lang="en-US" sz="1100" dirty="0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6EA572-3073-7D19-C4F6-E54ACCF1E98A}"/>
              </a:ext>
            </a:extLst>
          </p:cNvPr>
          <p:cNvGrpSpPr/>
          <p:nvPr/>
        </p:nvGrpSpPr>
        <p:grpSpPr>
          <a:xfrm>
            <a:off x="6973110" y="2246759"/>
            <a:ext cx="4509479" cy="400110"/>
            <a:chOff x="6663071" y="4746141"/>
            <a:chExt cx="4509479" cy="4001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D96F76-5885-3F39-8C66-FCC2D67717D3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Qualitative data are integrated at different points of the experiment to capture participants’ personal experiences.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10F12DD-F406-23B4-682E-C5FF6E0F5237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CB5C7F5-3108-C9E5-14F2-B9D6E7C04622}"/>
              </a:ext>
            </a:extLst>
          </p:cNvPr>
          <p:cNvGrpSpPr/>
          <p:nvPr/>
        </p:nvGrpSpPr>
        <p:grpSpPr>
          <a:xfrm>
            <a:off x="6973110" y="2617720"/>
            <a:ext cx="4509479" cy="400110"/>
            <a:chOff x="6663071" y="4746141"/>
            <a:chExt cx="4509479" cy="4001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C95060-3C8A-D65A-E27B-4C0FC319D188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This enriches the analysis and provides a more complete understanding of the phenomenon.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852CFF9-EFAF-D55D-714F-D358ECA050CC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4F3996-49B9-3000-2794-FB26D8F74237}"/>
              </a:ext>
            </a:extLst>
          </p:cNvPr>
          <p:cNvSpPr txBox="1"/>
          <p:nvPr/>
        </p:nvSpPr>
        <p:spPr>
          <a:xfrm>
            <a:off x="6537745" y="3017830"/>
            <a:ext cx="49448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Support for experimental data collection</a:t>
            </a:r>
          </a:p>
          <a:p>
            <a:r>
              <a:rPr lang="en-US" sz="1100" dirty="0"/>
              <a:t>Qualitative data support the pre‑test and post‑test measurements of the experiment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D35379-B67B-79FC-06ED-780C59E54BA4}"/>
              </a:ext>
            </a:extLst>
          </p:cNvPr>
          <p:cNvGrpSpPr/>
          <p:nvPr/>
        </p:nvGrpSpPr>
        <p:grpSpPr>
          <a:xfrm>
            <a:off x="6973110" y="3709151"/>
            <a:ext cx="4509479" cy="553998"/>
            <a:chOff x="6663071" y="4746141"/>
            <a:chExt cx="4509479" cy="55399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65144C-A886-05F9-27DD-1161AEE422FD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By adding qualitative data, researchers can obtain a </a:t>
              </a:r>
              <a:r>
                <a:rPr lang="en-US" sz="1000" b="1" dirty="0">
                  <a:highlight>
                    <a:srgbClr val="FFC000"/>
                  </a:highlight>
                </a:rPr>
                <a:t>deeper understanding of how and why participants respond in certain ways to the quantitative tests</a:t>
              </a:r>
              <a:r>
                <a:rPr lang="en-US" sz="1000" dirty="0"/>
                <a:t>, helping interpret the results more effectively.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B4D6DA8-C74D-EA05-B1FD-2EFB55CB72C2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1BCD985-A661-FE43-3DE6-B18F364DF4DB}"/>
              </a:ext>
            </a:extLst>
          </p:cNvPr>
          <p:cNvSpPr txBox="1"/>
          <p:nvPr/>
        </p:nvSpPr>
        <p:spPr>
          <a:xfrm>
            <a:off x="6537745" y="4348411"/>
            <a:ext cx="494484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Different forms of integration</a:t>
            </a:r>
          </a:p>
          <a:p>
            <a:r>
              <a:rPr lang="en-US" sz="1100" dirty="0"/>
              <a:t>Qualitative data may be added before, during or after the experiment.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7F4D2D-96EC-0C91-0183-A1A181DE71FE}"/>
              </a:ext>
            </a:extLst>
          </p:cNvPr>
          <p:cNvGrpSpPr/>
          <p:nvPr/>
        </p:nvGrpSpPr>
        <p:grpSpPr>
          <a:xfrm>
            <a:off x="6973110" y="4910727"/>
            <a:ext cx="4509479" cy="400110"/>
            <a:chOff x="6663071" y="4746141"/>
            <a:chExt cx="4509479" cy="40011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C608C0-AB80-0B27-FAB7-6B21379D59F0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b="1" dirty="0">
                  <a:highlight>
                    <a:srgbClr val="FFC000"/>
                  </a:highlight>
                </a:rPr>
                <a:t>Before</a:t>
              </a:r>
              <a:r>
                <a:rPr lang="en-US" sz="1000" dirty="0"/>
                <a:t> → qualitative data help design the intervention and understand participants’ initial context.</a:t>
              </a: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81F8262-9E2E-9F5E-B56A-28A2BA720365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1F5EF7-1032-829C-D8B1-427C51577593}"/>
              </a:ext>
            </a:extLst>
          </p:cNvPr>
          <p:cNvGrpSpPr/>
          <p:nvPr/>
        </p:nvGrpSpPr>
        <p:grpSpPr>
          <a:xfrm>
            <a:off x="6973110" y="5413449"/>
            <a:ext cx="4509479" cy="400110"/>
            <a:chOff x="6663071" y="4746141"/>
            <a:chExt cx="4509479" cy="40011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1001F0-743A-4D2A-EE47-341A01908195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b="1" dirty="0">
                  <a:highlight>
                    <a:srgbClr val="FFC000"/>
                  </a:highlight>
                </a:rPr>
                <a:t>During </a:t>
              </a:r>
              <a:r>
                <a:rPr lang="en-US" sz="1000" dirty="0"/>
                <a:t>→ qualitative data provide real‑time information about implementation and participant experience.</a:t>
              </a: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2FA58D3-98CE-1088-0E28-2A151757218E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F9991AC-F1A5-CD0D-CE39-76793C0FCD14}"/>
              </a:ext>
            </a:extLst>
          </p:cNvPr>
          <p:cNvGrpSpPr/>
          <p:nvPr/>
        </p:nvGrpSpPr>
        <p:grpSpPr>
          <a:xfrm>
            <a:off x="6973110" y="5910565"/>
            <a:ext cx="4509479" cy="400110"/>
            <a:chOff x="6663071" y="4746141"/>
            <a:chExt cx="4509479" cy="40011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3A74508-07AC-F393-16F8-36297C754CBF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b="1" dirty="0">
                  <a:highlight>
                    <a:srgbClr val="FFC000"/>
                  </a:highlight>
                </a:rPr>
                <a:t>After </a:t>
              </a:r>
              <a:r>
                <a:rPr lang="en-US" sz="1000" dirty="0"/>
                <a:t>→ qualitative data help interpret results and explore long‑term impact and sustainability.</a:t>
              </a: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17CBBCF-432F-4B04-A942-FED3036234E1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41E6E66-9610-CD45-B556-B7538742D9E4}"/>
              </a:ext>
            </a:extLst>
          </p:cNvPr>
          <p:cNvSpPr/>
          <p:nvPr/>
        </p:nvSpPr>
        <p:spPr>
          <a:xfrm>
            <a:off x="1040862" y="2238108"/>
            <a:ext cx="273506" cy="21107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>
              <a:tabLst>
                <a:tab pos="1203325" algn="l"/>
              </a:tabLst>
            </a:pPr>
            <a:r>
              <a:rPr lang="en-GB" sz="900" b="1" dirty="0">
                <a:solidFill>
                  <a:schemeClr val="tx1"/>
                </a:solidFill>
              </a:rPr>
              <a:t>Methods</a:t>
            </a:r>
            <a:endParaRPr lang="en-GB" sz="900" b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669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0" grpId="0" animBg="1"/>
      <p:bldP spid="21" grpId="0" animBg="1"/>
      <p:bldP spid="7" grpId="0" animBg="1"/>
      <p:bldP spid="8" grpId="0" animBg="1"/>
      <p:bldP spid="37" grpId="0"/>
      <p:bldP spid="49" grpId="0"/>
      <p:bldP spid="52" grpId="0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D847-B3F8-0D1A-C81D-6B821A61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E4D122EC-033D-A2A5-780A-9A5E6EE81D21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78487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The research process in complex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F0B1DA3-1799-0CCC-B88C-0A7AD90B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6599112-9B5D-BF12-B312-B95F2EA3A92E}"/>
              </a:ext>
            </a:extLst>
          </p:cNvPr>
          <p:cNvSpPr/>
          <p:nvPr/>
        </p:nvSpPr>
        <p:spPr>
          <a:xfrm>
            <a:off x="2810375" y="3278436"/>
            <a:ext cx="1601893" cy="7211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noProof="0" dirty="0">
                <a:solidFill>
                  <a:schemeClr val="tx1"/>
                </a:solidFill>
              </a:rPr>
              <a:t>Case selection criteria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1BF70B-16C4-172C-B9D0-FC53CABB7073}"/>
              </a:ext>
            </a:extLst>
          </p:cNvPr>
          <p:cNvSpPr/>
          <p:nvPr/>
        </p:nvSpPr>
        <p:spPr>
          <a:xfrm>
            <a:off x="1008131" y="3485136"/>
            <a:ext cx="1458004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Interpretation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01DB2B-F1EC-9509-9F9D-F97E070DDE00}"/>
              </a:ext>
            </a:extLst>
          </p:cNvPr>
          <p:cNvSpPr txBox="1"/>
          <p:nvPr/>
        </p:nvSpPr>
        <p:spPr>
          <a:xfrm>
            <a:off x="891589" y="1544294"/>
            <a:ext cx="20421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/>
              <a:t>Mixed Methods Case Study Design</a:t>
            </a:r>
            <a:endParaRPr lang="en-GB" sz="1400" b="1" noProof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6BE9FEE-5328-EC23-840A-508DDC7E3B4F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58C52A-0B09-23B5-122B-FA2C37C6FD12}"/>
              </a:ext>
            </a:extLst>
          </p:cNvPr>
          <p:cNvSpPr/>
          <p:nvPr/>
        </p:nvSpPr>
        <p:spPr>
          <a:xfrm>
            <a:off x="1008131" y="2419048"/>
            <a:ext cx="1458004" cy="307777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Quantitative survey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154B39-3543-3D46-B1C7-A09931AFDEE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1737133" y="3262066"/>
            <a:ext cx="0" cy="22307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2A43A50-FF8D-C7AA-72CF-2683887F4F4F}"/>
              </a:ext>
            </a:extLst>
          </p:cNvPr>
          <p:cNvSpPr txBox="1"/>
          <p:nvPr/>
        </p:nvSpPr>
        <p:spPr>
          <a:xfrm>
            <a:off x="6558757" y="2152954"/>
            <a:ext cx="44448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 this design, </a:t>
            </a:r>
            <a:r>
              <a:rPr lang="en-US" sz="1100" b="1" dirty="0">
                <a:highlight>
                  <a:srgbClr val="FFC000"/>
                </a:highlight>
              </a:rPr>
              <a:t>the researcher integrates a central design within the broader process of developing case studies for analysis</a:t>
            </a:r>
            <a:r>
              <a:rPr lang="en-US" sz="1100" dirty="0"/>
              <a:t>. 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central design is a convergent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process consists of developing cases inductively for their description and comparison.</a:t>
            </a:r>
          </a:p>
          <a:p>
            <a:endParaRPr lang="en-GB" sz="1100" noProof="0" dirty="0"/>
          </a:p>
          <a:p>
            <a:r>
              <a:rPr lang="en-GB" sz="1400" b="1" dirty="0">
                <a:solidFill>
                  <a:srgbClr val="FF0000"/>
                </a:solidFill>
              </a:rPr>
              <a:t>Deductive approach</a:t>
            </a:r>
            <a:endParaRPr lang="en-GB" sz="1400" noProof="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The cases are established at the beginning of the study.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Differences between the cases are documented through qualitative and quantitative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/>
          </a:p>
          <a:p>
            <a:r>
              <a:rPr lang="en-GB" sz="1400" b="1" dirty="0">
                <a:solidFill>
                  <a:srgbClr val="FF0000"/>
                </a:solidFill>
              </a:rPr>
              <a:t>Inductive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The researcher collects and analyses both types of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Cases are formed during the research process based on the evidence gathered.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noProof="0" dirty="0"/>
          </a:p>
          <a:p>
            <a:pPr lvl="0"/>
            <a:r>
              <a:rPr lang="en-US" sz="1400" b="1" dirty="0">
                <a:solidFill>
                  <a:srgbClr val="FF0000"/>
                </a:solidFill>
              </a:rPr>
              <a:t>Description and Comparison of Cases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prstClr val="black"/>
                </a:solidFill>
              </a:rPr>
              <a:t>Describing each case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prstClr val="black"/>
                </a:solidFill>
              </a:rPr>
              <a:t>Then discussing the similarities and differences between cases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900" b="1" noProof="0" dirty="0">
              <a:solidFill>
                <a:prstClr val="black"/>
              </a:solidFill>
            </a:endParaRPr>
          </a:p>
          <a:p>
            <a:pPr lvl="0"/>
            <a:r>
              <a:rPr lang="en-US" sz="1400" b="1" dirty="0">
                <a:solidFill>
                  <a:srgbClr val="FF0000"/>
                </a:solidFill>
              </a:rPr>
              <a:t>Challenges in Case Identification and Understanding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prstClr val="black"/>
                </a:solidFill>
              </a:rPr>
              <a:t>Identifying the cases before the study begins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prstClr val="black"/>
                </a:solidFill>
              </a:rPr>
              <a:t>Generating cases based on the evidence collected</a:t>
            </a:r>
            <a:endParaRPr lang="en-GB" sz="1100" noProof="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B8B799-9391-A379-5EE9-885D8AA4D2E9}"/>
              </a:ext>
            </a:extLst>
          </p:cNvPr>
          <p:cNvSpPr/>
          <p:nvPr/>
        </p:nvSpPr>
        <p:spPr>
          <a:xfrm>
            <a:off x="4756514" y="2419048"/>
            <a:ext cx="1458004" cy="307777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Qualitative interview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9782FA-7A23-11A7-9876-D2891588B9F7}"/>
              </a:ext>
            </a:extLst>
          </p:cNvPr>
          <p:cNvSpPr/>
          <p:nvPr/>
        </p:nvSpPr>
        <p:spPr>
          <a:xfrm>
            <a:off x="1008131" y="2954289"/>
            <a:ext cx="1458004" cy="307777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Data analysis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860E09-13E8-113E-416E-AFF8D795C4E0}"/>
              </a:ext>
            </a:extLst>
          </p:cNvPr>
          <p:cNvSpPr/>
          <p:nvPr/>
        </p:nvSpPr>
        <p:spPr>
          <a:xfrm>
            <a:off x="4756514" y="2947993"/>
            <a:ext cx="1458004" cy="307777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Data analysis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F8D7B0-5887-383A-B6C3-2055DA379BD0}"/>
              </a:ext>
            </a:extLst>
          </p:cNvPr>
          <p:cNvSpPr/>
          <p:nvPr/>
        </p:nvSpPr>
        <p:spPr>
          <a:xfrm>
            <a:off x="4756514" y="3485136"/>
            <a:ext cx="1458004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Interpretation</a:t>
            </a:r>
            <a:endParaRPr lang="en-GB" sz="900" b="1" noProof="0" dirty="0">
              <a:solidFill>
                <a:srgbClr val="DF102C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CD65B1-C770-2B10-8D51-99053336F785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1737133" y="2726825"/>
            <a:ext cx="0" cy="227464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20B20F-E89D-A730-3FF1-A991D43B6593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5485516" y="2726825"/>
            <a:ext cx="0" cy="221168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FCE2EA-12E0-C61A-8136-E09775773272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>
            <a:off x="5485516" y="3255770"/>
            <a:ext cx="0" cy="229366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678287D-2A9B-0EFB-2E33-CED042906D0C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2466135" y="3639025"/>
            <a:ext cx="344240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9FF93FE-51CD-E84A-6AE6-C4FDEE91AE19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flipH="1">
            <a:off x="4412268" y="3639025"/>
            <a:ext cx="344246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FE89078-CF74-6183-779D-C6C1F41A6747}"/>
              </a:ext>
            </a:extLst>
          </p:cNvPr>
          <p:cNvSpPr/>
          <p:nvPr/>
        </p:nvSpPr>
        <p:spPr>
          <a:xfrm>
            <a:off x="987117" y="4711956"/>
            <a:ext cx="1458004" cy="30777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Case description and themes (Case 1)</a:t>
            </a:r>
            <a:endParaRPr lang="en-GB" sz="900" b="1" noProof="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98D2635-3D22-82FA-DC80-8C2468D7BAC6}"/>
              </a:ext>
            </a:extLst>
          </p:cNvPr>
          <p:cNvSpPr/>
          <p:nvPr/>
        </p:nvSpPr>
        <p:spPr>
          <a:xfrm>
            <a:off x="2810376" y="4711956"/>
            <a:ext cx="1601892" cy="30777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Case description and themes (Case 2)</a:t>
            </a:r>
            <a:endParaRPr lang="en-GB" sz="900" b="1" noProof="0" dirty="0">
              <a:solidFill>
                <a:schemeClr val="bg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A27F0D3-7F47-9BFC-B4E6-F5A0C14CDF0F}"/>
              </a:ext>
            </a:extLst>
          </p:cNvPr>
          <p:cNvSpPr/>
          <p:nvPr/>
        </p:nvSpPr>
        <p:spPr>
          <a:xfrm>
            <a:off x="4756510" y="4699199"/>
            <a:ext cx="1458004" cy="30777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Case description and themes (Case 3)</a:t>
            </a:r>
            <a:endParaRPr lang="en-GB" sz="900" b="1" noProof="0" dirty="0">
              <a:solidFill>
                <a:schemeClr val="bg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621BE7-406F-F9F3-0C58-31F875F1E069}"/>
              </a:ext>
            </a:extLst>
          </p:cNvPr>
          <p:cNvCxnSpPr>
            <a:cxnSpLocks/>
            <a:stCxn id="20" idx="2"/>
            <a:endCxn id="46" idx="0"/>
          </p:cNvCxnSpPr>
          <p:nvPr/>
        </p:nvCxnSpPr>
        <p:spPr>
          <a:xfrm flipH="1">
            <a:off x="1716119" y="3999614"/>
            <a:ext cx="1895203" cy="71234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6703318-7D47-6FDA-BC7D-E3279F1E853C}"/>
              </a:ext>
            </a:extLst>
          </p:cNvPr>
          <p:cNvCxnSpPr>
            <a:cxnSpLocks/>
            <a:stCxn id="20" idx="2"/>
            <a:endCxn id="47" idx="0"/>
          </p:cNvCxnSpPr>
          <p:nvPr/>
        </p:nvCxnSpPr>
        <p:spPr>
          <a:xfrm>
            <a:off x="3611322" y="3999614"/>
            <a:ext cx="0" cy="71234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C86C49-1BDA-06AB-BB2C-F676AD147BA9}"/>
              </a:ext>
            </a:extLst>
          </p:cNvPr>
          <p:cNvCxnSpPr>
            <a:cxnSpLocks/>
            <a:stCxn id="20" idx="2"/>
            <a:endCxn id="50" idx="0"/>
          </p:cNvCxnSpPr>
          <p:nvPr/>
        </p:nvCxnSpPr>
        <p:spPr>
          <a:xfrm>
            <a:off x="3611322" y="3999614"/>
            <a:ext cx="1874190" cy="699585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3C11BAE-84D6-4EB9-1E3F-7A2B27540B03}"/>
              </a:ext>
            </a:extLst>
          </p:cNvPr>
          <p:cNvSpPr/>
          <p:nvPr/>
        </p:nvSpPr>
        <p:spPr>
          <a:xfrm>
            <a:off x="2810376" y="5264453"/>
            <a:ext cx="1601892" cy="30777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Comparison between cases and interpretation</a:t>
            </a:r>
            <a:endParaRPr lang="en-GB" sz="900" b="1" noProof="0" dirty="0">
              <a:solidFill>
                <a:schemeClr val="bg1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21A4AA9-C22D-67A1-88F2-17520AEB7A94}"/>
              </a:ext>
            </a:extLst>
          </p:cNvPr>
          <p:cNvCxnSpPr>
            <a:cxnSpLocks/>
            <a:stCxn id="47" idx="2"/>
            <a:endCxn id="63" idx="0"/>
          </p:cNvCxnSpPr>
          <p:nvPr/>
        </p:nvCxnSpPr>
        <p:spPr>
          <a:xfrm>
            <a:off x="3611322" y="5019734"/>
            <a:ext cx="0" cy="24471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58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8" grpId="0" animBg="1"/>
      <p:bldP spid="9" grpId="0" animBg="1"/>
      <p:bldP spid="10" grpId="0" animBg="1"/>
      <p:bldP spid="13" grpId="0" animBg="1"/>
      <p:bldP spid="18" grpId="0" animBg="1"/>
      <p:bldP spid="46" grpId="0" animBg="1"/>
      <p:bldP spid="47" grpId="0" animBg="1"/>
      <p:bldP spid="50" grpId="0" animBg="1"/>
      <p:bldP spid="6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6942-AD61-9ACE-0E06-11DF25AE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83C8A10F-DA69-92FF-B3D8-A680870740D3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78487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The research process in complex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1417820-9FCD-F569-20DB-97FE364A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B0CC52-31CE-80C5-BA3F-E5A4785AA061}"/>
              </a:ext>
            </a:extLst>
          </p:cNvPr>
          <p:cNvSpPr/>
          <p:nvPr/>
        </p:nvSpPr>
        <p:spPr>
          <a:xfrm>
            <a:off x="2537002" y="4919708"/>
            <a:ext cx="1458004" cy="30777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noProof="0" dirty="0">
                <a:solidFill>
                  <a:schemeClr val="bg1"/>
                </a:solidFill>
              </a:rPr>
              <a:t>Implementation of a new model</a:t>
            </a:r>
            <a:endParaRPr lang="en-GB" sz="900" b="1" noProof="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ECAA77-6BF8-2AA7-BC89-9F37E511E107}"/>
              </a:ext>
            </a:extLst>
          </p:cNvPr>
          <p:cNvSpPr txBox="1"/>
          <p:nvPr/>
        </p:nvSpPr>
        <p:spPr>
          <a:xfrm>
            <a:off x="891589" y="1544294"/>
            <a:ext cx="28803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/>
              <a:t>Participatory Action Research Design in Mixed Methods</a:t>
            </a:r>
            <a:endParaRPr lang="en-GB" sz="1400" b="1" noProof="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C2085FB-9E34-1E71-09A6-0EDE1CBDA609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64DB07-912F-9C5A-19AD-181DC6BBEDBF}"/>
              </a:ext>
            </a:extLst>
          </p:cNvPr>
          <p:cNvSpPr/>
          <p:nvPr/>
        </p:nvSpPr>
        <p:spPr>
          <a:xfrm>
            <a:off x="906878" y="3033435"/>
            <a:ext cx="1458004" cy="638945"/>
          </a:xfrm>
          <a:prstGeom prst="round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noProof="0" dirty="0">
                <a:solidFill>
                  <a:schemeClr val="bg1"/>
                </a:solidFill>
              </a:rPr>
              <a:t>Monitoring, implementation, and improvement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F7D3F2-EB7C-424E-DA6C-B531C36E1C24}"/>
              </a:ext>
            </a:extLst>
          </p:cNvPr>
          <p:cNvCxnSpPr>
            <a:cxnSpLocks/>
            <a:stCxn id="10" idx="2"/>
            <a:endCxn id="21" idx="1"/>
          </p:cNvCxnSpPr>
          <p:nvPr/>
        </p:nvCxnSpPr>
        <p:spPr>
          <a:xfrm>
            <a:off x="1635880" y="4466818"/>
            <a:ext cx="901122" cy="60677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785921E-FB31-01EF-73E6-4D10824A6802}"/>
              </a:ext>
            </a:extLst>
          </p:cNvPr>
          <p:cNvSpPr txBox="1"/>
          <p:nvPr/>
        </p:nvSpPr>
        <p:spPr>
          <a:xfrm>
            <a:off x="6354855" y="1940760"/>
            <a:ext cx="494484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noProof="0" dirty="0">
                <a:solidFill>
                  <a:srgbClr val="FF0000"/>
                </a:solidFill>
              </a:rPr>
              <a:t>Active community participation</a:t>
            </a:r>
          </a:p>
          <a:p>
            <a:r>
              <a:rPr lang="en-US" sz="1100" noProof="0" dirty="0"/>
              <a:t>Community members actively participate in the research. </a:t>
            </a:r>
            <a:r>
              <a:rPr lang="en-US" sz="1100" b="1" noProof="0" dirty="0">
                <a:highlight>
                  <a:srgbClr val="FFC000"/>
                </a:highlight>
              </a:rPr>
              <a:t>They collaborate closely with researchers </a:t>
            </a:r>
            <a:r>
              <a:rPr lang="en-US" sz="1100" noProof="0" dirty="0"/>
              <a:t>throughout the entire research process.</a:t>
            </a:r>
          </a:p>
          <a:p>
            <a:endParaRPr lang="en-GB" sz="1100" noProof="0" dirty="0"/>
          </a:p>
          <a:p>
            <a:r>
              <a:rPr lang="en-GB" sz="1400" b="1" dirty="0">
                <a:solidFill>
                  <a:srgbClr val="FF0000"/>
                </a:solidFill>
              </a:rPr>
              <a:t>Focus on social change</a:t>
            </a:r>
          </a:p>
          <a:p>
            <a:r>
              <a:rPr lang="en-US" sz="1100" dirty="0"/>
              <a:t>Social‑justice studies aim not only to gather data but also </a:t>
            </a:r>
            <a:r>
              <a:rPr lang="en-US" sz="1100" b="1" dirty="0">
                <a:highlight>
                  <a:srgbClr val="FFC000"/>
                </a:highlight>
              </a:rPr>
              <a:t>to promote significant social change and actions that improve people’s lives</a:t>
            </a:r>
            <a:r>
              <a:rPr lang="en-US" sz="1100" dirty="0"/>
              <a:t>. This approach goes beyond data collection and focuses on meaningful, concrete actions for the community.</a:t>
            </a:r>
            <a:endParaRPr lang="en-GB" sz="1100" dirty="0"/>
          </a:p>
          <a:p>
            <a:endParaRPr lang="en-GB" sz="1100" noProof="0" dirty="0"/>
          </a:p>
          <a:p>
            <a:r>
              <a:rPr lang="en-GB" sz="1400" b="1" dirty="0">
                <a:solidFill>
                  <a:srgbClr val="FF0000"/>
                </a:solidFill>
              </a:rPr>
              <a:t>Collaborative evaluation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97B30A-C893-C991-431D-C438AB549686}"/>
              </a:ext>
            </a:extLst>
          </p:cNvPr>
          <p:cNvSpPr/>
          <p:nvPr/>
        </p:nvSpPr>
        <p:spPr>
          <a:xfrm>
            <a:off x="906878" y="3827876"/>
            <a:ext cx="1458004" cy="638942"/>
          </a:xfrm>
          <a:prstGeom prst="roundRect">
            <a:avLst/>
          </a:prstGeom>
          <a:solidFill>
            <a:srgbClr val="FF999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noProof="0" dirty="0">
                <a:solidFill>
                  <a:schemeClr val="bg1"/>
                </a:solidFill>
              </a:rPr>
              <a:t>Evaluation, collection, and analysis of mixed‑data sources</a:t>
            </a:r>
            <a:endParaRPr lang="en-GB" sz="800" b="1" noProof="0" dirty="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D5F082-D758-C1D4-35BC-BB4CD433863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1635880" y="3672380"/>
            <a:ext cx="0" cy="155496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7FB865-B5E7-5374-3106-034F37C6C643}"/>
              </a:ext>
            </a:extLst>
          </p:cNvPr>
          <p:cNvCxnSpPr>
            <a:cxnSpLocks/>
            <a:stCxn id="16" idx="2"/>
            <a:endCxn id="21" idx="3"/>
          </p:cNvCxnSpPr>
          <p:nvPr/>
        </p:nvCxnSpPr>
        <p:spPr>
          <a:xfrm flipH="1">
            <a:off x="3995006" y="4466818"/>
            <a:ext cx="901845" cy="60677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AB0B27-EE86-A756-94E1-D3A85208E095}"/>
              </a:ext>
            </a:extLst>
          </p:cNvPr>
          <p:cNvSpPr/>
          <p:nvPr/>
        </p:nvSpPr>
        <p:spPr>
          <a:xfrm>
            <a:off x="2537002" y="2419360"/>
            <a:ext cx="1458004" cy="30777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noProof="0" dirty="0">
                <a:solidFill>
                  <a:schemeClr val="bg1"/>
                </a:solidFill>
              </a:rPr>
              <a:t>Community diagnosis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2B1FFF-7036-1B26-891C-986F30C6089A}"/>
              </a:ext>
            </a:extLst>
          </p:cNvPr>
          <p:cNvSpPr/>
          <p:nvPr/>
        </p:nvSpPr>
        <p:spPr>
          <a:xfrm>
            <a:off x="4167849" y="3827876"/>
            <a:ext cx="1458004" cy="638942"/>
          </a:xfrm>
          <a:prstGeom prst="roundRect">
            <a:avLst/>
          </a:prstGeom>
          <a:solidFill>
            <a:srgbClr val="FF999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noProof="0" dirty="0">
                <a:solidFill>
                  <a:schemeClr val="bg1"/>
                </a:solidFill>
              </a:rPr>
              <a:t>Planning and selection of a tailored model</a:t>
            </a:r>
            <a:endParaRPr lang="en-GB" sz="800" b="1" noProof="0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BCA1CF-CA66-256F-75AC-7BB3908EE4AE}"/>
              </a:ext>
            </a:extLst>
          </p:cNvPr>
          <p:cNvSpPr/>
          <p:nvPr/>
        </p:nvSpPr>
        <p:spPr>
          <a:xfrm>
            <a:off x="4167849" y="3033438"/>
            <a:ext cx="1458004" cy="638942"/>
          </a:xfrm>
          <a:prstGeom prst="round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noProof="0" dirty="0">
                <a:solidFill>
                  <a:schemeClr val="bg1"/>
                </a:solidFill>
              </a:rPr>
              <a:t>Collection of mixed data from community members</a:t>
            </a:r>
            <a:endParaRPr lang="en-GB" sz="800" b="1" noProof="0" dirty="0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01FFCB-0CF0-3FFF-9A0D-106DC1E80E0A}"/>
              </a:ext>
            </a:extLst>
          </p:cNvPr>
          <p:cNvCxnSpPr>
            <a:cxnSpLocks/>
            <a:stCxn id="8" idx="0"/>
            <a:endCxn id="15" idx="1"/>
          </p:cNvCxnSpPr>
          <p:nvPr/>
        </p:nvCxnSpPr>
        <p:spPr>
          <a:xfrm flipV="1">
            <a:off x="1635880" y="2573249"/>
            <a:ext cx="901122" cy="460186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3D5E9F-02D6-CEA2-B0A9-23DADA909E11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>
            <a:off x="3995006" y="2573249"/>
            <a:ext cx="901845" cy="46018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4E9D517-54DC-E6EC-7E95-22D882CF3302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4896851" y="3672380"/>
            <a:ext cx="0" cy="155496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1F3AEDC-960B-62E8-444A-0903F6111FAF}"/>
              </a:ext>
            </a:extLst>
          </p:cNvPr>
          <p:cNvSpPr/>
          <p:nvPr/>
        </p:nvSpPr>
        <p:spPr>
          <a:xfrm>
            <a:off x="2965886" y="3437815"/>
            <a:ext cx="594908" cy="5949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700" b="1" noProof="0" dirty="0">
                <a:solidFill>
                  <a:schemeClr val="tx1"/>
                </a:solidFill>
              </a:rPr>
              <a:t>Mixed</a:t>
            </a:r>
          </a:p>
          <a:p>
            <a:pPr algn="ctr"/>
            <a:r>
              <a:rPr lang="en-GB" sz="700" b="1" noProof="0" dirty="0">
                <a:solidFill>
                  <a:schemeClr val="tx1"/>
                </a:solidFill>
              </a:rPr>
              <a:t>methods core design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A362159-214B-CBD4-90B7-5ED0D033D4C5}"/>
              </a:ext>
            </a:extLst>
          </p:cNvPr>
          <p:cNvCxnSpPr>
            <a:cxnSpLocks/>
            <a:stCxn id="42" idx="6"/>
            <a:endCxn id="17" idx="1"/>
          </p:cNvCxnSpPr>
          <p:nvPr/>
        </p:nvCxnSpPr>
        <p:spPr>
          <a:xfrm flipV="1">
            <a:off x="3560794" y="3352909"/>
            <a:ext cx="607055" cy="38236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003EFF-9589-E865-66E3-45C7F4844DC6}"/>
              </a:ext>
            </a:extLst>
          </p:cNvPr>
          <p:cNvCxnSpPr>
            <a:cxnSpLocks/>
            <a:stCxn id="42" idx="2"/>
            <a:endCxn id="10" idx="3"/>
          </p:cNvCxnSpPr>
          <p:nvPr/>
        </p:nvCxnSpPr>
        <p:spPr>
          <a:xfrm flipH="1">
            <a:off x="2364882" y="3735269"/>
            <a:ext cx="601004" cy="412078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2449AC0-3511-9E90-C3FA-8747662F3BE5}"/>
              </a:ext>
            </a:extLst>
          </p:cNvPr>
          <p:cNvGrpSpPr/>
          <p:nvPr/>
        </p:nvGrpSpPr>
        <p:grpSpPr>
          <a:xfrm>
            <a:off x="6676465" y="4147347"/>
            <a:ext cx="4509479" cy="246221"/>
            <a:chOff x="6663071" y="4746141"/>
            <a:chExt cx="4509479" cy="2462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7C7AF7-4BE1-227B-FE8F-E815FCF721BF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An evaluation to diagnose the community’s needs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385071D-8041-BB18-4874-D6DF0898DD77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C161CCE-A8B0-DE67-E952-3150903A5E8E}"/>
              </a:ext>
            </a:extLst>
          </p:cNvPr>
          <p:cNvGrpSpPr/>
          <p:nvPr/>
        </p:nvGrpSpPr>
        <p:grpSpPr>
          <a:xfrm>
            <a:off x="6676465" y="4446147"/>
            <a:ext cx="4509479" cy="246221"/>
            <a:chOff x="6663071" y="4746141"/>
            <a:chExt cx="4509479" cy="2462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D1B384-0A6E-976C-776A-2DB59432CFD9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Data collection through community assessments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68E729D-96EA-38E1-34BC-672271E0F2A2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442817-A24F-3D66-7D8C-303BBFF784BA}"/>
              </a:ext>
            </a:extLst>
          </p:cNvPr>
          <p:cNvGrpSpPr/>
          <p:nvPr/>
        </p:nvGrpSpPr>
        <p:grpSpPr>
          <a:xfrm>
            <a:off x="6676465" y="4742520"/>
            <a:ext cx="4509479" cy="246221"/>
            <a:chOff x="6663071" y="4746141"/>
            <a:chExt cx="4509479" cy="2462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6E0AD3-DCE9-FF61-EC37-845B75C5D904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Identification and implementation of a model that meets those needs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CE6E378-72F3-56AF-9892-CD0F364E0E2A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321D8D-C054-68B4-BF02-F310CEF84A1E}"/>
              </a:ext>
            </a:extLst>
          </p:cNvPr>
          <p:cNvGrpSpPr/>
          <p:nvPr/>
        </p:nvGrpSpPr>
        <p:grpSpPr>
          <a:xfrm>
            <a:off x="6676465" y="4997396"/>
            <a:ext cx="4509479" cy="246221"/>
            <a:chOff x="6663071" y="4746141"/>
            <a:chExt cx="4509479" cy="2462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A8BF23B-DBA7-0536-06C1-53CC89104B10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Continuous evaluation of the model’s success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1B1E211-62AE-0A7B-DF1F-36B4B24AEE27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1449278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5F831-5AAC-6159-B179-3D5121A1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75D14EE1-9E8C-94C1-8D0C-B5B38FEBD982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78487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The research process in complex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DC1AB73-1DC7-BC4B-8FF8-75B8EEE6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7136F3-E04D-CD4E-9D31-A5633B0844E2}"/>
              </a:ext>
            </a:extLst>
          </p:cNvPr>
          <p:cNvSpPr txBox="1"/>
          <p:nvPr/>
        </p:nvSpPr>
        <p:spPr>
          <a:xfrm>
            <a:off x="891589" y="1544294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noProof="0" dirty="0"/>
              <a:t>Mixed Methods Evaluation Design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DBEC2B7-0067-BAAC-41FD-7279C3F5281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DCEFC8-E1C9-6CD8-AF58-5A96665DAE71}"/>
              </a:ext>
            </a:extLst>
          </p:cNvPr>
          <p:cNvSpPr/>
          <p:nvPr/>
        </p:nvSpPr>
        <p:spPr>
          <a:xfrm>
            <a:off x="906879" y="2691577"/>
            <a:ext cx="1302922" cy="1110603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noProof="0" dirty="0">
                <a:solidFill>
                  <a:schemeClr val="tx1"/>
                </a:solidFill>
              </a:rPr>
              <a:t>Evaluation of needs</a:t>
            </a:r>
          </a:p>
          <a:p>
            <a:pPr algn="ctr"/>
            <a:endParaRPr lang="en-GB" sz="900" noProof="0" dirty="0">
              <a:solidFill>
                <a:schemeClr val="tx1"/>
              </a:solidFill>
            </a:endParaRPr>
          </a:p>
          <a:p>
            <a:r>
              <a:rPr lang="en-GB" sz="900" b="1" noProof="0" dirty="0">
                <a:solidFill>
                  <a:schemeClr val="tx1"/>
                </a:solidFill>
              </a:rPr>
              <a:t>Qualitative phase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Interviews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Observations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Documents</a:t>
            </a:r>
            <a:endParaRPr lang="en-GB" sz="900" noProof="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AC6A6E-986B-3950-8F41-7ABC36D6621E}"/>
              </a:ext>
            </a:extLst>
          </p:cNvPr>
          <p:cNvSpPr txBox="1"/>
          <p:nvPr/>
        </p:nvSpPr>
        <p:spPr>
          <a:xfrm>
            <a:off x="6065608" y="1797117"/>
            <a:ext cx="4944843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Integration of quantitative and qualitative data</a:t>
            </a:r>
          </a:p>
          <a:p>
            <a:r>
              <a:rPr lang="en-US" sz="1100" dirty="0"/>
              <a:t>This design combines quantitative and qualitative data within an </a:t>
            </a:r>
            <a:r>
              <a:rPr lang="en-US" sz="1100" b="1" dirty="0">
                <a:highlight>
                  <a:srgbClr val="FFC000"/>
                </a:highlight>
              </a:rPr>
              <a:t>evaluation framework </a:t>
            </a:r>
            <a:r>
              <a:rPr lang="en-US" sz="1100" dirty="0"/>
              <a:t>to provide a more complete and detailed understanding of the </a:t>
            </a:r>
            <a:r>
              <a:rPr lang="en-US" sz="1100" dirty="0" err="1"/>
              <a:t>programme</a:t>
            </a:r>
            <a:r>
              <a:rPr lang="en-US" sz="1100" dirty="0"/>
              <a:t>, experiment, or policy being evaluated.</a:t>
            </a:r>
          </a:p>
          <a:p>
            <a:endParaRPr lang="en-GB" sz="1100" noProof="0" dirty="0"/>
          </a:p>
          <a:p>
            <a:r>
              <a:rPr lang="en-GB" sz="1400" b="1" dirty="0">
                <a:solidFill>
                  <a:srgbClr val="FF0000"/>
                </a:solidFill>
              </a:rPr>
              <a:t>Central designs</a:t>
            </a:r>
          </a:p>
          <a:p>
            <a:r>
              <a:rPr lang="en-US" sz="1100" dirty="0"/>
              <a:t>Across these projects, multiple central designs are often used.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D84D78-C879-AF1F-249D-B77AF625BAB5}"/>
              </a:ext>
            </a:extLst>
          </p:cNvPr>
          <p:cNvSpPr/>
          <p:nvPr/>
        </p:nvSpPr>
        <p:spPr>
          <a:xfrm>
            <a:off x="1633765" y="1926246"/>
            <a:ext cx="1458004" cy="70948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Integration: </a:t>
            </a:r>
            <a:r>
              <a:rPr lang="en-US" sz="900" dirty="0">
                <a:solidFill>
                  <a:schemeClr val="tx1"/>
                </a:solidFill>
              </a:rPr>
              <a:t>Building from a qualitative evaluation toward theory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1D01C3-8A45-B55E-D1E3-B22FB3E5D4F0}"/>
              </a:ext>
            </a:extLst>
          </p:cNvPr>
          <p:cNvCxnSpPr>
            <a:cxnSpLocks/>
            <a:stCxn id="8" idx="3"/>
            <a:endCxn id="43" idx="1"/>
          </p:cNvCxnSpPr>
          <p:nvPr/>
        </p:nvCxnSpPr>
        <p:spPr>
          <a:xfrm>
            <a:off x="2209801" y="3246879"/>
            <a:ext cx="338952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339204-34DF-1E03-BFBF-DA11719BFECC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362767" y="2635730"/>
            <a:ext cx="0" cy="61114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5E25C54-03E4-AB89-7AA1-3CF0774EEC56}"/>
              </a:ext>
            </a:extLst>
          </p:cNvPr>
          <p:cNvSpPr/>
          <p:nvPr/>
        </p:nvSpPr>
        <p:spPr>
          <a:xfrm>
            <a:off x="2548753" y="2691577"/>
            <a:ext cx="1302922" cy="1110603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noProof="0" dirty="0">
                <a:solidFill>
                  <a:schemeClr val="tx1"/>
                </a:solidFill>
              </a:rPr>
              <a:t>Theory contextualization</a:t>
            </a:r>
          </a:p>
          <a:p>
            <a:pPr algn="ctr"/>
            <a:endParaRPr lang="en-GB" sz="900" noProof="0" dirty="0">
              <a:solidFill>
                <a:schemeClr val="tx1"/>
              </a:solidFill>
            </a:endParaRPr>
          </a:p>
          <a:p>
            <a:r>
              <a:rPr lang="en-GB" sz="900" b="1" noProof="0" dirty="0">
                <a:solidFill>
                  <a:schemeClr val="tx1"/>
                </a:solidFill>
              </a:rPr>
              <a:t>Quantitative phase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7265A9D-0FEB-40D9-F45C-F656D574134B}"/>
              </a:ext>
            </a:extLst>
          </p:cNvPr>
          <p:cNvCxnSpPr>
            <a:stCxn id="8" idx="2"/>
            <a:endCxn id="43" idx="2"/>
          </p:cNvCxnSpPr>
          <p:nvPr/>
        </p:nvCxnSpPr>
        <p:spPr>
          <a:xfrm rot="16200000" flipH="1">
            <a:off x="2379277" y="2981243"/>
            <a:ext cx="12700" cy="1641874"/>
          </a:xfrm>
          <a:prstGeom prst="bentConnector3">
            <a:avLst>
              <a:gd name="adj1" fmla="val 1800000"/>
            </a:avLst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4FFAA6-ADD1-8070-5DD4-AEB718FEB77B}"/>
              </a:ext>
            </a:extLst>
          </p:cNvPr>
          <p:cNvSpPr/>
          <p:nvPr/>
        </p:nvSpPr>
        <p:spPr>
          <a:xfrm>
            <a:off x="1656625" y="3886643"/>
            <a:ext cx="1458004" cy="30777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>
                <a:solidFill>
                  <a:schemeClr val="bg1"/>
                </a:solidFill>
              </a:rPr>
              <a:t>Sequential exploratory design</a:t>
            </a:r>
            <a:endParaRPr lang="en-GB" sz="800" b="1" noProof="0" dirty="0">
              <a:solidFill>
                <a:schemeClr val="bg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43936E-A4A7-696F-DC25-C0A4CB3438FF}"/>
              </a:ext>
            </a:extLst>
          </p:cNvPr>
          <p:cNvSpPr/>
          <p:nvPr/>
        </p:nvSpPr>
        <p:spPr>
          <a:xfrm>
            <a:off x="4195646" y="2691577"/>
            <a:ext cx="1302922" cy="1110603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Development of instruments and measures</a:t>
            </a:r>
            <a:endParaRPr lang="en-GB" sz="900" noProof="0" dirty="0">
              <a:solidFill>
                <a:schemeClr val="tx1"/>
              </a:solidFill>
            </a:endParaRPr>
          </a:p>
          <a:p>
            <a:r>
              <a:rPr lang="en-GB" sz="900" b="1" dirty="0">
                <a:solidFill>
                  <a:schemeClr val="tx1"/>
                </a:solidFill>
              </a:rPr>
              <a:t>Quantitative phase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9067A03-AF95-641B-C9C6-2FDD3A825689}"/>
              </a:ext>
            </a:extLst>
          </p:cNvPr>
          <p:cNvCxnSpPr>
            <a:cxnSpLocks/>
            <a:stCxn id="43" idx="3"/>
            <a:endCxn id="56" idx="1"/>
          </p:cNvCxnSpPr>
          <p:nvPr/>
        </p:nvCxnSpPr>
        <p:spPr>
          <a:xfrm>
            <a:off x="3851675" y="3246879"/>
            <a:ext cx="343971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88D2B13-AF7C-2B6D-52B0-ED4BCED1CB35}"/>
              </a:ext>
            </a:extLst>
          </p:cNvPr>
          <p:cNvSpPr/>
          <p:nvPr/>
        </p:nvSpPr>
        <p:spPr>
          <a:xfrm>
            <a:off x="891589" y="4451798"/>
            <a:ext cx="1821131" cy="927312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Implementation and evaluation</a:t>
            </a:r>
          </a:p>
          <a:p>
            <a:pPr algn="ctr"/>
            <a:endParaRPr lang="en-GB" sz="900" noProof="0" dirty="0">
              <a:solidFill>
                <a:schemeClr val="bg1"/>
              </a:solidFill>
            </a:endParaRPr>
          </a:p>
          <a:p>
            <a:r>
              <a:rPr lang="en-GB" sz="900" b="1" dirty="0">
                <a:solidFill>
                  <a:schemeClr val="bg1"/>
                </a:solidFill>
              </a:rPr>
              <a:t>Quantitative phase</a:t>
            </a:r>
          </a:p>
          <a:p>
            <a:r>
              <a:rPr lang="en-GB" sz="900" dirty="0">
                <a:solidFill>
                  <a:schemeClr val="bg1"/>
                </a:solidFill>
              </a:rPr>
              <a:t>Experimental intervention based on quantitative measures</a:t>
            </a:r>
            <a:endParaRPr lang="en-GB" sz="900" noProof="0" dirty="0">
              <a:solidFill>
                <a:schemeClr val="bg1"/>
              </a:solidFill>
            </a:endParaRP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35B1329A-D901-187C-A235-58B74CEC42FE}"/>
              </a:ext>
            </a:extLst>
          </p:cNvPr>
          <p:cNvCxnSpPr>
            <a:cxnSpLocks/>
            <a:stCxn id="56" idx="2"/>
            <a:endCxn id="62" idx="0"/>
          </p:cNvCxnSpPr>
          <p:nvPr/>
        </p:nvCxnSpPr>
        <p:spPr>
          <a:xfrm rot="5400000">
            <a:off x="2999822" y="2604513"/>
            <a:ext cx="649618" cy="3044952"/>
          </a:xfrm>
          <a:prstGeom prst="bentConnector3">
            <a:avLst>
              <a:gd name="adj1" fmla="val 79325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45CEE41-7B38-57B2-9E2D-4508CAE172E4}"/>
              </a:ext>
            </a:extLst>
          </p:cNvPr>
          <p:cNvSpPr/>
          <p:nvPr/>
        </p:nvSpPr>
        <p:spPr>
          <a:xfrm>
            <a:off x="3677437" y="4451797"/>
            <a:ext cx="1821131" cy="927312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Follow‑up</a:t>
            </a:r>
            <a:endParaRPr lang="en-GB" sz="900" noProof="0" dirty="0">
              <a:solidFill>
                <a:schemeClr val="bg1"/>
              </a:solidFill>
            </a:endParaRPr>
          </a:p>
          <a:p>
            <a:r>
              <a:rPr lang="en-GB" sz="900" b="1" dirty="0">
                <a:solidFill>
                  <a:schemeClr val="bg1"/>
                </a:solidFill>
              </a:rPr>
              <a:t>Qualitative phase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</a:rPr>
              <a:t>Interviews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</a:rPr>
              <a:t>Observations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</a:rPr>
              <a:t>Documents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D6AD023-0331-63CB-9D20-6AB20E51873E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 flipV="1">
            <a:off x="2712720" y="4915453"/>
            <a:ext cx="964717" cy="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D045D0D-A3E9-20DE-4156-831C51AF0953}"/>
              </a:ext>
            </a:extLst>
          </p:cNvPr>
          <p:cNvCxnSpPr>
            <a:cxnSpLocks/>
            <a:stCxn id="62" idx="2"/>
            <a:endCxn id="67" idx="2"/>
          </p:cNvCxnSpPr>
          <p:nvPr/>
        </p:nvCxnSpPr>
        <p:spPr>
          <a:xfrm rot="5400000" flipH="1" flipV="1">
            <a:off x="3195078" y="3986186"/>
            <a:ext cx="1" cy="2785848"/>
          </a:xfrm>
          <a:prstGeom prst="bentConnector3">
            <a:avLst>
              <a:gd name="adj1" fmla="val -22860000000"/>
            </a:avLst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89C8D18-4F40-6767-7F4B-E7782C258D69}"/>
              </a:ext>
            </a:extLst>
          </p:cNvPr>
          <p:cNvSpPr/>
          <p:nvPr/>
        </p:nvSpPr>
        <p:spPr>
          <a:xfrm>
            <a:off x="2477563" y="5482597"/>
            <a:ext cx="1458004" cy="43128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>
                <a:solidFill>
                  <a:schemeClr val="bg1"/>
                </a:solidFill>
              </a:rPr>
              <a:t>Sequential explanatory design</a:t>
            </a:r>
          </a:p>
          <a:p>
            <a:pPr algn="ctr"/>
            <a:r>
              <a:rPr lang="en-GB" sz="800" noProof="0" dirty="0">
                <a:solidFill>
                  <a:schemeClr val="bg1"/>
                </a:solidFill>
              </a:rPr>
              <a:t>integration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0E737E-AF4A-FA95-FEC6-64F0906DACFF}"/>
              </a:ext>
            </a:extLst>
          </p:cNvPr>
          <p:cNvGrpSpPr/>
          <p:nvPr/>
        </p:nvGrpSpPr>
        <p:grpSpPr>
          <a:xfrm>
            <a:off x="6283289" y="3166723"/>
            <a:ext cx="4509479" cy="400110"/>
            <a:chOff x="6663071" y="4746141"/>
            <a:chExt cx="4509479" cy="4001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E4B8B2-5061-620D-6558-0D04E97E71E0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When evaluating a </a:t>
              </a:r>
              <a:r>
                <a:rPr lang="en-US" sz="1000" dirty="0" err="1"/>
                <a:t>programme</a:t>
              </a:r>
              <a:r>
                <a:rPr lang="en-US" sz="1000" dirty="0"/>
                <a:t>, it is possible to begin by collecting qualitative data in a needs assessment.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49ECAB2-2FDB-6788-14AD-B71CC77AF74E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13C0FA-D04E-486B-F2A2-7A2705D26085}"/>
              </a:ext>
            </a:extLst>
          </p:cNvPr>
          <p:cNvGrpSpPr/>
          <p:nvPr/>
        </p:nvGrpSpPr>
        <p:grpSpPr>
          <a:xfrm>
            <a:off x="6283289" y="3562755"/>
            <a:ext cx="4509479" cy="400110"/>
            <a:chOff x="6663071" y="4746141"/>
            <a:chExt cx="4509479" cy="40011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972A20-60AC-7FA5-6C08-CDA35C025614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Based on this assessment, a conceptual model is specified and instruments are developed.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FF2FEF-9840-DC60-B480-ED9FEF8596D1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DA6CBD-E6CA-B580-C75F-D38021D5C369}"/>
              </a:ext>
            </a:extLst>
          </p:cNvPr>
          <p:cNvGrpSpPr/>
          <p:nvPr/>
        </p:nvGrpSpPr>
        <p:grpSpPr>
          <a:xfrm>
            <a:off x="6283289" y="3946968"/>
            <a:ext cx="4509479" cy="400110"/>
            <a:chOff x="6663071" y="4746141"/>
            <a:chExt cx="4509479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ED612E-DDF6-3DEE-15D7-A7E242041773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The </a:t>
              </a:r>
              <a:r>
                <a:rPr lang="en-US" sz="1000" dirty="0" err="1"/>
                <a:t>programme</a:t>
              </a:r>
              <a:r>
                <a:rPr lang="en-US" sz="1000" dirty="0"/>
                <a:t> is then implemented and tested, followed by a qualitative follow‑up phase to refine the </a:t>
              </a:r>
              <a:r>
                <a:rPr lang="en-US" sz="1000" dirty="0" err="1"/>
                <a:t>programme</a:t>
              </a:r>
              <a:r>
                <a:rPr lang="en-US" sz="1000" dirty="0"/>
                <a:t>.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E9B773-ED9F-00C0-2FAB-885775EF97B0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3DB0A05-BF17-0B51-BE85-E97AC5297E37}"/>
              </a:ext>
            </a:extLst>
          </p:cNvPr>
          <p:cNvSpPr txBox="1"/>
          <p:nvPr/>
        </p:nvSpPr>
        <p:spPr>
          <a:xfrm>
            <a:off x="6057949" y="4383760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Combining exploratory and explanatory approaches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It is possible to use multiple central designs.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B9771C-7B9A-4955-7771-44C849CDDDEB}"/>
              </a:ext>
            </a:extLst>
          </p:cNvPr>
          <p:cNvGrpSpPr/>
          <p:nvPr/>
        </p:nvGrpSpPr>
        <p:grpSpPr>
          <a:xfrm>
            <a:off x="6283289" y="4897496"/>
            <a:ext cx="4509479" cy="553998"/>
            <a:chOff x="6663071" y="4746141"/>
            <a:chExt cx="4509479" cy="55399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BEE52C-3CA7-E790-7DF0-AC672551AB4C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Moving from a needs assessment to theoretical </a:t>
              </a:r>
              <a:r>
                <a:rPr lang="en-US" sz="1000" dirty="0" err="1"/>
                <a:t>conceptualisation</a:t>
              </a:r>
              <a:r>
                <a:rPr lang="en-US" sz="1000" dirty="0"/>
                <a:t> requires combining qualitative data with a quantitative evaluation in a sequential exploratory design.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CD33AC6-FF59-7547-9239-6D4C4E3D081F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ECF8DE4-7E1E-B111-3520-C1B3F8786D85}"/>
              </a:ext>
            </a:extLst>
          </p:cNvPr>
          <p:cNvGrpSpPr/>
          <p:nvPr/>
        </p:nvGrpSpPr>
        <p:grpSpPr>
          <a:xfrm>
            <a:off x="6283289" y="5467133"/>
            <a:ext cx="4509479" cy="553998"/>
            <a:chOff x="6663071" y="4746141"/>
            <a:chExt cx="4509479" cy="55399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21ADF9-68A0-CF03-8909-C21892B716A5}"/>
                </a:ext>
              </a:extLst>
            </p:cNvPr>
            <p:cNvSpPr txBox="1"/>
            <p:nvPr/>
          </p:nvSpPr>
          <p:spPr>
            <a:xfrm>
              <a:off x="6819524" y="4746141"/>
              <a:ext cx="435302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000" dirty="0"/>
                <a:t>After implementing and quantitatively testing the </a:t>
              </a:r>
              <a:r>
                <a:rPr lang="en-US" sz="1000" dirty="0" err="1"/>
                <a:t>programme</a:t>
              </a:r>
              <a:r>
                <a:rPr lang="en-US" sz="1000" dirty="0"/>
                <a:t>, a qualitative follow‑up phase (or the integration of a sequential explanatory design) is added.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A93234-71D1-40A2-CB70-AA3F48A3F3DE}"/>
                </a:ext>
              </a:extLst>
            </p:cNvPr>
            <p:cNvSpPr/>
            <p:nvPr/>
          </p:nvSpPr>
          <p:spPr>
            <a:xfrm>
              <a:off x="6663071" y="4798720"/>
              <a:ext cx="156453" cy="156453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118010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43" grpId="0" animBg="1"/>
      <p:bldP spid="21" grpId="0" animBg="1"/>
      <p:bldP spid="56" grpId="0" animBg="1"/>
      <p:bldP spid="62" grpId="0" animBg="1"/>
      <p:bldP spid="67" grpId="0" animBg="1"/>
      <p:bldP spid="8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817E7-C19A-A0B3-040D-D0E02B18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3A05904-D745-4E20-1AD9-53FA5207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8FE20CB9-A61F-2201-FD46-26C07F80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34285A0-3558-4EEC-A81F-6D473CFA743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8E9063-560C-039C-F101-0661333FA67D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0343AB-FD4E-9814-DF48-98EB5C97EE80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97403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The research process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in central designs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5E2D9-F3E0-49BB-40BE-2B6EDE404356}"/>
              </a:ext>
            </a:extLst>
          </p:cNvPr>
          <p:cNvSpPr txBox="1"/>
          <p:nvPr/>
        </p:nvSpPr>
        <p:spPr>
          <a:xfrm>
            <a:off x="813693" y="1822888"/>
            <a:ext cx="45005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>
                <a:solidFill>
                  <a:schemeClr val="bg1"/>
                </a:solidFill>
              </a:rPr>
              <a:t>The intention for using a design and the procedures for carrying out the research differ depending on whether the </a:t>
            </a:r>
            <a:r>
              <a:rPr lang="en-US" sz="1100" b="1" noProof="0" dirty="0">
                <a:solidFill>
                  <a:schemeClr val="bg1"/>
                </a:solidFill>
                <a:highlight>
                  <a:srgbClr val="000000"/>
                </a:highlight>
              </a:rPr>
              <a:t>design is central or complex</a:t>
            </a:r>
            <a:r>
              <a:rPr lang="en-US" sz="1100" noProof="0" dirty="0">
                <a:solidFill>
                  <a:schemeClr val="bg1"/>
                </a:solidFill>
              </a:rPr>
              <a:t>.</a:t>
            </a:r>
          </a:p>
          <a:p>
            <a:endParaRPr lang="en-GB" sz="1100" noProof="0" dirty="0">
              <a:solidFill>
                <a:schemeClr val="bg1"/>
              </a:solidFill>
            </a:endParaRPr>
          </a:p>
          <a:p>
            <a:r>
              <a:rPr lang="en-US" sz="1100" noProof="0" dirty="0">
                <a:solidFill>
                  <a:schemeClr val="bg1"/>
                </a:solidFill>
              </a:rPr>
              <a:t>The aim of this design is to carry out a research process in which both </a:t>
            </a:r>
            <a:r>
              <a:rPr lang="en-US" sz="1100" b="1" noProof="0" dirty="0">
                <a:solidFill>
                  <a:schemeClr val="bg1"/>
                </a:solidFill>
                <a:highlight>
                  <a:srgbClr val="000000"/>
                </a:highlight>
              </a:rPr>
              <a:t>quantitative and qualitative data and their integration shape one or more stages of the process</a:t>
            </a:r>
            <a:r>
              <a:rPr lang="en-US" sz="1100" noProof="0" dirty="0">
                <a:solidFill>
                  <a:schemeClr val="bg1"/>
                </a:solidFill>
              </a:rPr>
              <a:t>.</a:t>
            </a:r>
          </a:p>
          <a:p>
            <a:endParaRPr lang="en-GB" sz="1100" noProof="0" dirty="0">
              <a:solidFill>
                <a:schemeClr val="bg1"/>
              </a:solidFill>
            </a:endParaRPr>
          </a:p>
          <a:p>
            <a:pPr algn="ctr"/>
            <a:r>
              <a:rPr lang="en-US" sz="1100" b="1" noProof="0" dirty="0">
                <a:solidFill>
                  <a:srgbClr val="FFFF00"/>
                </a:solidFill>
              </a:rPr>
              <a:t>How to develop a justification for the choice of design type?</a:t>
            </a:r>
          </a:p>
          <a:p>
            <a:pPr algn="ctr"/>
            <a:endParaRPr lang="en-GB" sz="1100" noProof="0" dirty="0">
              <a:solidFill>
                <a:schemeClr val="bg1"/>
              </a:solidFill>
            </a:endParaRPr>
          </a:p>
          <a:p>
            <a:r>
              <a:rPr lang="en-US" sz="1100" b="1" noProof="0" dirty="0">
                <a:solidFill>
                  <a:schemeClr val="bg1"/>
                </a:solidFill>
              </a:rPr>
              <a:t>The intention for using a design and the procedures for carrying out the research differ depending on whether the design is central or complex. </a:t>
            </a:r>
            <a:endParaRPr lang="en-GB" sz="1100" noProof="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FC0475-45A4-367F-5FD2-79B8D70CD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44478"/>
              </p:ext>
            </p:extLst>
          </p:nvPr>
        </p:nvGraphicFramePr>
        <p:xfrm>
          <a:off x="5870616" y="1740184"/>
          <a:ext cx="5431155" cy="2407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54590">
                  <a:extLst>
                    <a:ext uri="{9D8B030D-6E8A-4147-A177-3AD203B41FA5}">
                      <a16:colId xmlns:a16="http://schemas.microsoft.com/office/drawing/2014/main" val="4146373053"/>
                    </a:ext>
                  </a:extLst>
                </a:gridCol>
                <a:gridCol w="2141487">
                  <a:extLst>
                    <a:ext uri="{9D8B030D-6E8A-4147-A177-3AD203B41FA5}">
                      <a16:colId xmlns:a16="http://schemas.microsoft.com/office/drawing/2014/main" val="680877441"/>
                    </a:ext>
                  </a:extLst>
                </a:gridCol>
                <a:gridCol w="2135078">
                  <a:extLst>
                    <a:ext uri="{9D8B030D-6E8A-4147-A177-3AD203B41FA5}">
                      <a16:colId xmlns:a16="http://schemas.microsoft.com/office/drawing/2014/main" val="296244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100" noProof="0">
                          <a:solidFill>
                            <a:srgbClr val="FFFF00"/>
                          </a:solidFill>
                        </a:rPr>
                        <a:t>Design </a:t>
                      </a:r>
                      <a:endParaRPr lang="en-GB" sz="1100" noProof="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rgbClr val="FFFF00"/>
                          </a:solidFill>
                        </a:rPr>
                        <a:t>Intention / Purpose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rgbClr val="FFFF00"/>
                          </a:solidFill>
                        </a:rPr>
                        <a:t>Procedure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016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900" b="1" noProof="0">
                          <a:solidFill>
                            <a:schemeClr val="bg1"/>
                          </a:solidFill>
                        </a:rPr>
                        <a:t>Convergent</a:t>
                      </a:r>
                      <a:endParaRPr lang="en-GB" sz="9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0" dirty="0">
                          <a:solidFill>
                            <a:schemeClr val="bg1"/>
                          </a:solidFill>
                        </a:rPr>
                        <a:t>Compare, match, corroborate (validate), expand, enhance, diffract, identify cases, initiate, full understanding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 dirty="0">
                          <a:solidFill>
                            <a:srgbClr val="FFFF00"/>
                          </a:solidFill>
                        </a:rPr>
                        <a:t>Connect </a:t>
                      </a:r>
                      <a:r>
                        <a:rPr lang="en-US" sz="900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(qualitative results lead to the design of a quantitative evaluation that is then tested)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949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900" b="1" noProof="0" dirty="0">
                          <a:solidFill>
                            <a:schemeClr val="bg1"/>
                          </a:solidFill>
                        </a:rPr>
                        <a:t>Explanatory sequential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noProof="0" dirty="0">
                          <a:solidFill>
                            <a:schemeClr val="bg1"/>
                          </a:solidFill>
                        </a:rPr>
                        <a:t>Expand, explain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 dirty="0">
                          <a:solidFill>
                            <a:srgbClr val="FFFF00"/>
                          </a:solidFill>
                        </a:rPr>
                        <a:t>Connect </a:t>
                      </a:r>
                      <a:r>
                        <a:rPr lang="en-US" sz="900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(qualitative results lead to the design of a quantitative evaluation that is then tested)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09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900" b="1" noProof="0" dirty="0">
                          <a:solidFill>
                            <a:schemeClr val="bg1"/>
                          </a:solidFill>
                        </a:rPr>
                        <a:t>Exploratory sequential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noProof="0" dirty="0">
                          <a:solidFill>
                            <a:schemeClr val="bg1"/>
                          </a:solidFill>
                        </a:rPr>
                        <a:t>Construct, transfer, generalise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 dirty="0">
                          <a:solidFill>
                            <a:srgbClr val="FFFF00"/>
                          </a:solidFill>
                        </a:rPr>
                        <a:t>Connect </a:t>
                      </a:r>
                      <a:r>
                        <a:rPr lang="en-US" sz="900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(qualitative results lead to the design of a quantitative evaluation that is then tested)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92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900" b="1" noProof="0" dirty="0">
                          <a:solidFill>
                            <a:schemeClr val="bg1"/>
                          </a:solidFill>
                        </a:rPr>
                        <a:t>Complex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0" dirty="0">
                          <a:solidFill>
                            <a:schemeClr val="bg1"/>
                          </a:solidFill>
                        </a:rPr>
                        <a:t>Expand (</a:t>
                      </a:r>
                      <a:r>
                        <a:rPr lang="en-US" sz="900" noProof="0" dirty="0" err="1">
                          <a:solidFill>
                            <a:schemeClr val="bg1"/>
                          </a:solidFill>
                        </a:rPr>
                        <a:t>optimise</a:t>
                      </a:r>
                      <a:r>
                        <a:rPr lang="en-US" sz="900" noProof="0" dirty="0">
                          <a:solidFill>
                            <a:schemeClr val="bg1"/>
                          </a:solidFill>
                        </a:rPr>
                        <a:t>, determine needs, monitor)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 dirty="0">
                          <a:solidFill>
                            <a:srgbClr val="FFFF00"/>
                          </a:solidFill>
                        </a:rPr>
                        <a:t>Integrate </a:t>
                      </a:r>
                      <a:r>
                        <a:rPr lang="en-US" sz="900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qualitative, quantitative, or both data types into a process or framework</a:t>
                      </a:r>
                      <a:endParaRPr lang="en-GB" sz="900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170910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E13FF3C2-E417-1329-8EB4-2EE8E58D1A37}"/>
              </a:ext>
            </a:extLst>
          </p:cNvPr>
          <p:cNvGrpSpPr/>
          <p:nvPr/>
        </p:nvGrpSpPr>
        <p:grpSpPr>
          <a:xfrm>
            <a:off x="10997307" y="1661067"/>
            <a:ext cx="381000" cy="381000"/>
            <a:chOff x="7296150" y="360623"/>
            <a:chExt cx="1600200" cy="1600200"/>
          </a:xfrm>
          <a:solidFill>
            <a:schemeClr val="accent2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4791B1F-54D5-FC4E-6B47-997F9F083DAA}"/>
                </a:ext>
              </a:extLst>
            </p:cNvPr>
            <p:cNvSpPr/>
            <p:nvPr/>
          </p:nvSpPr>
          <p:spPr>
            <a:xfrm>
              <a:off x="7296150" y="360623"/>
              <a:ext cx="1600200" cy="1600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pic>
          <p:nvPicPr>
            <p:cNvPr id="15" name="Graphic 14" descr="Transfer with solid fill">
              <a:extLst>
                <a:ext uri="{FF2B5EF4-FFF2-40B4-BE49-F238E27FC236}">
                  <a16:creationId xmlns:a16="http://schemas.microsoft.com/office/drawing/2014/main" id="{40D8D8A4-11C4-6D24-FCDD-147543155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9051" y="724797"/>
              <a:ext cx="914399" cy="91439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68DF289-17D8-289B-FE22-12018D3A9AEC}"/>
              </a:ext>
            </a:extLst>
          </p:cNvPr>
          <p:cNvSpPr txBox="1"/>
          <p:nvPr/>
        </p:nvSpPr>
        <p:spPr>
          <a:xfrm>
            <a:off x="813693" y="4678835"/>
            <a:ext cx="106688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noProof="0" dirty="0">
                <a:solidFill>
                  <a:srgbClr val="FFFF00"/>
                </a:solidFill>
              </a:rPr>
              <a:t>Convergent design: </a:t>
            </a:r>
            <a:r>
              <a:rPr lang="en-US" sz="1100" dirty="0">
                <a:solidFill>
                  <a:schemeClr val="bg1"/>
                </a:solidFill>
              </a:rPr>
              <a:t>Integration involves comparing the results of the quantitative and qualitative data by merging them, so that a more complete understanding emerges than that provided by either quantitative or qualitative results alone.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noProof="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noProof="0" dirty="0">
                <a:solidFill>
                  <a:srgbClr val="FFFF00"/>
                </a:solidFill>
              </a:rPr>
              <a:t>Explanatory sequential design: </a:t>
            </a:r>
            <a:r>
              <a:rPr lang="en-US" sz="1100" dirty="0">
                <a:solidFill>
                  <a:schemeClr val="bg1"/>
                </a:solidFill>
              </a:rPr>
              <a:t>Integration involves explaining the results of the initial quantitative phase by connecting it to a qualitative phase. This connection includes which questions need further exploration and who can best help explain the quantitative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noProof="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noProof="0" dirty="0">
                <a:solidFill>
                  <a:srgbClr val="FFFF00"/>
                </a:solidFill>
              </a:rPr>
              <a:t>Exploratory sequential design: </a:t>
            </a:r>
            <a:r>
              <a:rPr lang="en-US" sz="1100" dirty="0">
                <a:solidFill>
                  <a:schemeClr val="bg1"/>
                </a:solidFill>
              </a:rPr>
              <a:t>Integration involves initial exploration by collecting qualitative data, </a:t>
            </a:r>
            <a:r>
              <a:rPr lang="en-US" sz="1100" dirty="0" err="1">
                <a:solidFill>
                  <a:schemeClr val="bg1"/>
                </a:solidFill>
              </a:rPr>
              <a:t>analysing</a:t>
            </a:r>
            <a:r>
              <a:rPr lang="en-US" sz="1100" dirty="0">
                <a:solidFill>
                  <a:schemeClr val="bg1"/>
                </a:solidFill>
              </a:rPr>
              <a:t> it, and using the qualitative results to build a culturally specific measure or instrument for quantitative testing with a large sample.</a:t>
            </a:r>
            <a:endParaRPr lang="en-GB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7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7958-FE16-4806-0095-F5AD22CB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876FF8-BCDA-3D4B-77DD-C49077842A3E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2112629" y="2584337"/>
            <a:ext cx="0" cy="354743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ítulo 1">
            <a:extLst>
              <a:ext uri="{FF2B5EF4-FFF2-40B4-BE49-F238E27FC236}">
                <a16:creationId xmlns:a16="http://schemas.microsoft.com/office/drawing/2014/main" id="{55B36A9D-5657-98A4-693C-F4A8D00F9A34}"/>
              </a:ext>
            </a:extLst>
          </p:cNvPr>
          <p:cNvSpPr txBox="1">
            <a:spLocks/>
          </p:cNvSpPr>
          <p:nvPr/>
        </p:nvSpPr>
        <p:spPr>
          <a:xfrm>
            <a:off x="891588" y="501651"/>
            <a:ext cx="6964025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Selection of designs based on purposes and procedures</a:t>
            </a:r>
            <a:endParaRPr lang="en-GB" sz="3200" b="1" noProof="0" dirty="0">
              <a:solidFill>
                <a:srgbClr val="FF0000"/>
              </a:solidFill>
              <a:latin typeface="Aptos SemiBold" panose="020F0502020204030204" pitchFamily="34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DE12D41-3318-AA0D-A890-9CFC5B97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9753C65-8283-3959-54C1-389CFAE038F8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1F063E-1B85-5170-7546-125716F3C9DB}"/>
              </a:ext>
            </a:extLst>
          </p:cNvPr>
          <p:cNvSpPr/>
          <p:nvPr/>
        </p:nvSpPr>
        <p:spPr>
          <a:xfrm>
            <a:off x="1383627" y="2138020"/>
            <a:ext cx="1458004" cy="44631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Will you collect quantitative and qualitative data?</a:t>
            </a:r>
            <a:endParaRPr lang="en-GB" sz="900" b="1" noProof="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6817FF-5DA3-724B-4983-876A9E27D620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 flipV="1">
            <a:off x="2841631" y="2361178"/>
            <a:ext cx="813906" cy="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C448A0-7B60-0B72-5637-AD0144B02292}"/>
              </a:ext>
            </a:extLst>
          </p:cNvPr>
          <p:cNvSpPr/>
          <p:nvPr/>
        </p:nvSpPr>
        <p:spPr>
          <a:xfrm>
            <a:off x="3655537" y="2207289"/>
            <a:ext cx="1458004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</a:rPr>
              <a:t>A mixed‑methods design is not required</a:t>
            </a:r>
            <a:endParaRPr lang="en-GB" sz="800" noProof="0" dirty="0">
              <a:solidFill>
                <a:srgbClr val="DF102C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248140-2C2D-377D-C93F-ED6A027DD711}"/>
              </a:ext>
            </a:extLst>
          </p:cNvPr>
          <p:cNvSpPr/>
          <p:nvPr/>
        </p:nvSpPr>
        <p:spPr>
          <a:xfrm>
            <a:off x="3153250" y="2256717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DDF383-84D9-C6DD-1C01-C964AAAA3DF5}"/>
              </a:ext>
            </a:extLst>
          </p:cNvPr>
          <p:cNvSpPr/>
          <p:nvPr/>
        </p:nvSpPr>
        <p:spPr>
          <a:xfrm>
            <a:off x="2011848" y="2622828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40A41A-C806-67F8-D755-A52979BC6A61}"/>
              </a:ext>
            </a:extLst>
          </p:cNvPr>
          <p:cNvSpPr/>
          <p:nvPr/>
        </p:nvSpPr>
        <p:spPr>
          <a:xfrm>
            <a:off x="1383627" y="2939080"/>
            <a:ext cx="1458004" cy="7094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Will you compare the data or build one upon the other?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1D0E65-8CCF-91B2-AFD3-82BDE11B2208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2841631" y="3293822"/>
            <a:ext cx="824801" cy="53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3BA2747-B2C7-677F-3513-BC705BFF0C9C}"/>
              </a:ext>
            </a:extLst>
          </p:cNvPr>
          <p:cNvSpPr/>
          <p:nvPr/>
        </p:nvSpPr>
        <p:spPr>
          <a:xfrm>
            <a:off x="3666432" y="3139986"/>
            <a:ext cx="1458004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</a:rPr>
              <a:t>There is no integration process</a:t>
            </a:r>
            <a:endParaRPr lang="en-GB" sz="800" noProof="0" dirty="0">
              <a:solidFill>
                <a:srgbClr val="DF102C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92D151-3E1E-C568-DAAF-0897BC911740}"/>
              </a:ext>
            </a:extLst>
          </p:cNvPr>
          <p:cNvSpPr/>
          <p:nvPr/>
        </p:nvSpPr>
        <p:spPr>
          <a:xfrm>
            <a:off x="3153250" y="3192084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CC4273D-6E65-07F9-43C0-F8036058879E}"/>
              </a:ext>
            </a:extLst>
          </p:cNvPr>
          <p:cNvSpPr/>
          <p:nvPr/>
        </p:nvSpPr>
        <p:spPr>
          <a:xfrm>
            <a:off x="1392414" y="3740100"/>
            <a:ext cx="1068201" cy="30777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Will you compare the data?</a:t>
            </a:r>
            <a:endParaRPr lang="en-GB" sz="800" noProof="0" dirty="0">
              <a:solidFill>
                <a:srgbClr val="DF102C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1334C9-342B-E0EA-79E9-3D1CFE6BAD36}"/>
              </a:ext>
            </a:extLst>
          </p:cNvPr>
          <p:cNvCxnSpPr>
            <a:cxnSpLocks/>
            <a:stCxn id="23" idx="3"/>
            <a:endCxn id="32" idx="1"/>
          </p:cNvCxnSpPr>
          <p:nvPr/>
        </p:nvCxnSpPr>
        <p:spPr>
          <a:xfrm>
            <a:off x="2460615" y="3893989"/>
            <a:ext cx="1546075" cy="505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EFBAFB3-9C2E-5F2E-E3A2-55F36122D62C}"/>
              </a:ext>
            </a:extLst>
          </p:cNvPr>
          <p:cNvSpPr/>
          <p:nvPr/>
        </p:nvSpPr>
        <p:spPr>
          <a:xfrm>
            <a:off x="4006690" y="3745151"/>
            <a:ext cx="1143146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dirty="0">
                <a:solidFill>
                  <a:schemeClr val="tx1"/>
                </a:solidFill>
              </a:rPr>
              <a:t>Convergent design</a:t>
            </a:r>
            <a:endParaRPr lang="en-GB" sz="800" b="1" noProof="0" dirty="0">
              <a:solidFill>
                <a:srgbClr val="DF102C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D5D5850-0031-B360-15D4-FD8247EAE0DD}"/>
              </a:ext>
            </a:extLst>
          </p:cNvPr>
          <p:cNvSpPr/>
          <p:nvPr/>
        </p:nvSpPr>
        <p:spPr>
          <a:xfrm>
            <a:off x="3153250" y="3813019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Yes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367112B-4172-6745-EF7B-1CFBEE61F306}"/>
              </a:ext>
            </a:extLst>
          </p:cNvPr>
          <p:cNvCxnSpPr>
            <a:cxnSpLocks/>
            <a:stCxn id="13" idx="1"/>
            <a:endCxn id="23" idx="1"/>
          </p:cNvCxnSpPr>
          <p:nvPr/>
        </p:nvCxnSpPr>
        <p:spPr>
          <a:xfrm rot="10800000" flipH="1" flipV="1">
            <a:off x="1383626" y="3293821"/>
            <a:ext cx="8787" cy="600167"/>
          </a:xfrm>
          <a:prstGeom prst="bentConnector3">
            <a:avLst>
              <a:gd name="adj1" fmla="val -2601571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804634D-E29B-C3E5-745C-939BDD4BA959}"/>
              </a:ext>
            </a:extLst>
          </p:cNvPr>
          <p:cNvSpPr/>
          <p:nvPr/>
        </p:nvSpPr>
        <p:spPr>
          <a:xfrm>
            <a:off x="1389176" y="4163347"/>
            <a:ext cx="1068201" cy="60016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Will you build from one type of data to the other?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0114EA6-81C7-D96A-860C-938B140EB758}"/>
              </a:ext>
            </a:extLst>
          </p:cNvPr>
          <p:cNvCxnSpPr>
            <a:cxnSpLocks/>
            <a:stCxn id="13" idx="1"/>
            <a:endCxn id="51" idx="1"/>
          </p:cNvCxnSpPr>
          <p:nvPr/>
        </p:nvCxnSpPr>
        <p:spPr>
          <a:xfrm rot="10800000" flipH="1" flipV="1">
            <a:off x="1383626" y="3293821"/>
            <a:ext cx="5549" cy="1169609"/>
          </a:xfrm>
          <a:prstGeom prst="bentConnector3">
            <a:avLst>
              <a:gd name="adj1" fmla="val -4119661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4E7662D-DD50-9BEB-04A7-93006A8CFA91}"/>
              </a:ext>
            </a:extLst>
          </p:cNvPr>
          <p:cNvCxnSpPr>
            <a:cxnSpLocks/>
            <a:stCxn id="66" idx="3"/>
            <a:endCxn id="89" idx="1"/>
          </p:cNvCxnSpPr>
          <p:nvPr/>
        </p:nvCxnSpPr>
        <p:spPr>
          <a:xfrm>
            <a:off x="3785898" y="4258163"/>
            <a:ext cx="209897" cy="255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615A1A7-3077-71B1-2C3D-58D1B4D5A4A1}"/>
              </a:ext>
            </a:extLst>
          </p:cNvPr>
          <p:cNvSpPr/>
          <p:nvPr/>
        </p:nvSpPr>
        <p:spPr>
          <a:xfrm>
            <a:off x="3009515" y="4104274"/>
            <a:ext cx="776383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From quantitative to qualitative</a:t>
            </a:r>
            <a:endParaRPr lang="en-GB" sz="700" noProof="0" dirty="0">
              <a:solidFill>
                <a:srgbClr val="DF102C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2A9CBD7-0731-35C9-4660-75EBC11FDF18}"/>
              </a:ext>
            </a:extLst>
          </p:cNvPr>
          <p:cNvSpPr/>
          <p:nvPr/>
        </p:nvSpPr>
        <p:spPr>
          <a:xfrm>
            <a:off x="3009371" y="4489678"/>
            <a:ext cx="776383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From qualitative to quantitative</a:t>
            </a:r>
            <a:endParaRPr lang="en-GB" sz="700" noProof="0" dirty="0">
              <a:solidFill>
                <a:srgbClr val="DF102C"/>
              </a:solidFill>
            </a:endParaRP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5062405D-E1B0-8D53-3235-4CD268D3CD71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2533580" y="4258163"/>
            <a:ext cx="475935" cy="20526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43F8F3DA-DCC1-F261-9453-C940FB7D245B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2533580" y="4463431"/>
            <a:ext cx="475791" cy="18013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453EFB1-B62A-9DF0-DD11-6ABA7F1803CC}"/>
              </a:ext>
            </a:extLst>
          </p:cNvPr>
          <p:cNvSpPr/>
          <p:nvPr/>
        </p:nvSpPr>
        <p:spPr>
          <a:xfrm>
            <a:off x="2579289" y="4386362"/>
            <a:ext cx="154013" cy="15401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500" noProof="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11D37C8-004E-67D6-7193-1CBE2BEDC8F7}"/>
              </a:ext>
            </a:extLst>
          </p:cNvPr>
          <p:cNvSpPr/>
          <p:nvPr/>
        </p:nvSpPr>
        <p:spPr>
          <a:xfrm>
            <a:off x="3995795" y="4106826"/>
            <a:ext cx="1143146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dirty="0">
                <a:solidFill>
                  <a:schemeClr val="tx1"/>
                </a:solidFill>
              </a:rPr>
              <a:t>Explanatory sequential</a:t>
            </a:r>
            <a:endParaRPr lang="en-GB" sz="800" b="1" noProof="0" dirty="0">
              <a:solidFill>
                <a:srgbClr val="DF102C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38F00D8-53E0-F146-A35E-3426240EEA7B}"/>
              </a:ext>
            </a:extLst>
          </p:cNvPr>
          <p:cNvSpPr/>
          <p:nvPr/>
        </p:nvSpPr>
        <p:spPr>
          <a:xfrm>
            <a:off x="4006690" y="4489507"/>
            <a:ext cx="1143146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dirty="0">
                <a:solidFill>
                  <a:schemeClr val="tx1"/>
                </a:solidFill>
              </a:rPr>
              <a:t>Exploratory sequential</a:t>
            </a:r>
            <a:endParaRPr lang="en-GB" sz="800" b="1" noProof="0" dirty="0">
              <a:solidFill>
                <a:srgbClr val="DF102C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922C657-3952-D4E0-BEAE-BFFBECEFF306}"/>
              </a:ext>
            </a:extLst>
          </p:cNvPr>
          <p:cNvCxnSpPr>
            <a:cxnSpLocks/>
            <a:stCxn id="68" idx="3"/>
            <a:endCxn id="90" idx="1"/>
          </p:cNvCxnSpPr>
          <p:nvPr/>
        </p:nvCxnSpPr>
        <p:spPr>
          <a:xfrm flipV="1">
            <a:off x="3785754" y="4643396"/>
            <a:ext cx="220936" cy="17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18E0C654-D7A3-5AAA-492E-A825958B6380}"/>
              </a:ext>
            </a:extLst>
          </p:cNvPr>
          <p:cNvSpPr/>
          <p:nvPr/>
        </p:nvSpPr>
        <p:spPr>
          <a:xfrm>
            <a:off x="1383626" y="4969248"/>
            <a:ext cx="1452455" cy="7094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Do you plan to expand a conceptual framework or process as central mixed‑methods?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62B25F5A-0CC9-6560-7742-2DD34670E6DE}"/>
              </a:ext>
            </a:extLst>
          </p:cNvPr>
          <p:cNvCxnSpPr>
            <a:cxnSpLocks/>
            <a:stCxn id="13" idx="1"/>
            <a:endCxn id="99" idx="1"/>
          </p:cNvCxnSpPr>
          <p:nvPr/>
        </p:nvCxnSpPr>
        <p:spPr>
          <a:xfrm rot="10800000" flipV="1">
            <a:off x="1383627" y="3293821"/>
            <a:ext cx="1" cy="2030169"/>
          </a:xfrm>
          <a:prstGeom prst="bentConnector3">
            <a:avLst>
              <a:gd name="adj1" fmla="val 22860100000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EC76685-4EC7-8862-6A8C-2F630C7F6866}"/>
              </a:ext>
            </a:extLst>
          </p:cNvPr>
          <p:cNvCxnSpPr>
            <a:cxnSpLocks/>
            <a:stCxn id="99" idx="3"/>
            <a:endCxn id="109" idx="1"/>
          </p:cNvCxnSpPr>
          <p:nvPr/>
        </p:nvCxnSpPr>
        <p:spPr>
          <a:xfrm>
            <a:off x="2836081" y="5323991"/>
            <a:ext cx="262437" cy="199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D6D4BD13-9724-127E-1D3E-B6E0AA1D858E}"/>
              </a:ext>
            </a:extLst>
          </p:cNvPr>
          <p:cNvSpPr/>
          <p:nvPr/>
        </p:nvSpPr>
        <p:spPr>
          <a:xfrm>
            <a:off x="2032846" y="5796212"/>
            <a:ext cx="154013" cy="15401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F1F27FF-A8FE-D1B8-EEA2-F0C9E40DCFF2}"/>
              </a:ext>
            </a:extLst>
          </p:cNvPr>
          <p:cNvSpPr/>
          <p:nvPr/>
        </p:nvSpPr>
        <p:spPr>
          <a:xfrm>
            <a:off x="3098518" y="5172094"/>
            <a:ext cx="776383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tx1"/>
                </a:solidFill>
              </a:rPr>
              <a:t>Which  is the framework or process?</a:t>
            </a:r>
            <a:endParaRPr lang="en-GB" sz="700" noProof="0" dirty="0">
              <a:solidFill>
                <a:srgbClr val="DF102C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642ECCD-D1FD-BEB3-5E90-966472B78C35}"/>
              </a:ext>
            </a:extLst>
          </p:cNvPr>
          <p:cNvSpPr/>
          <p:nvPr/>
        </p:nvSpPr>
        <p:spPr>
          <a:xfrm>
            <a:off x="3995795" y="4999747"/>
            <a:ext cx="939556" cy="652472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325" indent="-60325">
              <a:buFont typeface="Arial" panose="020B0604020202020204" pitchFamily="34" charset="0"/>
              <a:buChar char="•"/>
            </a:pPr>
            <a:r>
              <a:rPr lang="en-GB" sz="800" b="1" dirty="0">
                <a:solidFill>
                  <a:schemeClr val="tx1"/>
                </a:solidFill>
              </a:rPr>
              <a:t>Intervention</a:t>
            </a:r>
          </a:p>
          <a:p>
            <a:pPr marL="60325" indent="-60325">
              <a:buFont typeface="Arial" panose="020B0604020202020204" pitchFamily="34" charset="0"/>
              <a:buChar char="•"/>
            </a:pPr>
            <a:r>
              <a:rPr lang="en-GB" sz="800" b="1" dirty="0">
                <a:solidFill>
                  <a:schemeClr val="tx1"/>
                </a:solidFill>
              </a:rPr>
              <a:t>Case study</a:t>
            </a:r>
          </a:p>
          <a:p>
            <a:pPr marL="60325" indent="-60325">
              <a:buFont typeface="Arial" panose="020B0604020202020204" pitchFamily="34" charset="0"/>
              <a:buChar char="•"/>
            </a:pPr>
            <a:r>
              <a:rPr lang="en-GB" sz="800" b="1" dirty="0">
                <a:solidFill>
                  <a:schemeClr val="tx1"/>
                </a:solidFill>
              </a:rPr>
              <a:t>Evaluation</a:t>
            </a:r>
          </a:p>
          <a:p>
            <a:pPr marL="60325" indent="-60325">
              <a:buFont typeface="Arial" panose="020B0604020202020204" pitchFamily="34" charset="0"/>
              <a:buChar char="•"/>
            </a:pPr>
            <a:r>
              <a:rPr lang="en-GB" sz="800" b="1" dirty="0">
                <a:solidFill>
                  <a:schemeClr val="tx1"/>
                </a:solidFill>
              </a:rPr>
              <a:t>Participatory</a:t>
            </a:r>
            <a:endParaRPr lang="en-GB" sz="800" b="1" noProof="0" dirty="0">
              <a:solidFill>
                <a:schemeClr val="tx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56BCD3A-0AE1-8984-D5EA-917882E6F14E}"/>
              </a:ext>
            </a:extLst>
          </p:cNvPr>
          <p:cNvCxnSpPr>
            <a:cxnSpLocks/>
            <a:stCxn id="109" idx="3"/>
            <a:endCxn id="117" idx="1"/>
          </p:cNvCxnSpPr>
          <p:nvPr/>
        </p:nvCxnSpPr>
        <p:spPr>
          <a:xfrm>
            <a:off x="3874901" y="5325983"/>
            <a:ext cx="120894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A15E5E14-DAD4-83AC-1B54-4C13B9A80415}"/>
              </a:ext>
            </a:extLst>
          </p:cNvPr>
          <p:cNvSpPr/>
          <p:nvPr/>
        </p:nvSpPr>
        <p:spPr>
          <a:xfrm>
            <a:off x="5056245" y="5172094"/>
            <a:ext cx="629820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Choose the central design</a:t>
            </a:r>
            <a:endParaRPr lang="en-GB" sz="700" noProof="0" dirty="0">
              <a:solidFill>
                <a:srgbClr val="DF102C"/>
              </a:solidFill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D89C25D-C69B-F1EB-A499-0386F4158CE7}"/>
              </a:ext>
            </a:extLst>
          </p:cNvPr>
          <p:cNvCxnSpPr>
            <a:cxnSpLocks/>
            <a:stCxn id="117" idx="3"/>
            <a:endCxn id="129" idx="1"/>
          </p:cNvCxnSpPr>
          <p:nvPr/>
        </p:nvCxnSpPr>
        <p:spPr>
          <a:xfrm>
            <a:off x="4935351" y="5325983"/>
            <a:ext cx="120894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4ED0F28-046C-A450-8E44-83CB50DE6CE6}"/>
              </a:ext>
            </a:extLst>
          </p:cNvPr>
          <p:cNvCxnSpPr>
            <a:cxnSpLocks/>
            <a:stCxn id="99" idx="2"/>
            <a:endCxn id="104" idx="0"/>
          </p:cNvCxnSpPr>
          <p:nvPr/>
        </p:nvCxnSpPr>
        <p:spPr>
          <a:xfrm flipH="1">
            <a:off x="2109853" y="5678733"/>
            <a:ext cx="1" cy="11747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76FC50C-6BEE-2BC7-550C-D29D99381B28}"/>
              </a:ext>
            </a:extLst>
          </p:cNvPr>
          <p:cNvCxnSpPr>
            <a:cxnSpLocks/>
            <a:stCxn id="104" idx="6"/>
            <a:endCxn id="141" idx="1"/>
          </p:cNvCxnSpPr>
          <p:nvPr/>
        </p:nvCxnSpPr>
        <p:spPr>
          <a:xfrm flipV="1">
            <a:off x="2186859" y="5866579"/>
            <a:ext cx="1808935" cy="664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03FCC308-8507-CEC7-7FA3-FBB6F9007CB1}"/>
              </a:ext>
            </a:extLst>
          </p:cNvPr>
          <p:cNvSpPr/>
          <p:nvPr/>
        </p:nvSpPr>
        <p:spPr>
          <a:xfrm>
            <a:off x="3995794" y="5782945"/>
            <a:ext cx="1154041" cy="1672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noProof="0" dirty="0">
                <a:solidFill>
                  <a:schemeClr val="tx1"/>
                </a:solidFill>
              </a:rPr>
              <a:t>Central design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8CF36D7-E35F-5810-C026-398FD768596F}"/>
              </a:ext>
            </a:extLst>
          </p:cNvPr>
          <p:cNvCxnSpPr>
            <a:cxnSpLocks/>
            <a:stCxn id="161" idx="2"/>
            <a:endCxn id="166" idx="0"/>
          </p:cNvCxnSpPr>
          <p:nvPr/>
        </p:nvCxnSpPr>
        <p:spPr>
          <a:xfrm>
            <a:off x="7234940" y="2584337"/>
            <a:ext cx="0" cy="354743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340ED9D1-8185-7EDB-44A9-AFA7A1D23974}"/>
              </a:ext>
            </a:extLst>
          </p:cNvPr>
          <p:cNvSpPr/>
          <p:nvPr/>
        </p:nvSpPr>
        <p:spPr>
          <a:xfrm>
            <a:off x="6505938" y="2138020"/>
            <a:ext cx="1458004" cy="44631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Will you collect quantitative and qualitative data?</a:t>
            </a:r>
            <a:endParaRPr lang="en-GB" sz="900" b="1" noProof="0" dirty="0">
              <a:solidFill>
                <a:schemeClr val="bg1"/>
              </a:solidFill>
            </a:endParaRP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2F6D17A2-B1AA-C68F-5CD4-728E8C0C4B5E}"/>
              </a:ext>
            </a:extLst>
          </p:cNvPr>
          <p:cNvCxnSpPr>
            <a:cxnSpLocks/>
            <a:stCxn id="161" idx="3"/>
            <a:endCxn id="163" idx="1"/>
          </p:cNvCxnSpPr>
          <p:nvPr/>
        </p:nvCxnSpPr>
        <p:spPr>
          <a:xfrm flipV="1">
            <a:off x="7963942" y="2361178"/>
            <a:ext cx="813906" cy="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A5D1117-39F0-53C2-7222-9320505ED1CE}"/>
              </a:ext>
            </a:extLst>
          </p:cNvPr>
          <p:cNvSpPr/>
          <p:nvPr/>
        </p:nvSpPr>
        <p:spPr>
          <a:xfrm>
            <a:off x="8777848" y="2207289"/>
            <a:ext cx="1458004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</a:rPr>
              <a:t>A mixed‑methods design is not required</a:t>
            </a:r>
            <a:endParaRPr lang="en-GB" sz="800" noProof="0" dirty="0">
              <a:solidFill>
                <a:srgbClr val="DF102C"/>
              </a:solidFill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377E82AF-9276-8ED5-B69A-8CEEC2C0A9B4}"/>
              </a:ext>
            </a:extLst>
          </p:cNvPr>
          <p:cNvSpPr/>
          <p:nvPr/>
        </p:nvSpPr>
        <p:spPr>
          <a:xfrm>
            <a:off x="8275561" y="2256717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A30BED15-7446-C8BF-393A-BD919194C174}"/>
              </a:ext>
            </a:extLst>
          </p:cNvPr>
          <p:cNvSpPr/>
          <p:nvPr/>
        </p:nvSpPr>
        <p:spPr>
          <a:xfrm>
            <a:off x="7134159" y="2622828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0BD9647C-C2DC-0D4D-6C49-F4C8AE16C640}"/>
              </a:ext>
            </a:extLst>
          </p:cNvPr>
          <p:cNvSpPr/>
          <p:nvPr/>
        </p:nvSpPr>
        <p:spPr>
          <a:xfrm>
            <a:off x="6505938" y="2939080"/>
            <a:ext cx="1458004" cy="7094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Will you merge the data or build one upon the other?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A2413E6-CDC2-5DF2-D490-93A90AECE784}"/>
              </a:ext>
            </a:extLst>
          </p:cNvPr>
          <p:cNvCxnSpPr>
            <a:cxnSpLocks/>
            <a:stCxn id="166" idx="3"/>
            <a:endCxn id="168" idx="1"/>
          </p:cNvCxnSpPr>
          <p:nvPr/>
        </p:nvCxnSpPr>
        <p:spPr>
          <a:xfrm>
            <a:off x="7963942" y="3293822"/>
            <a:ext cx="824801" cy="53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9C9F555A-BC5B-832C-DE33-4C9139D99916}"/>
              </a:ext>
            </a:extLst>
          </p:cNvPr>
          <p:cNvSpPr/>
          <p:nvPr/>
        </p:nvSpPr>
        <p:spPr>
          <a:xfrm>
            <a:off x="8788743" y="3139986"/>
            <a:ext cx="1458004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</a:rPr>
              <a:t>There is no integration process</a:t>
            </a:r>
            <a:endParaRPr lang="en-GB" sz="800" noProof="0" dirty="0">
              <a:solidFill>
                <a:srgbClr val="DF102C"/>
              </a:solidFill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A5E03794-6D65-4180-021C-2FF73E153A77}"/>
              </a:ext>
            </a:extLst>
          </p:cNvPr>
          <p:cNvSpPr/>
          <p:nvPr/>
        </p:nvSpPr>
        <p:spPr>
          <a:xfrm>
            <a:off x="8275561" y="3192084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23220A86-4177-8BB4-6971-5AFC543F6F26}"/>
              </a:ext>
            </a:extLst>
          </p:cNvPr>
          <p:cNvSpPr/>
          <p:nvPr/>
        </p:nvSpPr>
        <p:spPr>
          <a:xfrm>
            <a:off x="6514725" y="3740100"/>
            <a:ext cx="1068201" cy="30777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Will you merge the data?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8358E773-18BE-D519-3971-0B367BC45777}"/>
              </a:ext>
            </a:extLst>
          </p:cNvPr>
          <p:cNvCxnSpPr>
            <a:cxnSpLocks/>
            <a:stCxn id="170" idx="3"/>
            <a:endCxn id="172" idx="1"/>
          </p:cNvCxnSpPr>
          <p:nvPr/>
        </p:nvCxnSpPr>
        <p:spPr>
          <a:xfrm>
            <a:off x="7582926" y="3893989"/>
            <a:ext cx="1546075" cy="505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179A6FB1-CBDA-4BE9-277D-A1125E948698}"/>
              </a:ext>
            </a:extLst>
          </p:cNvPr>
          <p:cNvSpPr/>
          <p:nvPr/>
        </p:nvSpPr>
        <p:spPr>
          <a:xfrm>
            <a:off x="9129001" y="3745151"/>
            <a:ext cx="1143146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dirty="0">
                <a:solidFill>
                  <a:schemeClr val="tx1"/>
                </a:solidFill>
              </a:rPr>
              <a:t>Convergent design</a:t>
            </a:r>
            <a:endParaRPr lang="en-GB" sz="800" b="1" noProof="0" dirty="0">
              <a:solidFill>
                <a:srgbClr val="DF102C"/>
              </a:solidFill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00C3A3F-B8BB-1EEE-886E-75609901DB20}"/>
              </a:ext>
            </a:extLst>
          </p:cNvPr>
          <p:cNvSpPr/>
          <p:nvPr/>
        </p:nvSpPr>
        <p:spPr>
          <a:xfrm>
            <a:off x="8275561" y="3813019"/>
            <a:ext cx="201562" cy="20156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Yes</a:t>
            </a:r>
          </a:p>
        </p:txBody>
      </p: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89658C01-9BAC-2E10-934A-8CD9A630E128}"/>
              </a:ext>
            </a:extLst>
          </p:cNvPr>
          <p:cNvCxnSpPr>
            <a:cxnSpLocks/>
            <a:stCxn id="166" idx="1"/>
            <a:endCxn id="170" idx="1"/>
          </p:cNvCxnSpPr>
          <p:nvPr/>
        </p:nvCxnSpPr>
        <p:spPr>
          <a:xfrm rot="10800000" flipH="1" flipV="1">
            <a:off x="6505937" y="3293821"/>
            <a:ext cx="8787" cy="600167"/>
          </a:xfrm>
          <a:prstGeom prst="bentConnector3">
            <a:avLst>
              <a:gd name="adj1" fmla="val -2601571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545BD37E-BC71-2738-1FA9-3DA9665C8125}"/>
              </a:ext>
            </a:extLst>
          </p:cNvPr>
          <p:cNvSpPr/>
          <p:nvPr/>
        </p:nvSpPr>
        <p:spPr>
          <a:xfrm>
            <a:off x="6511487" y="4163347"/>
            <a:ext cx="1068201" cy="60016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Will you connect the data?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5D999748-BECC-5A10-0668-195538EA61E8}"/>
              </a:ext>
            </a:extLst>
          </p:cNvPr>
          <p:cNvCxnSpPr>
            <a:cxnSpLocks/>
            <a:stCxn id="166" idx="1"/>
            <a:endCxn id="175" idx="1"/>
          </p:cNvCxnSpPr>
          <p:nvPr/>
        </p:nvCxnSpPr>
        <p:spPr>
          <a:xfrm rot="10800000" flipH="1" flipV="1">
            <a:off x="6505937" y="3293821"/>
            <a:ext cx="5549" cy="1169609"/>
          </a:xfrm>
          <a:prstGeom prst="bentConnector3">
            <a:avLst>
              <a:gd name="adj1" fmla="val -4119661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6CDAC68-CA6D-50CE-A5F7-03C7700FDF4A}"/>
              </a:ext>
            </a:extLst>
          </p:cNvPr>
          <p:cNvCxnSpPr>
            <a:cxnSpLocks/>
            <a:stCxn id="178" idx="3"/>
            <a:endCxn id="183" idx="1"/>
          </p:cNvCxnSpPr>
          <p:nvPr/>
        </p:nvCxnSpPr>
        <p:spPr>
          <a:xfrm>
            <a:off x="8908209" y="4258163"/>
            <a:ext cx="209897" cy="255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7F39054E-A015-A1B7-1E01-08551EEB28CE}"/>
              </a:ext>
            </a:extLst>
          </p:cNvPr>
          <p:cNvSpPr/>
          <p:nvPr/>
        </p:nvSpPr>
        <p:spPr>
          <a:xfrm>
            <a:off x="8131826" y="4104274"/>
            <a:ext cx="776383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Quantitative first</a:t>
            </a:r>
            <a:endParaRPr lang="en-GB" sz="700" noProof="0" dirty="0">
              <a:solidFill>
                <a:srgbClr val="DF102C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9DA2835A-DAD0-AF1C-A8BA-2CA78DD221E4}"/>
              </a:ext>
            </a:extLst>
          </p:cNvPr>
          <p:cNvSpPr/>
          <p:nvPr/>
        </p:nvSpPr>
        <p:spPr>
          <a:xfrm>
            <a:off x="8131682" y="4489678"/>
            <a:ext cx="776383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Qualitative first </a:t>
            </a:r>
            <a:endParaRPr lang="en-GB" sz="700" noProof="0" dirty="0">
              <a:solidFill>
                <a:srgbClr val="DF102C"/>
              </a:solidFill>
            </a:endParaRP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D807BB2C-E6A7-B6C0-9A68-F55CB97DC8C9}"/>
              </a:ext>
            </a:extLst>
          </p:cNvPr>
          <p:cNvCxnSpPr>
            <a:cxnSpLocks/>
            <a:endCxn id="178" idx="1"/>
          </p:cNvCxnSpPr>
          <p:nvPr/>
        </p:nvCxnSpPr>
        <p:spPr>
          <a:xfrm flipV="1">
            <a:off x="7655891" y="4258163"/>
            <a:ext cx="475935" cy="20526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1217CC2E-2D14-811B-AA2B-24129806AD8F}"/>
              </a:ext>
            </a:extLst>
          </p:cNvPr>
          <p:cNvCxnSpPr>
            <a:cxnSpLocks/>
            <a:endCxn id="179" idx="1"/>
          </p:cNvCxnSpPr>
          <p:nvPr/>
        </p:nvCxnSpPr>
        <p:spPr>
          <a:xfrm>
            <a:off x="7655891" y="4463431"/>
            <a:ext cx="475791" cy="18013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C1522DEA-16CE-65C1-AF5B-1250E48539C1}"/>
              </a:ext>
            </a:extLst>
          </p:cNvPr>
          <p:cNvSpPr/>
          <p:nvPr/>
        </p:nvSpPr>
        <p:spPr>
          <a:xfrm>
            <a:off x="7701600" y="4386362"/>
            <a:ext cx="154013" cy="15401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500" noProof="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AC6A4C7A-4184-F169-049F-510CB684F65A}"/>
              </a:ext>
            </a:extLst>
          </p:cNvPr>
          <p:cNvSpPr/>
          <p:nvPr/>
        </p:nvSpPr>
        <p:spPr>
          <a:xfrm>
            <a:off x="9118106" y="4106826"/>
            <a:ext cx="1143146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dirty="0">
                <a:solidFill>
                  <a:schemeClr val="tx1"/>
                </a:solidFill>
              </a:rPr>
              <a:t>Explanatory sequential</a:t>
            </a:r>
            <a:endParaRPr lang="en-GB" sz="800" b="1" noProof="0" dirty="0">
              <a:solidFill>
                <a:srgbClr val="DF102C"/>
              </a:solidFill>
            </a:endParaRP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D66D5037-9330-46C8-C348-1C388108D59D}"/>
              </a:ext>
            </a:extLst>
          </p:cNvPr>
          <p:cNvSpPr/>
          <p:nvPr/>
        </p:nvSpPr>
        <p:spPr>
          <a:xfrm>
            <a:off x="9129001" y="4489507"/>
            <a:ext cx="1143146" cy="30777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dirty="0">
                <a:solidFill>
                  <a:schemeClr val="tx1"/>
                </a:solidFill>
              </a:rPr>
              <a:t>Exploratory sequential</a:t>
            </a:r>
            <a:endParaRPr lang="en-GB" sz="800" b="1" noProof="0" dirty="0">
              <a:solidFill>
                <a:srgbClr val="DF102C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D514463D-DAFF-B910-725C-6E3F0AB2D5DE}"/>
              </a:ext>
            </a:extLst>
          </p:cNvPr>
          <p:cNvCxnSpPr>
            <a:cxnSpLocks/>
            <a:stCxn id="179" idx="3"/>
            <a:endCxn id="184" idx="1"/>
          </p:cNvCxnSpPr>
          <p:nvPr/>
        </p:nvCxnSpPr>
        <p:spPr>
          <a:xfrm flipV="1">
            <a:off x="8908065" y="4643396"/>
            <a:ext cx="220936" cy="171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D321109A-A9D3-A4B2-752C-BA2868AC6F1E}"/>
              </a:ext>
            </a:extLst>
          </p:cNvPr>
          <p:cNvSpPr/>
          <p:nvPr/>
        </p:nvSpPr>
        <p:spPr>
          <a:xfrm>
            <a:off x="6505937" y="4969248"/>
            <a:ext cx="1452455" cy="7094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Do you plan to embed central designs within your overall procedural framework?</a:t>
            </a:r>
            <a:endParaRPr lang="en-GB" sz="900" noProof="0" dirty="0">
              <a:solidFill>
                <a:srgbClr val="DF102C"/>
              </a:solidFill>
            </a:endParaRPr>
          </a:p>
        </p:txBody>
      </p: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ECAF7394-4235-F47B-D561-1F4983BEB6C9}"/>
              </a:ext>
            </a:extLst>
          </p:cNvPr>
          <p:cNvCxnSpPr>
            <a:cxnSpLocks/>
            <a:stCxn id="166" idx="1"/>
            <a:endCxn id="186" idx="1"/>
          </p:cNvCxnSpPr>
          <p:nvPr/>
        </p:nvCxnSpPr>
        <p:spPr>
          <a:xfrm rot="10800000" flipV="1">
            <a:off x="6505938" y="3293821"/>
            <a:ext cx="1" cy="2030169"/>
          </a:xfrm>
          <a:prstGeom prst="bentConnector3">
            <a:avLst>
              <a:gd name="adj1" fmla="val 22860100000"/>
            </a:avLst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BF0AA14-96E4-C8C2-533E-291E1B4EB7A0}"/>
              </a:ext>
            </a:extLst>
          </p:cNvPr>
          <p:cNvCxnSpPr>
            <a:cxnSpLocks/>
            <a:stCxn id="186" idx="3"/>
            <a:endCxn id="190" idx="1"/>
          </p:cNvCxnSpPr>
          <p:nvPr/>
        </p:nvCxnSpPr>
        <p:spPr>
          <a:xfrm>
            <a:off x="7958392" y="5323991"/>
            <a:ext cx="317169" cy="1992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>
            <a:extLst>
              <a:ext uri="{FF2B5EF4-FFF2-40B4-BE49-F238E27FC236}">
                <a16:creationId xmlns:a16="http://schemas.microsoft.com/office/drawing/2014/main" id="{07E3CFF4-79C4-D418-8E4F-C85A161BE34D}"/>
              </a:ext>
            </a:extLst>
          </p:cNvPr>
          <p:cNvSpPr/>
          <p:nvPr/>
        </p:nvSpPr>
        <p:spPr>
          <a:xfrm>
            <a:off x="7155157" y="5796212"/>
            <a:ext cx="154013" cy="15401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600" noProof="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88C53342-87AC-6645-9589-15C852AB5779}"/>
              </a:ext>
            </a:extLst>
          </p:cNvPr>
          <p:cNvSpPr/>
          <p:nvPr/>
        </p:nvSpPr>
        <p:spPr>
          <a:xfrm>
            <a:off x="8275561" y="5172094"/>
            <a:ext cx="721651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tx1"/>
                </a:solidFill>
              </a:rPr>
              <a:t>Which  is the framework or process?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63887965-E4A9-DB51-6E3A-EA885A4BDA0E}"/>
              </a:ext>
            </a:extLst>
          </p:cNvPr>
          <p:cNvSpPr/>
          <p:nvPr/>
        </p:nvSpPr>
        <p:spPr>
          <a:xfrm>
            <a:off x="9118106" y="4999747"/>
            <a:ext cx="939556" cy="652472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tx1"/>
                </a:solidFill>
              </a:rPr>
              <a:t>Intervention</a:t>
            </a:r>
          </a:p>
          <a:p>
            <a:r>
              <a:rPr lang="en-US" sz="800" b="1" dirty="0">
                <a:solidFill>
                  <a:schemeClr val="tx1"/>
                </a:solidFill>
              </a:rPr>
              <a:t>Case study</a:t>
            </a:r>
          </a:p>
          <a:p>
            <a:r>
              <a:rPr lang="en-US" sz="800" b="1" dirty="0">
                <a:solidFill>
                  <a:schemeClr val="tx1"/>
                </a:solidFill>
              </a:rPr>
              <a:t>Evaluation</a:t>
            </a:r>
          </a:p>
          <a:p>
            <a:r>
              <a:rPr lang="en-US" sz="800" b="1" dirty="0">
                <a:solidFill>
                  <a:schemeClr val="tx1"/>
                </a:solidFill>
              </a:rPr>
              <a:t>Participatory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C5D7FFF5-6A3E-1920-7DD0-06EAE7A9D7AD}"/>
              </a:ext>
            </a:extLst>
          </p:cNvPr>
          <p:cNvCxnSpPr>
            <a:cxnSpLocks/>
            <a:stCxn id="190" idx="3"/>
            <a:endCxn id="191" idx="1"/>
          </p:cNvCxnSpPr>
          <p:nvPr/>
        </p:nvCxnSpPr>
        <p:spPr>
          <a:xfrm>
            <a:off x="8997212" y="5325983"/>
            <a:ext cx="120894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E6A68C27-1715-5846-1157-900DDC578F8B}"/>
              </a:ext>
            </a:extLst>
          </p:cNvPr>
          <p:cNvSpPr/>
          <p:nvPr/>
        </p:nvSpPr>
        <p:spPr>
          <a:xfrm>
            <a:off x="10178556" y="5172094"/>
            <a:ext cx="629820" cy="307778"/>
          </a:xfrm>
          <a:prstGeom prst="round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Choose the central design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B4533D7B-88BE-D8F3-3AE6-19B0C6C61456}"/>
              </a:ext>
            </a:extLst>
          </p:cNvPr>
          <p:cNvCxnSpPr>
            <a:cxnSpLocks/>
            <a:stCxn id="191" idx="3"/>
            <a:endCxn id="193" idx="1"/>
          </p:cNvCxnSpPr>
          <p:nvPr/>
        </p:nvCxnSpPr>
        <p:spPr>
          <a:xfrm>
            <a:off x="10057662" y="5325983"/>
            <a:ext cx="120894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FBDF7B79-5848-94A2-45ED-31C1AD7C2C9E}"/>
              </a:ext>
            </a:extLst>
          </p:cNvPr>
          <p:cNvCxnSpPr>
            <a:cxnSpLocks/>
            <a:stCxn id="186" idx="2"/>
            <a:endCxn id="189" idx="0"/>
          </p:cNvCxnSpPr>
          <p:nvPr/>
        </p:nvCxnSpPr>
        <p:spPr>
          <a:xfrm flipH="1">
            <a:off x="7232164" y="5678733"/>
            <a:ext cx="1" cy="11747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653FB461-A2E1-D4E7-6BD6-8633488A8229}"/>
              </a:ext>
            </a:extLst>
          </p:cNvPr>
          <p:cNvCxnSpPr>
            <a:cxnSpLocks/>
            <a:stCxn id="189" idx="6"/>
            <a:endCxn id="197" idx="1"/>
          </p:cNvCxnSpPr>
          <p:nvPr/>
        </p:nvCxnSpPr>
        <p:spPr>
          <a:xfrm flipV="1">
            <a:off x="7309170" y="5866576"/>
            <a:ext cx="1808936" cy="6643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8AF0F4F9-9DC4-131C-D264-FC9A948DDFBA}"/>
              </a:ext>
            </a:extLst>
          </p:cNvPr>
          <p:cNvSpPr/>
          <p:nvPr/>
        </p:nvSpPr>
        <p:spPr>
          <a:xfrm>
            <a:off x="9118106" y="5782945"/>
            <a:ext cx="1143146" cy="167262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 dirty="0">
                <a:solidFill>
                  <a:schemeClr val="tx1"/>
                </a:solidFill>
              </a:rPr>
              <a:t>Central design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C944EA5-CC32-6AD3-454F-225CD9180959}"/>
              </a:ext>
            </a:extLst>
          </p:cNvPr>
          <p:cNvSpPr txBox="1"/>
          <p:nvPr/>
        </p:nvSpPr>
        <p:spPr>
          <a:xfrm>
            <a:off x="6357071" y="1586662"/>
            <a:ext cx="4041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solidFill>
                  <a:srgbClr val="FF0000"/>
                </a:solidFill>
              </a:rPr>
              <a:t>Flowchart for choosing your type of design (based on procedures)</a:t>
            </a:r>
            <a:endParaRPr lang="en-GB" sz="1200" b="1" noProof="0" dirty="0">
              <a:solidFill>
                <a:srgbClr val="FF000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FFF4629-2F90-45D1-9CAB-AFB28DCC1DDF}"/>
              </a:ext>
            </a:extLst>
          </p:cNvPr>
          <p:cNvSpPr txBox="1"/>
          <p:nvPr/>
        </p:nvSpPr>
        <p:spPr>
          <a:xfrm>
            <a:off x="1329296" y="1591166"/>
            <a:ext cx="4041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solidFill>
                  <a:srgbClr val="FF0000"/>
                </a:solidFill>
              </a:rPr>
              <a:t>Flowchart for choosing your type of design (based on purposes)</a:t>
            </a:r>
            <a:endParaRPr lang="en-GB" sz="12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636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FF0000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15F25-FE50-A2ED-E259-84311DE9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3A2973C-CB0B-B72A-F143-C2FA6F12D2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1B5BBA35-E5BF-D519-5CCF-1D69BFBF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A6F69F9-4DC5-C051-4F44-0EFACE6EF205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04/03/2026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EF5A03-E408-837A-AFD8-699FC2A600C8}"/>
              </a:ext>
            </a:extLst>
          </p:cNvPr>
          <p:cNvSpPr/>
          <p:nvPr/>
        </p:nvSpPr>
        <p:spPr>
          <a:xfrm>
            <a:off x="247650" y="6356348"/>
            <a:ext cx="3505200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9E0D4E-9498-366F-52FC-076E730AEA57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5974031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Selection of designs based on purposes and procedures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FB9EE9-85E9-4590-3CD5-069CCF719CFF}"/>
              </a:ext>
            </a:extLst>
          </p:cNvPr>
          <p:cNvGrpSpPr/>
          <p:nvPr/>
        </p:nvGrpSpPr>
        <p:grpSpPr>
          <a:xfrm>
            <a:off x="891588" y="1858230"/>
            <a:ext cx="8944253" cy="584775"/>
            <a:chOff x="987574" y="5097215"/>
            <a:chExt cx="3552637" cy="5847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AF9C48-0203-82DA-A22D-C37244F6B1C0}"/>
                </a:ext>
              </a:extLst>
            </p:cNvPr>
            <p:cNvSpPr txBox="1"/>
            <p:nvPr/>
          </p:nvSpPr>
          <p:spPr>
            <a:xfrm>
              <a:off x="1168527" y="5220325"/>
              <a:ext cx="33716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Identify the collection of quantitative and qualitative data in your study.</a:t>
              </a:r>
              <a:endParaRPr lang="en-GB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0A54BA-441C-331C-D331-A98B808731CB}"/>
                </a:ext>
              </a:extLst>
            </p:cNvPr>
            <p:cNvSpPr txBox="1"/>
            <p:nvPr/>
          </p:nvSpPr>
          <p:spPr>
            <a:xfrm>
              <a:off x="987574" y="5097215"/>
              <a:ext cx="3660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noProof="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1.</a:t>
              </a:r>
              <a:endParaRPr lang="en-GB" sz="3200" b="1" noProof="0" dirty="0">
                <a:solidFill>
                  <a:srgbClr val="FFFF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75F3E0-6D49-24F1-F416-3FFE0F848209}"/>
              </a:ext>
            </a:extLst>
          </p:cNvPr>
          <p:cNvGrpSpPr/>
          <p:nvPr/>
        </p:nvGrpSpPr>
        <p:grpSpPr>
          <a:xfrm>
            <a:off x="919961" y="2340018"/>
            <a:ext cx="8944253" cy="584775"/>
            <a:chOff x="987574" y="5097215"/>
            <a:chExt cx="3552637" cy="58477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D21AE1-5024-2CA4-E2CD-08D55D3E9900}"/>
                </a:ext>
              </a:extLst>
            </p:cNvPr>
            <p:cNvSpPr txBox="1"/>
            <p:nvPr/>
          </p:nvSpPr>
          <p:spPr>
            <a:xfrm>
              <a:off x="1168527" y="5220325"/>
              <a:ext cx="33716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Indicate whether the data source is quantitative or qualitative.</a:t>
              </a:r>
              <a:endParaRPr lang="en-GB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F20720-AF5D-8603-57E4-897C5CA906DD}"/>
                </a:ext>
              </a:extLst>
            </p:cNvPr>
            <p:cNvSpPr txBox="1"/>
            <p:nvPr/>
          </p:nvSpPr>
          <p:spPr>
            <a:xfrm>
              <a:off x="987574" y="5097215"/>
              <a:ext cx="3660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2</a:t>
              </a:r>
              <a:r>
                <a:rPr lang="en-GB" sz="3200" noProof="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.</a:t>
              </a:r>
              <a:endParaRPr lang="en-GB" sz="3200" b="1" noProof="0" dirty="0">
                <a:solidFill>
                  <a:srgbClr val="FFFF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643722-5532-BB8F-225D-D8AB91808952}"/>
              </a:ext>
            </a:extLst>
          </p:cNvPr>
          <p:cNvGrpSpPr/>
          <p:nvPr/>
        </p:nvGrpSpPr>
        <p:grpSpPr>
          <a:xfrm>
            <a:off x="919961" y="2826648"/>
            <a:ext cx="10380450" cy="584775"/>
            <a:chOff x="987574" y="5097215"/>
            <a:chExt cx="4123091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1D1749-F376-39F9-84E9-C7590B45270B}"/>
                </a:ext>
              </a:extLst>
            </p:cNvPr>
            <p:cNvSpPr txBox="1"/>
            <p:nvPr/>
          </p:nvSpPr>
          <p:spPr>
            <a:xfrm>
              <a:off x="1168527" y="5220325"/>
              <a:ext cx="394213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Draw a diagram of the steps in the procedure. These steps (represented by boxes) show the phases of the study.</a:t>
              </a:r>
              <a:endParaRPr lang="en-GB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0AE167-4783-7E3C-1E6E-EA0B70B7FED8}"/>
                </a:ext>
              </a:extLst>
            </p:cNvPr>
            <p:cNvSpPr txBox="1"/>
            <p:nvPr/>
          </p:nvSpPr>
          <p:spPr>
            <a:xfrm>
              <a:off x="987574" y="5097215"/>
              <a:ext cx="3660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noProof="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3.</a:t>
              </a:r>
              <a:endParaRPr lang="en-GB" sz="3200" b="1" noProof="0" dirty="0">
                <a:solidFill>
                  <a:srgbClr val="FFFF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C05C61-D094-D36E-1671-BA4E32A7A8A1}"/>
              </a:ext>
            </a:extLst>
          </p:cNvPr>
          <p:cNvGrpSpPr/>
          <p:nvPr/>
        </p:nvGrpSpPr>
        <p:grpSpPr>
          <a:xfrm>
            <a:off x="891588" y="3364798"/>
            <a:ext cx="10408823" cy="707885"/>
            <a:chOff x="987574" y="5097215"/>
            <a:chExt cx="4134361" cy="70788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602FD6-1029-7723-1AA7-6AFCBAE7DCA5}"/>
                </a:ext>
              </a:extLst>
            </p:cNvPr>
            <p:cNvSpPr txBox="1"/>
            <p:nvPr/>
          </p:nvSpPr>
          <p:spPr>
            <a:xfrm>
              <a:off x="1168527" y="5220325"/>
              <a:ext cx="395340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Look at the steps (boxes) and ask yourself in which steps of the procedure you could collect both quantitative and qualitative data. This data collection represents a central feature of mixed‑methods research.</a:t>
              </a:r>
              <a:endParaRPr lang="en-GB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F97B0A-6887-EEF6-134C-6884476A9AE9}"/>
                </a:ext>
              </a:extLst>
            </p:cNvPr>
            <p:cNvSpPr txBox="1"/>
            <p:nvPr/>
          </p:nvSpPr>
          <p:spPr>
            <a:xfrm>
              <a:off x="987574" y="5097215"/>
              <a:ext cx="3660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4</a:t>
              </a:r>
              <a:r>
                <a:rPr lang="en-GB" sz="3200" noProof="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.</a:t>
              </a:r>
              <a:endParaRPr lang="en-GB" sz="3200" b="1" noProof="0" dirty="0">
                <a:solidFill>
                  <a:srgbClr val="FFFF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BFC95E-144E-4287-86EF-2A5BD8098D62}"/>
              </a:ext>
            </a:extLst>
          </p:cNvPr>
          <p:cNvGrpSpPr/>
          <p:nvPr/>
        </p:nvGrpSpPr>
        <p:grpSpPr>
          <a:xfrm>
            <a:off x="891588" y="4092807"/>
            <a:ext cx="10408823" cy="892551"/>
            <a:chOff x="987574" y="5097215"/>
            <a:chExt cx="4134361" cy="89255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B28CA3-98E3-1FDE-3C67-470F6FBFFA44}"/>
                </a:ext>
              </a:extLst>
            </p:cNvPr>
            <p:cNvSpPr txBox="1"/>
            <p:nvPr/>
          </p:nvSpPr>
          <p:spPr>
            <a:xfrm>
              <a:off x="1168527" y="5220325"/>
              <a:ext cx="395340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In the boxes where you are collecting both types of data, also ask yourself how those data are being connected.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noProof="0" dirty="0">
                  <a:solidFill>
                    <a:schemeClr val="bg1"/>
                  </a:solidFill>
                </a:rPr>
                <a:t>Merged (as in a convergent mixed‑methods design)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noProof="0" dirty="0">
                  <a:solidFill>
                    <a:schemeClr val="bg1"/>
                  </a:solidFill>
                </a:rPr>
                <a:t>Connected (as in an explanatory sequential or exploratory sequential mixed‑methods design)</a:t>
              </a:r>
              <a:endParaRPr lang="en-GB" sz="14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433A21-EAB9-F3C6-660A-BAEE59B8213B}"/>
                </a:ext>
              </a:extLst>
            </p:cNvPr>
            <p:cNvSpPr txBox="1"/>
            <p:nvPr/>
          </p:nvSpPr>
          <p:spPr>
            <a:xfrm>
              <a:off x="987574" y="5097215"/>
              <a:ext cx="3660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noProof="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5.</a:t>
              </a:r>
              <a:endParaRPr lang="en-GB" sz="3200" b="1" noProof="0" dirty="0">
                <a:solidFill>
                  <a:srgbClr val="FFFF00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5BB9E2-E914-C5CE-4311-4860C8C367F7}"/>
              </a:ext>
            </a:extLst>
          </p:cNvPr>
          <p:cNvGrpSpPr/>
          <p:nvPr/>
        </p:nvGrpSpPr>
        <p:grpSpPr>
          <a:xfrm>
            <a:off x="891588" y="4895847"/>
            <a:ext cx="10408823" cy="707885"/>
            <a:chOff x="987574" y="5097215"/>
            <a:chExt cx="4134361" cy="70788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CD8627-BD72-B4D4-6B24-F21E2D5616D9}"/>
                </a:ext>
              </a:extLst>
            </p:cNvPr>
            <p:cNvSpPr txBox="1"/>
            <p:nvPr/>
          </p:nvSpPr>
          <p:spPr>
            <a:xfrm>
              <a:off x="1168527" y="5220325"/>
              <a:ext cx="395340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>
                <a:defRPr sz="1100"/>
              </a:lvl1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Discuss the procedures of the basic mixed‑methods designs and how they would apply, paying attention to how the data are being integrated at each step.</a:t>
              </a:r>
              <a:endParaRPr lang="en-GB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A63582-E812-CCE8-DB33-73358DFE915E}"/>
                </a:ext>
              </a:extLst>
            </p:cNvPr>
            <p:cNvSpPr txBox="1"/>
            <p:nvPr/>
          </p:nvSpPr>
          <p:spPr>
            <a:xfrm>
              <a:off x="987574" y="5097215"/>
              <a:ext cx="3660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noProof="0" dirty="0">
                  <a:solidFill>
                    <a:srgbClr val="FFFF00"/>
                  </a:solidFill>
                  <a:latin typeface="Aptos Black" panose="020B0004020202020204" pitchFamily="34" charset="0"/>
                </a:rPr>
                <a:t>6.</a:t>
              </a:r>
              <a:endParaRPr lang="en-GB" sz="3200" b="1" noProof="0" dirty="0">
                <a:solidFill>
                  <a:srgbClr val="FFFF00"/>
                </a:solidFill>
                <a:latin typeface="Aptos Black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876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</TotalTime>
  <Words>5826</Words>
  <Application>Microsoft Office PowerPoint</Application>
  <PresentationFormat>Widescreen</PresentationFormat>
  <Paragraphs>888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Black</vt:lpstr>
      <vt:lpstr>Aptos Display</vt:lpstr>
      <vt:lpstr>Aptos SemiBold</vt:lpstr>
      <vt:lpstr>Arial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Luis Carlos Guevara Hernandez</cp:lastModifiedBy>
  <cp:revision>4</cp:revision>
  <dcterms:created xsi:type="dcterms:W3CDTF">2024-06-30T19:22:33Z</dcterms:created>
  <dcterms:modified xsi:type="dcterms:W3CDTF">2026-03-04T17:13:48Z</dcterms:modified>
</cp:coreProperties>
</file>