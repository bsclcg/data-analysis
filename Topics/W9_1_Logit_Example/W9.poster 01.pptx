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30275213" cy="42803763"/>
  <p:notesSz cx="6858000" cy="9144000"/>
  <p:defaultTextStyle>
    <a:defPPr>
      <a:defRPr lang="en-US"/>
    </a:defPPr>
    <a:lvl1pPr marL="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1pPr>
    <a:lvl2pPr marL="1753865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2pPr>
    <a:lvl3pPr marL="350773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3pPr>
    <a:lvl4pPr marL="5261595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4pPr>
    <a:lvl5pPr marL="701546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5pPr>
    <a:lvl6pPr marL="8769325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6pPr>
    <a:lvl7pPr marL="1052319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7pPr>
    <a:lvl8pPr marL="12277054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8pPr>
    <a:lvl9pPr marL="14030919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DBDE"/>
    <a:srgbClr val="FD595D"/>
    <a:srgbClr val="ED6144"/>
    <a:srgbClr val="FCD53F"/>
    <a:srgbClr val="FEDFB5"/>
    <a:srgbClr val="B10000"/>
    <a:srgbClr val="FFF7EC"/>
    <a:srgbClr val="BC7A7A"/>
    <a:srgbClr val="EA9289"/>
    <a:srgbClr val="FDC6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2710" autoAdjust="0"/>
    <p:restoredTop sz="95033" autoAdjust="0"/>
  </p:normalViewPr>
  <p:slideViewPr>
    <p:cSldViewPr snapToGrid="0">
      <p:cViewPr varScale="1">
        <p:scale>
          <a:sx n="13" d="100"/>
          <a:sy n="13" d="100"/>
        </p:scale>
        <p:origin x="3240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EDEFB-CDCD-4305-9196-DA986DB38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4402" y="7005156"/>
            <a:ext cx="22706410" cy="1490205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9C111B-E574-41AE-BE36-CE44F4C90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50E2E-500A-40FE-BD37-739D9D1AF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2FC2-B4F2-4061-B8E6-689777D4DB46}" type="datetimeFigureOut">
              <a:rPr lang="en-GB" smtClean="0"/>
              <a:t>16/05/2022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B6FD5-EDF7-4FA8-BC8A-C754BAAF6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A698-2C47-47C1-AAE6-1249A5F7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1A9C-EEA4-4522-81B3-E1C6A694B3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708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9BCA-69AC-46DA-A4DF-8DDF34C4D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56B32-028A-46B4-A0A0-E5957593A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55792-48B0-49FE-9634-26830768F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2FC2-B4F2-4061-B8E6-689777D4DB46}" type="datetimeFigureOut">
              <a:rPr lang="en-GB" smtClean="0"/>
              <a:t>16/05/2022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79CBE-0D29-40F6-865A-69312BC0B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C898A-C8C9-4C00-809F-7C4A80B86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1A9C-EEA4-4522-81B3-E1C6A694B3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675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9842D-86AB-48A1-924A-E86107DB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5653" y="10671222"/>
            <a:ext cx="26112371" cy="1780517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7CA85-C6E5-4BAB-AD67-3821216FC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5653" y="28644839"/>
            <a:ext cx="26112371" cy="936332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19FEE-1FCD-4EB4-9226-316D3B3F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2FC2-B4F2-4061-B8E6-689777D4DB46}" type="datetimeFigureOut">
              <a:rPr lang="en-GB" smtClean="0"/>
              <a:t>16/05/2022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1EAA6-7560-43A9-A5D7-3D04CC1C2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0782E-2238-414F-A64E-D0C0D7861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1A9C-EEA4-4522-81B3-E1C6A694B3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557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BECC7-0E84-44E4-8708-3254C3555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A139D-9A9F-46C8-89B9-67A10877F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B4B72C-2687-48D8-B7CC-9A1CA27E4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50792-5A75-4CA7-9B4F-31B5D6066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2FC2-B4F2-4061-B8E6-689777D4DB46}" type="datetimeFigureOut">
              <a:rPr lang="en-GB" smtClean="0"/>
              <a:t>16/05/2022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4DB74-AFD9-460A-B580-53A864FF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DCDB5-C78D-4310-8802-4D897A9A4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1A9C-EEA4-4522-81B3-E1C6A694B3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219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889E7-09A7-4E97-9AEC-C76D1A47A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4" y="2278907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CA600-027F-479B-A55F-9D0011655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5365" y="10492870"/>
            <a:ext cx="12807833" cy="51423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EDBE5-9171-4419-9EE5-44B7F61F8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85365" y="15635264"/>
            <a:ext cx="12807833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EA8A77-024F-48FE-A828-2F412A90F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5326827" y="10492870"/>
            <a:ext cx="12870909" cy="51423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549EA9-9E8B-4277-918D-A0BDBB8E3B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5326827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F841B9-7BED-4EB1-ABE9-CF91CC7CA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2FC2-B4F2-4061-B8E6-689777D4DB46}" type="datetimeFigureOut">
              <a:rPr lang="en-GB" smtClean="0"/>
              <a:t>16/05/2022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74B8D7-0CB2-4EBC-81D1-B281D83F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12DC27-6810-45FB-9684-96EB83E52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1A9C-EEA4-4522-81B3-E1C6A694B3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4274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381D7-0F57-4ECE-90F3-AA474A621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711C3A-891F-4428-BC55-F56B98AE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2FC2-B4F2-4061-B8E6-689777D4DB46}" type="datetimeFigureOut">
              <a:rPr lang="en-GB" smtClean="0"/>
              <a:t>16/05/2022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0F76C-A320-42B6-9C7B-7AF422094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8E1FC4-8BD8-4B50-B5B1-040F050B4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1A9C-EEA4-4522-81B3-E1C6A694B3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248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B03662-A87E-4740-8DBC-57474BD49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2FC2-B4F2-4061-B8E6-689777D4DB46}" type="datetimeFigureOut">
              <a:rPr lang="en-GB" smtClean="0"/>
              <a:t>16/05/2022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0EE939-84E2-4F06-896B-95FBE340C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C81DF-2C6E-4853-A2B9-5AF85A340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1A9C-EEA4-4522-81B3-E1C6A694B3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444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5F163-CB6E-42D1-8476-21CADCB3E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6" y="2853584"/>
            <a:ext cx="9764543" cy="99875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BF63B-DCC8-455D-863D-83396E9C4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0909" y="6162952"/>
            <a:ext cx="15326827" cy="3041841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8B533-7F57-4171-A513-C37356960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5366" y="12841129"/>
            <a:ext cx="9764543" cy="237897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0CBE0-AF6B-4167-8F89-C3B94DB87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2FC2-B4F2-4061-B8E6-689777D4DB46}" type="datetimeFigureOut">
              <a:rPr lang="en-GB" smtClean="0"/>
              <a:t>16/05/2022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571C4-3A4B-4FFC-B42A-317C1FC8C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07ED1-B188-486F-8DF4-B4CB72E59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1A9C-EEA4-4522-81B3-E1C6A694B3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2650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149CD-F97E-4E35-BDF7-28DF7F36B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6" y="2853584"/>
            <a:ext cx="9764543" cy="99875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77EAE9-A95D-462F-9CB3-37913A5A9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2870909" y="6162952"/>
            <a:ext cx="15326827" cy="3041841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01407C-769E-4296-8B96-E9CE594A9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5366" y="12841129"/>
            <a:ext cx="9764543" cy="237897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02FDF-DBC2-4E05-8D91-8BC36528A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2FC2-B4F2-4061-B8E6-689777D4DB46}" type="datetimeFigureOut">
              <a:rPr lang="en-GB" smtClean="0"/>
              <a:t>16/05/2022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AA285-3DCC-4658-A07B-69838A48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2253B-3866-4D4E-B341-5DE247F4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1A9C-EEA4-4522-81B3-E1C6A694B3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06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7356-EA70-4BAF-A4F9-C96C7FDB5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25D0E-A485-4F17-8F63-3E5F65B29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840B3-AAB9-478D-ACAB-1B079DF37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2FC2-B4F2-4061-B8E6-689777D4DB46}" type="datetimeFigureOut">
              <a:rPr lang="en-GB" smtClean="0"/>
              <a:t>16/05/2022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F3E44-4E91-49ED-AA4D-CAF64DBB9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F1342-90BF-4FA5-8BF9-2C69768C9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1A9C-EEA4-4522-81B3-E1C6A694B3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34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4B5E7F-5680-4E8B-AF80-777ADDDD15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1665699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151BFC-5DF0-480F-BC8D-165AF6666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081421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C9873-B78C-4CFB-B691-EE8192B04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B2FC2-B4F2-4061-B8E6-689777D4DB46}" type="datetimeFigureOut">
              <a:rPr lang="en-GB" smtClean="0"/>
              <a:t>16/05/2022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3076B-621D-4E55-BE49-4D92FBB00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07005-186C-45BF-B084-90FDE625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B1A9C-EEA4-4522-81B3-E1C6A694B3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6774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68C1AC-A159-454E-A8BE-EF19A329F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21" y="2278907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AC72E-D180-4247-89B7-96E418230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20B6E-4EDF-41D6-8786-AD13DE097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81421" y="39672750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B2FC2-B4F2-4061-B8E6-689777D4DB46}" type="datetimeFigureOut">
              <a:rPr lang="en-GB" smtClean="0"/>
              <a:t>16/05/2022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7CD3F-9FE1-4AAB-8830-E09685DE2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28665" y="39672750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9ED37-B44E-49E8-83C3-5F75132D7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81869" y="39672750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B1A9C-EEA4-4522-81B3-E1C6A694B3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098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png"/><Relationship Id="rId18" Type="http://schemas.openxmlformats.org/officeDocument/2006/relationships/image" Target="../media/image15.svg"/><Relationship Id="rId26" Type="http://schemas.openxmlformats.org/officeDocument/2006/relationships/image" Target="../media/image22.png"/><Relationship Id="rId21" Type="http://schemas.openxmlformats.org/officeDocument/2006/relationships/image" Target="../media/image18.png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17" Type="http://schemas.openxmlformats.org/officeDocument/2006/relationships/image" Target="../media/image14.png"/><Relationship Id="rId25" Type="http://schemas.openxmlformats.org/officeDocument/2006/relationships/hyperlink" Target="https://doi.org/10.1257/app.20160213" TargetMode="External"/><Relationship Id="rId2" Type="http://schemas.openxmlformats.org/officeDocument/2006/relationships/image" Target="../media/image1.png"/><Relationship Id="rId16" Type="http://schemas.openxmlformats.org/officeDocument/2006/relationships/image" Target="../media/image13.svg"/><Relationship Id="rId20" Type="http://schemas.openxmlformats.org/officeDocument/2006/relationships/image" Target="../media/image1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11" Type="http://schemas.openxmlformats.org/officeDocument/2006/relationships/image" Target="../media/image8.png"/><Relationship Id="rId24" Type="http://schemas.openxmlformats.org/officeDocument/2006/relationships/image" Target="../media/image21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image" Target="../media/image11.svg"/><Relationship Id="rId22" Type="http://schemas.openxmlformats.org/officeDocument/2006/relationships/image" Target="../media/image19.png"/><Relationship Id="rId27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5A5DC634-6803-4A0F-BDF2-0B096C04C31D}"/>
              </a:ext>
            </a:extLst>
          </p:cNvPr>
          <p:cNvSpPr/>
          <p:nvPr/>
        </p:nvSpPr>
        <p:spPr>
          <a:xfrm>
            <a:off x="0" y="0"/>
            <a:ext cx="11738676" cy="7535197"/>
          </a:xfrm>
          <a:prstGeom prst="rect">
            <a:avLst/>
          </a:prstGeom>
          <a:gradFill>
            <a:gsLst>
              <a:gs pos="0">
                <a:srgbClr val="098F92"/>
              </a:gs>
              <a:gs pos="44000">
                <a:srgbClr val="065F63"/>
              </a:gs>
              <a:gs pos="100000">
                <a:srgbClr val="0A292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95491997-1708-4E33-BB35-849456B098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8" t="3363" b="4894"/>
          <a:stretch/>
        </p:blipFill>
        <p:spPr>
          <a:xfrm>
            <a:off x="11292840" y="-555"/>
            <a:ext cx="18982372" cy="6912985"/>
          </a:xfrm>
          <a:prstGeom prst="rect">
            <a:avLst/>
          </a:prstGeom>
        </p:spPr>
      </p:pic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06EC685F-B67D-401A-9359-59330F71ED49}"/>
              </a:ext>
            </a:extLst>
          </p:cNvPr>
          <p:cNvSpPr/>
          <p:nvPr/>
        </p:nvSpPr>
        <p:spPr>
          <a:xfrm rot="1651777">
            <a:off x="17710466" y="6385226"/>
            <a:ext cx="4471313" cy="1832669"/>
          </a:xfrm>
          <a:custGeom>
            <a:avLst/>
            <a:gdLst>
              <a:gd name="connsiteX0" fmla="*/ 0 w 4471313"/>
              <a:gd name="connsiteY0" fmla="*/ 1 h 1832669"/>
              <a:gd name="connsiteX1" fmla="*/ 4471313 w 4471313"/>
              <a:gd name="connsiteY1" fmla="*/ 0 h 1832669"/>
              <a:gd name="connsiteX2" fmla="*/ 955229 w 4471313"/>
              <a:gd name="connsiteY2" fmla="*/ 1832669 h 183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71313" h="1832669">
                <a:moveTo>
                  <a:pt x="0" y="1"/>
                </a:moveTo>
                <a:lnTo>
                  <a:pt x="4471313" y="0"/>
                </a:lnTo>
                <a:lnTo>
                  <a:pt x="955229" y="1832669"/>
                </a:lnTo>
                <a:close/>
              </a:path>
            </a:pathLst>
          </a:custGeom>
          <a:solidFill>
            <a:schemeClr val="bg2">
              <a:lumMod val="90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E6649BA0-71C3-4211-95ED-8475AD81676A}"/>
              </a:ext>
            </a:extLst>
          </p:cNvPr>
          <p:cNvSpPr/>
          <p:nvPr/>
        </p:nvSpPr>
        <p:spPr>
          <a:xfrm flipH="1">
            <a:off x="18561" y="-91060"/>
            <a:ext cx="23151584" cy="7893936"/>
          </a:xfrm>
          <a:prstGeom prst="triangle">
            <a:avLst>
              <a:gd name="adj" fmla="val 64039"/>
            </a:avLst>
          </a:prstGeom>
          <a:gradFill>
            <a:gsLst>
              <a:gs pos="0">
                <a:srgbClr val="098F92"/>
              </a:gs>
              <a:gs pos="44000">
                <a:srgbClr val="065F63"/>
              </a:gs>
              <a:gs pos="100000">
                <a:srgbClr val="0A292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AC533A-FE49-459C-BA73-C046AB9536A7}"/>
              </a:ext>
            </a:extLst>
          </p:cNvPr>
          <p:cNvSpPr txBox="1"/>
          <p:nvPr/>
        </p:nvSpPr>
        <p:spPr>
          <a:xfrm>
            <a:off x="315837" y="200839"/>
            <a:ext cx="100361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rgbClr val="F8F0E9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</a:rPr>
              <a:t>Racial Discrimination in the Sharing Economy: Evidence from a Field Experiment</a:t>
            </a:r>
            <a:endParaRPr lang="en-GB" sz="19900" dirty="0">
              <a:solidFill>
                <a:srgbClr val="F8F0E9"/>
              </a:solidFill>
              <a:latin typeface="Avenir Next LT Pro Demi" panose="020B07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91123B3-AC94-4F2D-90AD-604F416F8C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7359446"/>
                  </p:ext>
                </p:extLst>
              </p:nvPr>
            </p:nvGraphicFramePr>
            <p:xfrm>
              <a:off x="1144093" y="24394973"/>
              <a:ext cx="12957567" cy="6990715"/>
            </p:xfrm>
            <a:graphic>
              <a:graphicData uri="http://schemas.openxmlformats.org/drawingml/2006/table">
                <a:tbl>
                  <a:tblPr/>
                  <a:tblGrid>
                    <a:gridCol w="4529964">
                      <a:extLst>
                        <a:ext uri="{9D8B030D-6E8A-4147-A177-3AD203B41FA5}">
                          <a16:colId xmlns:a16="http://schemas.microsoft.com/office/drawing/2014/main" val="3622991538"/>
                        </a:ext>
                      </a:extLst>
                    </a:gridCol>
                    <a:gridCol w="1984407">
                      <a:extLst>
                        <a:ext uri="{9D8B030D-6E8A-4147-A177-3AD203B41FA5}">
                          <a16:colId xmlns:a16="http://schemas.microsoft.com/office/drawing/2014/main" val="1829174002"/>
                        </a:ext>
                      </a:extLst>
                    </a:gridCol>
                    <a:gridCol w="2021920">
                      <a:extLst>
                        <a:ext uri="{9D8B030D-6E8A-4147-A177-3AD203B41FA5}">
                          <a16:colId xmlns:a16="http://schemas.microsoft.com/office/drawing/2014/main" val="3344075734"/>
                        </a:ext>
                      </a:extLst>
                    </a:gridCol>
                    <a:gridCol w="2072926">
                      <a:extLst>
                        <a:ext uri="{9D8B030D-6E8A-4147-A177-3AD203B41FA5}">
                          <a16:colId xmlns:a16="http://schemas.microsoft.com/office/drawing/2014/main" val="76728778"/>
                        </a:ext>
                      </a:extLst>
                    </a:gridCol>
                    <a:gridCol w="2348350">
                      <a:extLst>
                        <a:ext uri="{9D8B030D-6E8A-4147-A177-3AD203B41FA5}">
                          <a16:colId xmlns:a16="http://schemas.microsoft.com/office/drawing/2014/main" val="224492914"/>
                        </a:ext>
                      </a:extLst>
                    </a:gridCol>
                  </a:tblGrid>
                  <a:tr h="769472">
                    <a:tc rowSpan="2"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Dependent variable: 1 </a:t>
                          </a:r>
                          <a:endParaRPr lang="en-GB" sz="28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(host accepts)</a:t>
                          </a:r>
                          <a:endParaRPr lang="en-GB" sz="28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br>
                            <a:rPr lang="en-US" sz="23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en-US" sz="28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Host gender</a:t>
                          </a:r>
                          <a:br>
                            <a:rPr lang="en-US" sz="23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a:br>
                          <a:endParaRPr lang="en-US" sz="23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9713247"/>
                      </a:ext>
                    </a:extLst>
                  </a:tr>
                  <a:tr h="227576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b="1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All</a:t>
                          </a:r>
                          <a:endParaRPr lang="en-GB" sz="2300" b="1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b="1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Male</a:t>
                          </a:r>
                          <a:endParaRPr lang="en-GB" sz="2300" b="1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b="1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Female</a:t>
                          </a:r>
                          <a:endParaRPr lang="en-GB" sz="2300" b="1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b="1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Other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8081545"/>
                      </a:ext>
                    </a:extLst>
                  </a:tr>
                  <a:tr h="30294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Guest is African American</a:t>
                          </a:r>
                          <a:endParaRPr lang="en-GB" sz="23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-0.080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-0.086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-0.091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-0.065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***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483900"/>
                      </a:ext>
                    </a:extLst>
                  </a:tr>
                  <a:tr h="30294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3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(0.013)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(0.031)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(0.019)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(0.008)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423528"/>
                      </a:ext>
                    </a:extLst>
                  </a:tr>
                  <a:tr h="22955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Host is African American</a:t>
                          </a:r>
                          <a:endParaRPr lang="en-GB" sz="23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0.062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0.187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-0.004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0.032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4993645"/>
                      </a:ext>
                    </a:extLst>
                  </a:tr>
                  <a:tr h="22955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30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(0.011)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(0.029)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(0.015)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(0.054)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94896182"/>
                      </a:ext>
                    </a:extLst>
                  </a:tr>
                  <a:tr h="229555">
                    <a:tc rowSpan="2"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Host is African American </a:t>
                          </a:r>
                          <a14:m>
                            <m:oMath xmlns:m="http://schemas.openxmlformats.org/officeDocument/2006/math">
                              <m:r>
                                <a:rPr lang="en-GB" sz="2300" i="1">
                                  <a:solidFill>
                                    <a:srgbClr val="72DBDE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sz="23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guest is African American</a:t>
                          </a:r>
                          <a:endParaRPr lang="en-GB" sz="23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0.007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-0.109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0.107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-0.059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39083124"/>
                      </a:ext>
                    </a:extLst>
                  </a:tr>
                  <a:tr h="243490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(0.043)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(0.088)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(0.037)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(0.051)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57872726"/>
                      </a:ext>
                    </a:extLst>
                  </a:tr>
                  <a:tr h="22955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Constant</a:t>
                          </a:r>
                          <a:endParaRPr lang="en-GB" sz="23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0.483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***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0.444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***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0.497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***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0.502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***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11806852"/>
                      </a:ext>
                    </a:extLst>
                  </a:tr>
                  <a:tr h="22955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3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(0.008)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(0.003)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(0.014)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(0.016)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0603117"/>
                      </a:ext>
                    </a:extLst>
                  </a:tr>
                  <a:tr h="229555">
                    <a:tc rowSpan="2"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Interaction effect over host being African American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n-GB" sz="23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-0.07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-0.19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0.02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-0.12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75506079"/>
                      </a:ext>
                    </a:extLst>
                  </a:tr>
                  <a:tr h="552945">
                    <a:tc vMerge="1"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(0.043)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(0.088)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(0.037)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(0.051)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04073380"/>
                      </a:ext>
                    </a:extLst>
                  </a:tr>
                  <a:tr h="30294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i="1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endParaRPr lang="en-GB" sz="23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6,235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1,854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2,336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2,045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15839573"/>
                      </a:ext>
                    </a:extLst>
                  </a:tr>
                  <a:tr h="22955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i="1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2300" baseline="300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GB" sz="23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0.008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0.016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0.008</a:t>
                          </a:r>
                          <a:endParaRPr lang="en-GB" sz="230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0.005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18220770"/>
                      </a:ext>
                    </a:extLst>
                  </a:tr>
                  <a:tr h="22955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adj. </a:t>
                          </a:r>
                          <a:r>
                            <a:rPr lang="en-US" sz="2300" i="1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2300" baseline="300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GB" sz="23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0.007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0.015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0.007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0.003 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29797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91123B3-AC94-4F2D-90AD-604F416F8C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7359446"/>
                  </p:ext>
                </p:extLst>
              </p:nvPr>
            </p:nvGraphicFramePr>
            <p:xfrm>
              <a:off x="1144093" y="24394973"/>
              <a:ext cx="12957567" cy="6990715"/>
            </p:xfrm>
            <a:graphic>
              <a:graphicData uri="http://schemas.openxmlformats.org/drawingml/2006/table">
                <a:tbl>
                  <a:tblPr/>
                  <a:tblGrid>
                    <a:gridCol w="4529964">
                      <a:extLst>
                        <a:ext uri="{9D8B030D-6E8A-4147-A177-3AD203B41FA5}">
                          <a16:colId xmlns:a16="http://schemas.microsoft.com/office/drawing/2014/main" val="3622991538"/>
                        </a:ext>
                      </a:extLst>
                    </a:gridCol>
                    <a:gridCol w="1984407">
                      <a:extLst>
                        <a:ext uri="{9D8B030D-6E8A-4147-A177-3AD203B41FA5}">
                          <a16:colId xmlns:a16="http://schemas.microsoft.com/office/drawing/2014/main" val="1829174002"/>
                        </a:ext>
                      </a:extLst>
                    </a:gridCol>
                    <a:gridCol w="2021920">
                      <a:extLst>
                        <a:ext uri="{9D8B030D-6E8A-4147-A177-3AD203B41FA5}">
                          <a16:colId xmlns:a16="http://schemas.microsoft.com/office/drawing/2014/main" val="3344075734"/>
                        </a:ext>
                      </a:extLst>
                    </a:gridCol>
                    <a:gridCol w="2072926">
                      <a:extLst>
                        <a:ext uri="{9D8B030D-6E8A-4147-A177-3AD203B41FA5}">
                          <a16:colId xmlns:a16="http://schemas.microsoft.com/office/drawing/2014/main" val="76728778"/>
                        </a:ext>
                      </a:extLst>
                    </a:gridCol>
                    <a:gridCol w="2348350">
                      <a:extLst>
                        <a:ext uri="{9D8B030D-6E8A-4147-A177-3AD203B41FA5}">
                          <a16:colId xmlns:a16="http://schemas.microsoft.com/office/drawing/2014/main" val="224492914"/>
                        </a:ext>
                      </a:extLst>
                    </a:gridCol>
                  </a:tblGrid>
                  <a:tr h="1185164">
                    <a:tc rowSpan="2">
                      <a:txBody>
                        <a:bodyPr/>
                        <a:lstStyle/>
                        <a:p>
                          <a:pPr algn="l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Dependent variable: 1 </a:t>
                          </a:r>
                          <a:endParaRPr lang="en-GB" sz="28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(host accepts)</a:t>
                          </a:r>
                          <a:endParaRPr lang="en-GB" sz="28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br>
                            <a:rPr lang="en-US" sz="23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en-US" sz="28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Host gender</a:t>
                          </a:r>
                          <a:br>
                            <a:rPr lang="en-US" sz="23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a:br>
                          <a:endParaRPr lang="en-US" sz="23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9713247"/>
                      </a:ext>
                    </a:extLst>
                  </a:tr>
                  <a:tr h="350520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b="1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All</a:t>
                          </a:r>
                          <a:endParaRPr lang="en-GB" sz="2300" b="1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b="1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Male</a:t>
                          </a:r>
                          <a:endParaRPr lang="en-GB" sz="2300" b="1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b="1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Female</a:t>
                          </a:r>
                          <a:endParaRPr lang="en-GB" sz="2300" b="1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b="1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Other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8081545"/>
                      </a:ext>
                    </a:extLst>
                  </a:tr>
                  <a:tr h="46659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Guest is African American</a:t>
                          </a:r>
                          <a:endParaRPr lang="en-GB" sz="23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-0.080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-0.086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-0.091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-0.065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***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483900"/>
                      </a:ext>
                    </a:extLst>
                  </a:tr>
                  <a:tr h="46659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3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(0.013)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(0.031)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(0.019)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(0.008)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423528"/>
                      </a:ext>
                    </a:extLst>
                  </a:tr>
                  <a:tr h="35356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Host is African American</a:t>
                          </a:r>
                          <a:endParaRPr lang="en-GB" sz="23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0.062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0.187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-0.004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0.032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4993645"/>
                      </a:ext>
                    </a:extLst>
                  </a:tr>
                  <a:tr h="35356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30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(0.011)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(0.029)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(0.015)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(0.054)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94896182"/>
                      </a:ext>
                    </a:extLst>
                  </a:tr>
                  <a:tr h="353568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440336" r="-186156" b="-4504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0.007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-0.109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0.107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-0.059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39083124"/>
                      </a:ext>
                    </a:extLst>
                  </a:tr>
                  <a:tr h="375031"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(0.043)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(0.088)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(0.037)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(0.051)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57872726"/>
                      </a:ext>
                    </a:extLst>
                  </a:tr>
                  <a:tr h="35356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Constant</a:t>
                          </a:r>
                          <a:endParaRPr lang="en-GB" sz="23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0.483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***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0.444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***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0.497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***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0.502</a:t>
                          </a:r>
                          <a:r>
                            <a:rPr lang="en-US" sz="2300" baseline="300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***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11806852"/>
                      </a:ext>
                    </a:extLst>
                  </a:tr>
                  <a:tr h="35356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GB" sz="23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(0.008)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(0.003)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(0.014)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(0.016)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0603117"/>
                      </a:ext>
                    </a:extLst>
                  </a:tr>
                  <a:tr h="353568">
                    <a:tc rowSpan="2"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Interaction effect over host being African American</a:t>
                          </a: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n-GB" sz="23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-0.07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-0.19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0.02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-0.12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75506079"/>
                      </a:ext>
                    </a:extLst>
                  </a:tr>
                  <a:tr h="851662">
                    <a:tc vMerge="1"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(0.043)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(0.088)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(0.037)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(0.051)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04073380"/>
                      </a:ext>
                    </a:extLst>
                  </a:tr>
                  <a:tr h="46659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i="1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endParaRPr lang="en-GB" sz="23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6,235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1,854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2,336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2,045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15839573"/>
                      </a:ext>
                    </a:extLst>
                  </a:tr>
                  <a:tr h="35356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i="1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2300" baseline="300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GB" sz="23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0.008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0.016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0.008</a:t>
                          </a:r>
                          <a:endParaRPr lang="en-GB" sz="230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0.005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18220770"/>
                      </a:ext>
                    </a:extLst>
                  </a:tr>
                  <a:tr h="35356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adj. </a:t>
                          </a:r>
                          <a:r>
                            <a:rPr lang="en-US" sz="2300" i="1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r>
                            <a:rPr lang="en-US" sz="2300" baseline="30000" dirty="0">
                              <a:solidFill>
                                <a:srgbClr val="72DBDE"/>
                              </a:solidFill>
                              <a:effectLst/>
                              <a:latin typeface="Avenir Next LT Pro Demi" panose="020B07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GB" sz="2300" dirty="0">
                            <a:solidFill>
                              <a:srgbClr val="72DBDE"/>
                            </a:solidFill>
                            <a:effectLst/>
                            <a:latin typeface="Avenir Next LT Pro Demi" panose="020B07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0.007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0.015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0.007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300" dirty="0">
                              <a:solidFill>
                                <a:schemeClr val="bg1"/>
                              </a:solidFill>
                              <a:effectLst/>
                              <a:latin typeface="Avenir Next LT Pro" panose="020B050402020202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0.003 </a:t>
                          </a:r>
                          <a:endParaRPr lang="en-GB" sz="2300" dirty="0">
                            <a:solidFill>
                              <a:schemeClr val="bg1"/>
                            </a:solidFill>
                            <a:effectLst/>
                            <a:latin typeface="Avenir Next LT Pro" panose="020B05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297974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0300BEA-C1FA-4BE0-9DED-FF28B445930D}"/>
              </a:ext>
            </a:extLst>
          </p:cNvPr>
          <p:cNvSpPr txBox="1"/>
          <p:nvPr/>
        </p:nvSpPr>
        <p:spPr>
          <a:xfrm>
            <a:off x="1007736" y="23044083"/>
            <a:ext cx="117672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>
                <a:solidFill>
                  <a:srgbClr val="FE595C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</a:rPr>
              <a:t>I)</a:t>
            </a:r>
            <a:r>
              <a:rPr lang="en-GB" sz="3000" dirty="0">
                <a:solidFill>
                  <a:srgbClr val="F8F0E9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</a:rPr>
              <a:t> Discrimination conditional on host characteristics</a:t>
            </a:r>
            <a:endParaRPr lang="en-GB" sz="3000" dirty="0">
              <a:solidFill>
                <a:srgbClr val="F8F0E9"/>
              </a:solidFill>
              <a:latin typeface="Avenir Next LT Pro Demi" panose="020B0704020202020204" pitchFamily="34" charset="0"/>
            </a:endParaRPr>
          </a:p>
        </p:txBody>
      </p:sp>
      <p:grpSp>
        <p:nvGrpSpPr>
          <p:cNvPr id="143" name="Graphic 4" descr="Man in business attire">
            <a:extLst>
              <a:ext uri="{FF2B5EF4-FFF2-40B4-BE49-F238E27FC236}">
                <a16:creationId xmlns:a16="http://schemas.microsoft.com/office/drawing/2014/main" id="{81372EED-E459-4862-B918-0D51488FAD88}"/>
              </a:ext>
            </a:extLst>
          </p:cNvPr>
          <p:cNvGrpSpPr/>
          <p:nvPr/>
        </p:nvGrpSpPr>
        <p:grpSpPr>
          <a:xfrm flipH="1">
            <a:off x="12996048" y="22731715"/>
            <a:ext cx="1210316" cy="1671510"/>
            <a:chOff x="1475150" y="7114832"/>
            <a:chExt cx="1210316" cy="1671510"/>
          </a:xfrm>
        </p:grpSpPr>
        <p:grpSp>
          <p:nvGrpSpPr>
            <p:cNvPr id="144" name="Graphic 4" descr="Man in business attire">
              <a:extLst>
                <a:ext uri="{FF2B5EF4-FFF2-40B4-BE49-F238E27FC236}">
                  <a16:creationId xmlns:a16="http://schemas.microsoft.com/office/drawing/2014/main" id="{5B68EF6B-1FBB-4307-B22C-6B2C9FE37C58}"/>
                </a:ext>
              </a:extLst>
            </p:cNvPr>
            <p:cNvGrpSpPr/>
            <p:nvPr/>
          </p:nvGrpSpPr>
          <p:grpSpPr>
            <a:xfrm>
              <a:off x="1475150" y="7631099"/>
              <a:ext cx="1210316" cy="1155243"/>
              <a:chOff x="1475150" y="7631099"/>
              <a:chExt cx="1210316" cy="1155243"/>
            </a:xfrm>
          </p:grpSpPr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FEBD6DF1-E1F2-403F-948D-253890EFF921}"/>
                  </a:ext>
                </a:extLst>
              </p:cNvPr>
              <p:cNvSpPr/>
              <p:nvPr/>
            </p:nvSpPr>
            <p:spPr>
              <a:xfrm>
                <a:off x="1483851" y="7648857"/>
                <a:ext cx="1188707" cy="1117671"/>
              </a:xfrm>
              <a:custGeom>
                <a:avLst/>
                <a:gdLst>
                  <a:gd name="connsiteX0" fmla="*/ 384768 w 1188707"/>
                  <a:gd name="connsiteY0" fmla="*/ 0 h 1117671"/>
                  <a:gd name="connsiteX1" fmla="*/ 397007 w 1188707"/>
                  <a:gd name="connsiteY1" fmla="*/ 62855 h 1117671"/>
                  <a:gd name="connsiteX2" fmla="*/ 383948 w 1188707"/>
                  <a:gd name="connsiteY2" fmla="*/ 110604 h 1117671"/>
                  <a:gd name="connsiteX3" fmla="*/ 370071 w 1188707"/>
                  <a:gd name="connsiteY3" fmla="*/ 97546 h 1117671"/>
                  <a:gd name="connsiteX4" fmla="*/ 326979 w 1188707"/>
                  <a:gd name="connsiteY4" fmla="*/ 167116 h 1117671"/>
                  <a:gd name="connsiteX5" fmla="*/ 105495 w 1188707"/>
                  <a:gd name="connsiteY5" fmla="*/ 256880 h 1117671"/>
                  <a:gd name="connsiteX6" fmla="*/ 1853 w 1188707"/>
                  <a:gd name="connsiteY6" fmla="*/ 540134 h 1117671"/>
                  <a:gd name="connsiteX7" fmla="*/ 35800 w 1188707"/>
                  <a:gd name="connsiteY7" fmla="*/ 851802 h 1117671"/>
                  <a:gd name="connsiteX8" fmla="*/ 99875 w 1188707"/>
                  <a:gd name="connsiteY8" fmla="*/ 963635 h 1117671"/>
                  <a:gd name="connsiteX9" fmla="*/ 109266 w 1188707"/>
                  <a:gd name="connsiteY9" fmla="*/ 1097509 h 1117671"/>
                  <a:gd name="connsiteX10" fmla="*/ 913453 w 1188707"/>
                  <a:gd name="connsiteY10" fmla="*/ 1096013 h 1117671"/>
                  <a:gd name="connsiteX11" fmla="*/ 919044 w 1188707"/>
                  <a:gd name="connsiteY11" fmla="*/ 1087860 h 1117671"/>
                  <a:gd name="connsiteX12" fmla="*/ 911986 w 1188707"/>
                  <a:gd name="connsiteY12" fmla="*/ 1048226 h 1117671"/>
                  <a:gd name="connsiteX13" fmla="*/ 1168513 w 1188707"/>
                  <a:gd name="connsiteY13" fmla="*/ 961501 h 1117671"/>
                  <a:gd name="connsiteX14" fmla="*/ 1145139 w 1188707"/>
                  <a:gd name="connsiteY14" fmla="*/ 670589 h 1117671"/>
                  <a:gd name="connsiteX15" fmla="*/ 1093304 w 1188707"/>
                  <a:gd name="connsiteY15" fmla="*/ 548145 h 1117671"/>
                  <a:gd name="connsiteX16" fmla="*/ 931274 w 1188707"/>
                  <a:gd name="connsiteY16" fmla="*/ 258366 h 1117671"/>
                  <a:gd name="connsiteX17" fmla="*/ 703531 w 1188707"/>
                  <a:gd name="connsiteY17" fmla="*/ 183671 h 1117671"/>
                  <a:gd name="connsiteX18" fmla="*/ 681081 w 1188707"/>
                  <a:gd name="connsiteY18" fmla="*/ 146942 h 1117671"/>
                  <a:gd name="connsiteX19" fmla="*/ 663126 w 1188707"/>
                  <a:gd name="connsiteY19" fmla="*/ 158372 h 1117671"/>
                  <a:gd name="connsiteX20" fmla="*/ 674966 w 1188707"/>
                  <a:gd name="connsiteY20" fmla="*/ 77972 h 1117671"/>
                  <a:gd name="connsiteX21" fmla="*/ 393883 w 1188707"/>
                  <a:gd name="connsiteY21" fmla="*/ 476 h 1117671"/>
                  <a:gd name="connsiteX22" fmla="*/ 384768 w 1188707"/>
                  <a:gd name="connsiteY22" fmla="*/ 0 h 1117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88707" h="1117671">
                    <a:moveTo>
                      <a:pt x="384768" y="0"/>
                    </a:moveTo>
                    <a:cubicBezTo>
                      <a:pt x="384768" y="0"/>
                      <a:pt x="394559" y="36328"/>
                      <a:pt x="397007" y="62855"/>
                    </a:cubicBezTo>
                    <a:cubicBezTo>
                      <a:pt x="399455" y="89383"/>
                      <a:pt x="385520" y="112786"/>
                      <a:pt x="383948" y="110604"/>
                    </a:cubicBezTo>
                    <a:cubicBezTo>
                      <a:pt x="379910" y="104994"/>
                      <a:pt x="373842" y="95574"/>
                      <a:pt x="370071" y="97546"/>
                    </a:cubicBezTo>
                    <a:cubicBezTo>
                      <a:pt x="342705" y="111881"/>
                      <a:pt x="327637" y="166954"/>
                      <a:pt x="326979" y="167116"/>
                    </a:cubicBezTo>
                    <a:cubicBezTo>
                      <a:pt x="314054" y="170202"/>
                      <a:pt x="157377" y="206969"/>
                      <a:pt x="105495" y="256880"/>
                    </a:cubicBezTo>
                    <a:cubicBezTo>
                      <a:pt x="50488" y="309791"/>
                      <a:pt x="13007" y="361293"/>
                      <a:pt x="1853" y="540134"/>
                    </a:cubicBezTo>
                    <a:cubicBezTo>
                      <a:pt x="-5100" y="651653"/>
                      <a:pt x="7797" y="767505"/>
                      <a:pt x="35800" y="851802"/>
                    </a:cubicBezTo>
                    <a:cubicBezTo>
                      <a:pt x="52707" y="902684"/>
                      <a:pt x="77605" y="940203"/>
                      <a:pt x="99875" y="963635"/>
                    </a:cubicBezTo>
                    <a:lnTo>
                      <a:pt x="109266" y="1097509"/>
                    </a:lnTo>
                    <a:cubicBezTo>
                      <a:pt x="109266" y="1097509"/>
                      <a:pt x="666974" y="1143857"/>
                      <a:pt x="913453" y="1096013"/>
                    </a:cubicBezTo>
                    <a:cubicBezTo>
                      <a:pt x="917234" y="1095280"/>
                      <a:pt x="919720" y="1091651"/>
                      <a:pt x="919044" y="1087860"/>
                    </a:cubicBezTo>
                    <a:lnTo>
                      <a:pt x="911986" y="1048226"/>
                    </a:lnTo>
                    <a:cubicBezTo>
                      <a:pt x="911986" y="1048226"/>
                      <a:pt x="1112897" y="1085269"/>
                      <a:pt x="1168513" y="961501"/>
                    </a:cubicBezTo>
                    <a:cubicBezTo>
                      <a:pt x="1211071" y="866794"/>
                      <a:pt x="1178143" y="755475"/>
                      <a:pt x="1145139" y="670589"/>
                    </a:cubicBezTo>
                    <a:cubicBezTo>
                      <a:pt x="1118164" y="601209"/>
                      <a:pt x="1093304" y="548145"/>
                      <a:pt x="1093304" y="548145"/>
                    </a:cubicBezTo>
                    <a:cubicBezTo>
                      <a:pt x="1093304" y="548145"/>
                      <a:pt x="1012179" y="347967"/>
                      <a:pt x="931274" y="258366"/>
                    </a:cubicBezTo>
                    <a:cubicBezTo>
                      <a:pt x="894679" y="217837"/>
                      <a:pt x="787504" y="203054"/>
                      <a:pt x="703531" y="183671"/>
                    </a:cubicBezTo>
                    <a:cubicBezTo>
                      <a:pt x="694825" y="181661"/>
                      <a:pt x="690101" y="148571"/>
                      <a:pt x="681081" y="146942"/>
                    </a:cubicBezTo>
                    <a:cubicBezTo>
                      <a:pt x="681081" y="146942"/>
                      <a:pt x="666927" y="167564"/>
                      <a:pt x="663126" y="158372"/>
                    </a:cubicBezTo>
                    <a:cubicBezTo>
                      <a:pt x="656687" y="142818"/>
                      <a:pt x="666803" y="121644"/>
                      <a:pt x="674966" y="77972"/>
                    </a:cubicBezTo>
                    <a:cubicBezTo>
                      <a:pt x="688215" y="7077"/>
                      <a:pt x="393883" y="476"/>
                      <a:pt x="393883" y="476"/>
                    </a:cubicBezTo>
                    <a:lnTo>
                      <a:pt x="38476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grpSp>
            <p:nvGrpSpPr>
              <p:cNvPr id="146" name="Graphic 4" descr="Man in business attire">
                <a:extLst>
                  <a:ext uri="{FF2B5EF4-FFF2-40B4-BE49-F238E27FC236}">
                    <a16:creationId xmlns:a16="http://schemas.microsoft.com/office/drawing/2014/main" id="{51E3E090-D810-481B-9DFE-3CCCF90EC06A}"/>
                  </a:ext>
                </a:extLst>
              </p:cNvPr>
              <p:cNvGrpSpPr/>
              <p:nvPr/>
            </p:nvGrpSpPr>
            <p:grpSpPr>
              <a:xfrm>
                <a:off x="1990627" y="7897770"/>
                <a:ext cx="208784" cy="878714"/>
                <a:chOff x="1990627" y="7897770"/>
                <a:chExt cx="208784" cy="878714"/>
              </a:xfrm>
              <a:solidFill>
                <a:srgbClr val="FFFFFF"/>
              </a:solidFill>
            </p:grpSpPr>
            <p:sp>
              <p:nvSpPr>
                <p:cNvPr id="147" name="Freeform: Shape 146">
                  <a:extLst>
                    <a:ext uri="{FF2B5EF4-FFF2-40B4-BE49-F238E27FC236}">
                      <a16:creationId xmlns:a16="http://schemas.microsoft.com/office/drawing/2014/main" id="{2E6AB8FC-E40B-4027-90E0-FFEF4BFF59BE}"/>
                    </a:ext>
                  </a:extLst>
                </p:cNvPr>
                <p:cNvSpPr/>
                <p:nvPr/>
              </p:nvSpPr>
              <p:spPr>
                <a:xfrm>
                  <a:off x="2048208" y="8334298"/>
                  <a:ext cx="103059" cy="96057"/>
                </a:xfrm>
                <a:custGeom>
                  <a:avLst/>
                  <a:gdLst>
                    <a:gd name="connsiteX0" fmla="*/ 100399 w 103059"/>
                    <a:gd name="connsiteY0" fmla="*/ 79216 h 96057"/>
                    <a:gd name="connsiteX1" fmla="*/ 16912 w 103059"/>
                    <a:gd name="connsiteY1" fmla="*/ 2159 h 96057"/>
                    <a:gd name="connsiteX2" fmla="*/ 4091 w 103059"/>
                    <a:gd name="connsiteY2" fmla="*/ 32629 h 96057"/>
                    <a:gd name="connsiteX3" fmla="*/ 100 w 103059"/>
                    <a:gd name="connsiteY3" fmla="*/ 87674 h 96057"/>
                    <a:gd name="connsiteX4" fmla="*/ 6587 w 103059"/>
                    <a:gd name="connsiteY4" fmla="*/ 95647 h 96057"/>
                    <a:gd name="connsiteX5" fmla="*/ 96970 w 103059"/>
                    <a:gd name="connsiteY5" fmla="*/ 91541 h 96057"/>
                    <a:gd name="connsiteX6" fmla="*/ 100399 w 103059"/>
                    <a:gd name="connsiteY6" fmla="*/ 79216 h 960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059" h="96057">
                      <a:moveTo>
                        <a:pt x="100399" y="79216"/>
                      </a:moveTo>
                      <a:cubicBezTo>
                        <a:pt x="73652" y="58756"/>
                        <a:pt x="47116" y="34267"/>
                        <a:pt x="16912" y="2159"/>
                      </a:cubicBezTo>
                      <a:cubicBezTo>
                        <a:pt x="-290" y="-8595"/>
                        <a:pt x="5749" y="23876"/>
                        <a:pt x="4091" y="32629"/>
                      </a:cubicBezTo>
                      <a:cubicBezTo>
                        <a:pt x="3539" y="50908"/>
                        <a:pt x="2958" y="69805"/>
                        <a:pt x="100" y="87674"/>
                      </a:cubicBezTo>
                      <a:cubicBezTo>
                        <a:pt x="-614" y="91599"/>
                        <a:pt x="2586" y="95551"/>
                        <a:pt x="6587" y="95647"/>
                      </a:cubicBezTo>
                      <a:cubicBezTo>
                        <a:pt x="36857" y="96866"/>
                        <a:pt x="61498" y="95332"/>
                        <a:pt x="96970" y="91541"/>
                      </a:cubicBezTo>
                      <a:cubicBezTo>
                        <a:pt x="102970" y="91056"/>
                        <a:pt x="105323" y="82721"/>
                        <a:pt x="100399" y="7921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8" name="Freeform: Shape 147">
                  <a:extLst>
                    <a:ext uri="{FF2B5EF4-FFF2-40B4-BE49-F238E27FC236}">
                      <a16:creationId xmlns:a16="http://schemas.microsoft.com/office/drawing/2014/main" id="{A86BDCC2-1985-4BC3-B510-132C3AD5539C}"/>
                    </a:ext>
                  </a:extLst>
                </p:cNvPr>
                <p:cNvSpPr/>
                <p:nvPr/>
              </p:nvSpPr>
              <p:spPr>
                <a:xfrm>
                  <a:off x="2043535" y="8037332"/>
                  <a:ext cx="144492" cy="299101"/>
                </a:xfrm>
                <a:custGeom>
                  <a:avLst/>
                  <a:gdLst>
                    <a:gd name="connsiteX0" fmla="*/ 144362 w 144492"/>
                    <a:gd name="connsiteY0" fmla="*/ 291143 h 299101"/>
                    <a:gd name="connsiteX1" fmla="*/ 122236 w 144492"/>
                    <a:gd name="connsiteY1" fmla="*/ 170766 h 299101"/>
                    <a:gd name="connsiteX2" fmla="*/ 13127 w 144492"/>
                    <a:gd name="connsiteY2" fmla="*/ 3964 h 299101"/>
                    <a:gd name="connsiteX3" fmla="*/ 4992 w 144492"/>
                    <a:gd name="connsiteY3" fmla="*/ 269 h 299101"/>
                    <a:gd name="connsiteX4" fmla="*/ 49 w 144492"/>
                    <a:gd name="connsiteY4" fmla="*/ 7708 h 299101"/>
                    <a:gd name="connsiteX5" fmla="*/ 9526 w 144492"/>
                    <a:gd name="connsiteY5" fmla="*/ 131247 h 299101"/>
                    <a:gd name="connsiteX6" fmla="*/ 70620 w 144492"/>
                    <a:gd name="connsiteY6" fmla="*/ 221401 h 299101"/>
                    <a:gd name="connsiteX7" fmla="*/ 132037 w 144492"/>
                    <a:gd name="connsiteY7" fmla="*/ 296363 h 299101"/>
                    <a:gd name="connsiteX8" fmla="*/ 144362 w 144492"/>
                    <a:gd name="connsiteY8" fmla="*/ 291143 h 299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4492" h="299101">
                      <a:moveTo>
                        <a:pt x="144362" y="291143"/>
                      </a:moveTo>
                      <a:cubicBezTo>
                        <a:pt x="136094" y="251300"/>
                        <a:pt x="133246" y="209381"/>
                        <a:pt x="122236" y="170766"/>
                      </a:cubicBezTo>
                      <a:cubicBezTo>
                        <a:pt x="85669" y="115674"/>
                        <a:pt x="42025" y="64277"/>
                        <a:pt x="13127" y="3964"/>
                      </a:cubicBezTo>
                      <a:cubicBezTo>
                        <a:pt x="11688" y="897"/>
                        <a:pt x="8240" y="-665"/>
                        <a:pt x="4992" y="269"/>
                      </a:cubicBezTo>
                      <a:cubicBezTo>
                        <a:pt x="1744" y="1202"/>
                        <a:pt x="-351" y="4355"/>
                        <a:pt x="49" y="7708"/>
                      </a:cubicBezTo>
                      <a:cubicBezTo>
                        <a:pt x="4640" y="46132"/>
                        <a:pt x="7745" y="86546"/>
                        <a:pt x="9526" y="131247"/>
                      </a:cubicBezTo>
                      <a:cubicBezTo>
                        <a:pt x="25595" y="162984"/>
                        <a:pt x="48579" y="192340"/>
                        <a:pt x="70620" y="221401"/>
                      </a:cubicBezTo>
                      <a:cubicBezTo>
                        <a:pt x="90736" y="246795"/>
                        <a:pt x="112711" y="270360"/>
                        <a:pt x="132037" y="296363"/>
                      </a:cubicBezTo>
                      <a:cubicBezTo>
                        <a:pt x="136056" y="302106"/>
                        <a:pt x="145724" y="298068"/>
                        <a:pt x="144362" y="2911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49" name="Freeform: Shape 148">
                  <a:extLst>
                    <a:ext uri="{FF2B5EF4-FFF2-40B4-BE49-F238E27FC236}">
                      <a16:creationId xmlns:a16="http://schemas.microsoft.com/office/drawing/2014/main" id="{4DDD01CE-5EC2-4333-A21D-76D8CB6D4B91}"/>
                    </a:ext>
                  </a:extLst>
                </p:cNvPr>
                <p:cNvSpPr/>
                <p:nvPr/>
              </p:nvSpPr>
              <p:spPr>
                <a:xfrm>
                  <a:off x="1990627" y="7897770"/>
                  <a:ext cx="132262" cy="108169"/>
                </a:xfrm>
                <a:custGeom>
                  <a:avLst/>
                  <a:gdLst>
                    <a:gd name="connsiteX0" fmla="*/ 56453 w 132262"/>
                    <a:gd name="connsiteY0" fmla="*/ 108169 h 108169"/>
                    <a:gd name="connsiteX1" fmla="*/ 61472 w 132262"/>
                    <a:gd name="connsiteY1" fmla="*/ 105997 h 108169"/>
                    <a:gd name="connsiteX2" fmla="*/ 105202 w 132262"/>
                    <a:gd name="connsiteY2" fmla="*/ 96577 h 108169"/>
                    <a:gd name="connsiteX3" fmla="*/ 111097 w 132262"/>
                    <a:gd name="connsiteY3" fmla="*/ 85109 h 108169"/>
                    <a:gd name="connsiteX4" fmla="*/ 111888 w 132262"/>
                    <a:gd name="connsiteY4" fmla="*/ 79213 h 108169"/>
                    <a:gd name="connsiteX5" fmla="*/ 112155 w 132262"/>
                    <a:gd name="connsiteY5" fmla="*/ 70374 h 108169"/>
                    <a:gd name="connsiteX6" fmla="*/ 122566 w 132262"/>
                    <a:gd name="connsiteY6" fmla="*/ 41599 h 108169"/>
                    <a:gd name="connsiteX7" fmla="*/ 120270 w 132262"/>
                    <a:gd name="connsiteY7" fmla="*/ 117 h 108169"/>
                    <a:gd name="connsiteX8" fmla="*/ 93181 w 132262"/>
                    <a:gd name="connsiteY8" fmla="*/ 12671 h 108169"/>
                    <a:gd name="connsiteX9" fmla="*/ 70531 w 132262"/>
                    <a:gd name="connsiteY9" fmla="*/ 25378 h 108169"/>
                    <a:gd name="connsiteX10" fmla="*/ 66616 w 132262"/>
                    <a:gd name="connsiteY10" fmla="*/ 26597 h 108169"/>
                    <a:gd name="connsiteX11" fmla="*/ 58215 w 132262"/>
                    <a:gd name="connsiteY11" fmla="*/ 25902 h 108169"/>
                    <a:gd name="connsiteX12" fmla="*/ 25677 w 132262"/>
                    <a:gd name="connsiteY12" fmla="*/ 1870 h 108169"/>
                    <a:gd name="connsiteX13" fmla="*/ 950 w 132262"/>
                    <a:gd name="connsiteY13" fmla="*/ 28683 h 108169"/>
                    <a:gd name="connsiteX14" fmla="*/ 30278 w 132262"/>
                    <a:gd name="connsiteY14" fmla="*/ 71136 h 108169"/>
                    <a:gd name="connsiteX15" fmla="*/ 51709 w 132262"/>
                    <a:gd name="connsiteY15" fmla="*/ 104045 h 108169"/>
                    <a:gd name="connsiteX16" fmla="*/ 56453 w 132262"/>
                    <a:gd name="connsiteY16" fmla="*/ 108169 h 108169"/>
                    <a:gd name="connsiteX17" fmla="*/ 119851 w 132262"/>
                    <a:gd name="connsiteY17" fmla="*/ 4070 h 108169"/>
                    <a:gd name="connsiteX18" fmla="*/ 119851 w 132262"/>
                    <a:gd name="connsiteY18" fmla="*/ 4070 h 108169"/>
                    <a:gd name="connsiteX19" fmla="*/ 119851 w 132262"/>
                    <a:gd name="connsiteY19" fmla="*/ 4070 h 108169"/>
                    <a:gd name="connsiteX20" fmla="*/ 119851 w 132262"/>
                    <a:gd name="connsiteY20" fmla="*/ 4070 h 1081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32262" h="108169">
                      <a:moveTo>
                        <a:pt x="56453" y="108169"/>
                      </a:moveTo>
                      <a:cubicBezTo>
                        <a:pt x="58329" y="108169"/>
                        <a:pt x="60158" y="107398"/>
                        <a:pt x="61472" y="105997"/>
                      </a:cubicBezTo>
                      <a:cubicBezTo>
                        <a:pt x="74083" y="92548"/>
                        <a:pt x="92209" y="95463"/>
                        <a:pt x="105202" y="96577"/>
                      </a:cubicBezTo>
                      <a:cubicBezTo>
                        <a:pt x="112841" y="96558"/>
                        <a:pt x="113441" y="90386"/>
                        <a:pt x="111097" y="85109"/>
                      </a:cubicBezTo>
                      <a:cubicBezTo>
                        <a:pt x="110231" y="83156"/>
                        <a:pt x="110478" y="80813"/>
                        <a:pt x="111888" y="79213"/>
                      </a:cubicBezTo>
                      <a:cubicBezTo>
                        <a:pt x="113536" y="77346"/>
                        <a:pt x="113622" y="73603"/>
                        <a:pt x="112155" y="70374"/>
                      </a:cubicBezTo>
                      <a:cubicBezTo>
                        <a:pt x="107126" y="58248"/>
                        <a:pt x="111279" y="52524"/>
                        <a:pt x="122566" y="41599"/>
                      </a:cubicBezTo>
                      <a:cubicBezTo>
                        <a:pt x="137044" y="29007"/>
                        <a:pt x="134510" y="-416"/>
                        <a:pt x="120270" y="117"/>
                      </a:cubicBezTo>
                      <a:cubicBezTo>
                        <a:pt x="109326" y="-1092"/>
                        <a:pt x="101411" y="7318"/>
                        <a:pt x="93181" y="12671"/>
                      </a:cubicBezTo>
                      <a:cubicBezTo>
                        <a:pt x="86199" y="17643"/>
                        <a:pt x="78503" y="23711"/>
                        <a:pt x="70531" y="25378"/>
                      </a:cubicBezTo>
                      <a:cubicBezTo>
                        <a:pt x="69159" y="25644"/>
                        <a:pt x="67759" y="26006"/>
                        <a:pt x="66616" y="26597"/>
                      </a:cubicBezTo>
                      <a:cubicBezTo>
                        <a:pt x="63873" y="28007"/>
                        <a:pt x="60586" y="27883"/>
                        <a:pt x="58215" y="25902"/>
                      </a:cubicBezTo>
                      <a:cubicBezTo>
                        <a:pt x="38850" y="9728"/>
                        <a:pt x="32154" y="870"/>
                        <a:pt x="25677" y="1870"/>
                      </a:cubicBezTo>
                      <a:cubicBezTo>
                        <a:pt x="20029" y="2746"/>
                        <a:pt x="14543" y="11119"/>
                        <a:pt x="950" y="28683"/>
                      </a:cubicBezTo>
                      <a:cubicBezTo>
                        <a:pt x="-5793" y="37579"/>
                        <a:pt x="25392" y="61554"/>
                        <a:pt x="30278" y="71136"/>
                      </a:cubicBezTo>
                      <a:cubicBezTo>
                        <a:pt x="38622" y="82185"/>
                        <a:pt x="47794" y="91491"/>
                        <a:pt x="51709" y="104045"/>
                      </a:cubicBezTo>
                      <a:cubicBezTo>
                        <a:pt x="52576" y="106874"/>
                        <a:pt x="53490" y="108188"/>
                        <a:pt x="56453" y="108169"/>
                      </a:cubicBezTo>
                      <a:close/>
                      <a:moveTo>
                        <a:pt x="119851" y="4070"/>
                      </a:moveTo>
                      <a:lnTo>
                        <a:pt x="119851" y="4070"/>
                      </a:lnTo>
                      <a:lnTo>
                        <a:pt x="119851" y="4070"/>
                      </a:lnTo>
                      <a:lnTo>
                        <a:pt x="119851" y="407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0" name="Freeform: Shape 149">
                  <a:extLst>
                    <a:ext uri="{FF2B5EF4-FFF2-40B4-BE49-F238E27FC236}">
                      <a16:creationId xmlns:a16="http://schemas.microsoft.com/office/drawing/2014/main" id="{E41A93F1-4273-46CE-AFEE-A4A5E01CB37F}"/>
                    </a:ext>
                  </a:extLst>
                </p:cNvPr>
                <p:cNvSpPr/>
                <p:nvPr/>
              </p:nvSpPr>
              <p:spPr>
                <a:xfrm>
                  <a:off x="2034003" y="8641100"/>
                  <a:ext cx="165408" cy="135385"/>
                </a:xfrm>
                <a:custGeom>
                  <a:avLst/>
                  <a:gdLst>
                    <a:gd name="connsiteX0" fmla="*/ 164772 w 165408"/>
                    <a:gd name="connsiteY0" fmla="*/ 30676 h 135385"/>
                    <a:gd name="connsiteX1" fmla="*/ 160219 w 165408"/>
                    <a:gd name="connsiteY1" fmla="*/ 27275 h 135385"/>
                    <a:gd name="connsiteX2" fmla="*/ 80561 w 165408"/>
                    <a:gd name="connsiteY2" fmla="*/ 4920 h 135385"/>
                    <a:gd name="connsiteX3" fmla="*/ 70665 w 165408"/>
                    <a:gd name="connsiteY3" fmla="*/ 519 h 135385"/>
                    <a:gd name="connsiteX4" fmla="*/ 4809 w 165408"/>
                    <a:gd name="connsiteY4" fmla="*/ 23303 h 135385"/>
                    <a:gd name="connsiteX5" fmla="*/ 94 w 165408"/>
                    <a:gd name="connsiteY5" fmla="*/ 30990 h 135385"/>
                    <a:gd name="connsiteX6" fmla="*/ 37756 w 165408"/>
                    <a:gd name="connsiteY6" fmla="*/ 104694 h 135385"/>
                    <a:gd name="connsiteX7" fmla="*/ 130224 w 165408"/>
                    <a:gd name="connsiteY7" fmla="*/ 107495 h 135385"/>
                    <a:gd name="connsiteX8" fmla="*/ 164953 w 165408"/>
                    <a:gd name="connsiteY8" fmla="*/ 64604 h 135385"/>
                    <a:gd name="connsiteX9" fmla="*/ 164772 w 165408"/>
                    <a:gd name="connsiteY9" fmla="*/ 30676 h 135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5408" h="135385">
                      <a:moveTo>
                        <a:pt x="164772" y="30676"/>
                      </a:moveTo>
                      <a:cubicBezTo>
                        <a:pt x="163810" y="28942"/>
                        <a:pt x="162152" y="27704"/>
                        <a:pt x="160219" y="27275"/>
                      </a:cubicBezTo>
                      <a:cubicBezTo>
                        <a:pt x="131082" y="20903"/>
                        <a:pt x="105040" y="13597"/>
                        <a:pt x="80561" y="4920"/>
                      </a:cubicBezTo>
                      <a:cubicBezTo>
                        <a:pt x="77685" y="2215"/>
                        <a:pt x="75237" y="-1347"/>
                        <a:pt x="70665" y="519"/>
                      </a:cubicBezTo>
                      <a:cubicBezTo>
                        <a:pt x="47395" y="9197"/>
                        <a:pt x="25850" y="16645"/>
                        <a:pt x="4809" y="23303"/>
                      </a:cubicBezTo>
                      <a:cubicBezTo>
                        <a:pt x="1542" y="24341"/>
                        <a:pt x="-468" y="27618"/>
                        <a:pt x="94" y="30990"/>
                      </a:cubicBezTo>
                      <a:cubicBezTo>
                        <a:pt x="2294" y="87187"/>
                        <a:pt x="-8117" y="69966"/>
                        <a:pt x="37756" y="104694"/>
                      </a:cubicBezTo>
                      <a:cubicBezTo>
                        <a:pt x="75589" y="133869"/>
                        <a:pt x="95134" y="154672"/>
                        <a:pt x="130224" y="107495"/>
                      </a:cubicBezTo>
                      <a:cubicBezTo>
                        <a:pt x="143531" y="91845"/>
                        <a:pt x="157761" y="80148"/>
                        <a:pt x="164953" y="64604"/>
                      </a:cubicBezTo>
                      <a:cubicBezTo>
                        <a:pt x="164448" y="53497"/>
                        <a:pt x="166343" y="41524"/>
                        <a:pt x="164772" y="3067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51" name="Graphic 4" descr="Man in business attire">
                <a:extLst>
                  <a:ext uri="{FF2B5EF4-FFF2-40B4-BE49-F238E27FC236}">
                    <a16:creationId xmlns:a16="http://schemas.microsoft.com/office/drawing/2014/main" id="{397E1CE0-351F-4F4F-9277-3002E8A59980}"/>
                  </a:ext>
                </a:extLst>
              </p:cNvPr>
              <p:cNvGrpSpPr/>
              <p:nvPr/>
            </p:nvGrpSpPr>
            <p:grpSpPr>
              <a:xfrm>
                <a:off x="1958824" y="7870475"/>
                <a:ext cx="238787" cy="552408"/>
                <a:chOff x="1958824" y="7870475"/>
                <a:chExt cx="238787" cy="552408"/>
              </a:xfrm>
              <a:solidFill>
                <a:srgbClr val="FFFFFF"/>
              </a:solidFill>
            </p:grpSpPr>
            <p:sp>
              <p:nvSpPr>
                <p:cNvPr id="152" name="Freeform: Shape 151">
                  <a:extLst>
                    <a:ext uri="{FF2B5EF4-FFF2-40B4-BE49-F238E27FC236}">
                      <a16:creationId xmlns:a16="http://schemas.microsoft.com/office/drawing/2014/main" id="{93489F44-2575-4347-A856-488B4A629F58}"/>
                    </a:ext>
                  </a:extLst>
                </p:cNvPr>
                <p:cNvSpPr/>
                <p:nvPr/>
              </p:nvSpPr>
              <p:spPr>
                <a:xfrm>
                  <a:off x="2053694" y="8184393"/>
                  <a:ext cx="143918" cy="238489"/>
                </a:xfrm>
                <a:custGeom>
                  <a:avLst/>
                  <a:gdLst>
                    <a:gd name="connsiteX0" fmla="*/ 57651 w 143918"/>
                    <a:gd name="connsiteY0" fmla="*/ 72292 h 238489"/>
                    <a:gd name="connsiteX1" fmla="*/ 13283 w 143918"/>
                    <a:gd name="connsiteY1" fmla="*/ 3950 h 238489"/>
                    <a:gd name="connsiteX2" fmla="*/ 5444 w 143918"/>
                    <a:gd name="connsiteY2" fmla="*/ 188 h 238489"/>
                    <a:gd name="connsiteX3" fmla="*/ 168 w 143918"/>
                    <a:gd name="connsiteY3" fmla="*/ 7093 h 238489"/>
                    <a:gd name="connsiteX4" fmla="*/ 2873 w 143918"/>
                    <a:gd name="connsiteY4" fmla="*/ 150930 h 238489"/>
                    <a:gd name="connsiteX5" fmla="*/ 111172 w 143918"/>
                    <a:gd name="connsiteY5" fmla="*/ 237779 h 238489"/>
                    <a:gd name="connsiteX6" fmla="*/ 138051 w 143918"/>
                    <a:gd name="connsiteY6" fmla="*/ 235598 h 238489"/>
                    <a:gd name="connsiteX7" fmla="*/ 143881 w 143918"/>
                    <a:gd name="connsiteY7" fmla="*/ 228064 h 238489"/>
                    <a:gd name="connsiteX8" fmla="*/ 138728 w 143918"/>
                    <a:gd name="connsiteY8" fmla="*/ 173524 h 238489"/>
                    <a:gd name="connsiteX9" fmla="*/ 57651 w 143918"/>
                    <a:gd name="connsiteY9" fmla="*/ 72292 h 2384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43918" h="238489">
                      <a:moveTo>
                        <a:pt x="57651" y="72292"/>
                      </a:moveTo>
                      <a:cubicBezTo>
                        <a:pt x="41563" y="51527"/>
                        <a:pt x="25056" y="28877"/>
                        <a:pt x="13283" y="3950"/>
                      </a:cubicBezTo>
                      <a:cubicBezTo>
                        <a:pt x="11893" y="997"/>
                        <a:pt x="8616" y="-565"/>
                        <a:pt x="5444" y="188"/>
                      </a:cubicBezTo>
                      <a:cubicBezTo>
                        <a:pt x="2273" y="950"/>
                        <a:pt x="72" y="3826"/>
                        <a:pt x="168" y="7093"/>
                      </a:cubicBezTo>
                      <a:cubicBezTo>
                        <a:pt x="4444" y="54204"/>
                        <a:pt x="-4138" y="106887"/>
                        <a:pt x="2873" y="150930"/>
                      </a:cubicBezTo>
                      <a:cubicBezTo>
                        <a:pt x="40868" y="177734"/>
                        <a:pt x="70586" y="213881"/>
                        <a:pt x="111172" y="237779"/>
                      </a:cubicBezTo>
                      <a:cubicBezTo>
                        <a:pt x="119821" y="240122"/>
                        <a:pt x="129869" y="235950"/>
                        <a:pt x="138051" y="235598"/>
                      </a:cubicBezTo>
                      <a:cubicBezTo>
                        <a:pt x="141699" y="235046"/>
                        <a:pt x="144262" y="231731"/>
                        <a:pt x="143881" y="228064"/>
                      </a:cubicBezTo>
                      <a:cubicBezTo>
                        <a:pt x="141957" y="209785"/>
                        <a:pt x="141138" y="191878"/>
                        <a:pt x="138728" y="173524"/>
                      </a:cubicBezTo>
                      <a:cubicBezTo>
                        <a:pt x="112305" y="140329"/>
                        <a:pt x="83645" y="106515"/>
                        <a:pt x="57651" y="7229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3" name="Freeform: Shape 152">
                  <a:extLst>
                    <a:ext uri="{FF2B5EF4-FFF2-40B4-BE49-F238E27FC236}">
                      <a16:creationId xmlns:a16="http://schemas.microsoft.com/office/drawing/2014/main" id="{9BE358EF-CC99-4A2A-BBF9-2DE613D7F254}"/>
                    </a:ext>
                  </a:extLst>
                </p:cNvPr>
                <p:cNvSpPr/>
                <p:nvPr/>
              </p:nvSpPr>
              <p:spPr>
                <a:xfrm>
                  <a:off x="2041643" y="7990510"/>
                  <a:ext cx="120475" cy="192635"/>
                </a:xfrm>
                <a:custGeom>
                  <a:avLst/>
                  <a:gdLst>
                    <a:gd name="connsiteX0" fmla="*/ 8047 w 120475"/>
                    <a:gd name="connsiteY0" fmla="*/ 36642 h 192635"/>
                    <a:gd name="connsiteX1" fmla="*/ 82151 w 120475"/>
                    <a:gd name="connsiteY1" fmla="*/ 154190 h 192635"/>
                    <a:gd name="connsiteX2" fmla="*/ 107897 w 120475"/>
                    <a:gd name="connsiteY2" fmla="*/ 189737 h 192635"/>
                    <a:gd name="connsiteX3" fmla="*/ 120327 w 120475"/>
                    <a:gd name="connsiteY3" fmla="*/ 184594 h 192635"/>
                    <a:gd name="connsiteX4" fmla="*/ 78732 w 120475"/>
                    <a:gd name="connsiteY4" fmla="*/ 37633 h 192635"/>
                    <a:gd name="connsiteX5" fmla="*/ 72074 w 120475"/>
                    <a:gd name="connsiteY5" fmla="*/ 14858 h 192635"/>
                    <a:gd name="connsiteX6" fmla="*/ 60234 w 120475"/>
                    <a:gd name="connsiteY6" fmla="*/ 2819 h 192635"/>
                    <a:gd name="connsiteX7" fmla="*/ 4322 w 120475"/>
                    <a:gd name="connsiteY7" fmla="*/ 15677 h 192635"/>
                    <a:gd name="connsiteX8" fmla="*/ 8047 w 120475"/>
                    <a:gd name="connsiteY8" fmla="*/ 36642 h 1926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0475" h="192635">
                      <a:moveTo>
                        <a:pt x="8047" y="36642"/>
                      </a:moveTo>
                      <a:cubicBezTo>
                        <a:pt x="26706" y="78800"/>
                        <a:pt x="55110" y="117681"/>
                        <a:pt x="82151" y="154190"/>
                      </a:cubicBezTo>
                      <a:cubicBezTo>
                        <a:pt x="90743" y="165849"/>
                        <a:pt x="99591" y="177793"/>
                        <a:pt x="107897" y="189737"/>
                      </a:cubicBezTo>
                      <a:cubicBezTo>
                        <a:pt x="111840" y="195728"/>
                        <a:pt x="121804" y="191652"/>
                        <a:pt x="120327" y="184594"/>
                      </a:cubicBezTo>
                      <a:cubicBezTo>
                        <a:pt x="112536" y="136197"/>
                        <a:pt x="94972" y="84934"/>
                        <a:pt x="78732" y="37633"/>
                      </a:cubicBezTo>
                      <a:cubicBezTo>
                        <a:pt x="76226" y="30051"/>
                        <a:pt x="69892" y="21545"/>
                        <a:pt x="72074" y="14858"/>
                      </a:cubicBezTo>
                      <a:cubicBezTo>
                        <a:pt x="74331" y="6276"/>
                        <a:pt x="66168" y="5038"/>
                        <a:pt x="60234" y="2819"/>
                      </a:cubicBezTo>
                      <a:cubicBezTo>
                        <a:pt x="40336" y="-6259"/>
                        <a:pt x="22067" y="8905"/>
                        <a:pt x="4322" y="15677"/>
                      </a:cubicBezTo>
                      <a:cubicBezTo>
                        <a:pt x="-6403" y="21145"/>
                        <a:pt x="5951" y="29136"/>
                        <a:pt x="8047" y="3664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4" name="Freeform: Shape 153">
                  <a:extLst>
                    <a:ext uri="{FF2B5EF4-FFF2-40B4-BE49-F238E27FC236}">
                      <a16:creationId xmlns:a16="http://schemas.microsoft.com/office/drawing/2014/main" id="{C8DF332A-0CB5-42DC-85A7-721111770C22}"/>
                    </a:ext>
                  </a:extLst>
                </p:cNvPr>
                <p:cNvSpPr/>
                <p:nvPr/>
              </p:nvSpPr>
              <p:spPr>
                <a:xfrm>
                  <a:off x="2103967" y="7872932"/>
                  <a:ext cx="38260" cy="51932"/>
                </a:xfrm>
                <a:custGeom>
                  <a:avLst/>
                  <a:gdLst>
                    <a:gd name="connsiteX0" fmla="*/ 6435 w 38260"/>
                    <a:gd name="connsiteY0" fmla="*/ 27118 h 51932"/>
                    <a:gd name="connsiteX1" fmla="*/ 18865 w 38260"/>
                    <a:gd name="connsiteY1" fmla="*/ 51302 h 51932"/>
                    <a:gd name="connsiteX2" fmla="*/ 38001 w 38260"/>
                    <a:gd name="connsiteY2" fmla="*/ 27213 h 51932"/>
                    <a:gd name="connsiteX3" fmla="*/ 20808 w 38260"/>
                    <a:gd name="connsiteY3" fmla="*/ 0 h 51932"/>
                    <a:gd name="connsiteX4" fmla="*/ 8788 w 38260"/>
                    <a:gd name="connsiteY4" fmla="*/ 9992 h 51932"/>
                    <a:gd name="connsiteX5" fmla="*/ 6435 w 38260"/>
                    <a:gd name="connsiteY5" fmla="*/ 27118 h 519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260" h="51932">
                      <a:moveTo>
                        <a:pt x="6435" y="27118"/>
                      </a:moveTo>
                      <a:cubicBezTo>
                        <a:pt x="21732" y="27499"/>
                        <a:pt x="11731" y="45910"/>
                        <a:pt x="18865" y="51302"/>
                      </a:cubicBezTo>
                      <a:cubicBezTo>
                        <a:pt x="28295" y="55664"/>
                        <a:pt x="40173" y="36300"/>
                        <a:pt x="38001" y="27213"/>
                      </a:cubicBezTo>
                      <a:cubicBezTo>
                        <a:pt x="33600" y="20965"/>
                        <a:pt x="28323" y="48"/>
                        <a:pt x="20808" y="0"/>
                      </a:cubicBezTo>
                      <a:cubicBezTo>
                        <a:pt x="14884" y="448"/>
                        <a:pt x="14160" y="7125"/>
                        <a:pt x="8788" y="9992"/>
                      </a:cubicBezTo>
                      <a:cubicBezTo>
                        <a:pt x="2435" y="13564"/>
                        <a:pt x="-6090" y="25727"/>
                        <a:pt x="6435" y="271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5" name="Freeform: Shape 154">
                  <a:extLst>
                    <a:ext uri="{FF2B5EF4-FFF2-40B4-BE49-F238E27FC236}">
                      <a16:creationId xmlns:a16="http://schemas.microsoft.com/office/drawing/2014/main" id="{3889A16E-0870-4D62-8DCA-4C121E3F022A}"/>
                    </a:ext>
                  </a:extLst>
                </p:cNvPr>
                <p:cNvSpPr/>
                <p:nvPr/>
              </p:nvSpPr>
              <p:spPr>
                <a:xfrm>
                  <a:off x="1958824" y="7870475"/>
                  <a:ext cx="53568" cy="56166"/>
                </a:xfrm>
                <a:custGeom>
                  <a:avLst/>
                  <a:gdLst>
                    <a:gd name="connsiteX0" fmla="*/ 51336 w 53568"/>
                    <a:gd name="connsiteY0" fmla="*/ 21365 h 56166"/>
                    <a:gd name="connsiteX1" fmla="*/ 4273 w 53568"/>
                    <a:gd name="connsiteY1" fmla="*/ 25441 h 56166"/>
                    <a:gd name="connsiteX2" fmla="*/ 254 w 53568"/>
                    <a:gd name="connsiteY2" fmla="*/ 35290 h 56166"/>
                    <a:gd name="connsiteX3" fmla="*/ 24009 w 53568"/>
                    <a:gd name="connsiteY3" fmla="*/ 52102 h 56166"/>
                    <a:gd name="connsiteX4" fmla="*/ 34791 w 53568"/>
                    <a:gd name="connsiteY4" fmla="*/ 53750 h 56166"/>
                    <a:gd name="connsiteX5" fmla="*/ 51336 w 53568"/>
                    <a:gd name="connsiteY5" fmla="*/ 21365 h 56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3568" h="56166">
                      <a:moveTo>
                        <a:pt x="51336" y="21365"/>
                      </a:moveTo>
                      <a:cubicBezTo>
                        <a:pt x="20009" y="-2295"/>
                        <a:pt x="29048" y="-13125"/>
                        <a:pt x="4273" y="25441"/>
                      </a:cubicBezTo>
                      <a:cubicBezTo>
                        <a:pt x="2740" y="28061"/>
                        <a:pt x="-1003" y="31928"/>
                        <a:pt x="254" y="35290"/>
                      </a:cubicBezTo>
                      <a:cubicBezTo>
                        <a:pt x="5464" y="43139"/>
                        <a:pt x="17218" y="45301"/>
                        <a:pt x="24009" y="52102"/>
                      </a:cubicBezTo>
                      <a:cubicBezTo>
                        <a:pt x="25476" y="56617"/>
                        <a:pt x="32010" y="57664"/>
                        <a:pt x="34791" y="53750"/>
                      </a:cubicBezTo>
                      <a:cubicBezTo>
                        <a:pt x="38420" y="45834"/>
                        <a:pt x="60566" y="28680"/>
                        <a:pt x="51336" y="2136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56" name="Graphic 4" descr="Man in business attire">
                <a:extLst>
                  <a:ext uri="{FF2B5EF4-FFF2-40B4-BE49-F238E27FC236}">
                    <a16:creationId xmlns:a16="http://schemas.microsoft.com/office/drawing/2014/main" id="{DB592DBE-9E54-4860-A05F-403437636B5F}"/>
                  </a:ext>
                </a:extLst>
              </p:cNvPr>
              <p:cNvGrpSpPr/>
              <p:nvPr/>
            </p:nvGrpSpPr>
            <p:grpSpPr>
              <a:xfrm>
                <a:off x="1483077" y="7747781"/>
                <a:ext cx="1191761" cy="1024651"/>
                <a:chOff x="1483077" y="7747781"/>
                <a:chExt cx="1191761" cy="1024651"/>
              </a:xfrm>
              <a:solidFill>
                <a:srgbClr val="FFFFFF"/>
              </a:solidFill>
            </p:grpSpPr>
            <p:sp>
              <p:nvSpPr>
                <p:cNvPr id="157" name="Freeform: Shape 156">
                  <a:extLst>
                    <a:ext uri="{FF2B5EF4-FFF2-40B4-BE49-F238E27FC236}">
                      <a16:creationId xmlns:a16="http://schemas.microsoft.com/office/drawing/2014/main" id="{AC6862EF-041B-4138-A77B-85F09809DE3C}"/>
                    </a:ext>
                  </a:extLst>
                </p:cNvPr>
                <p:cNvSpPr/>
                <p:nvPr/>
              </p:nvSpPr>
              <p:spPr>
                <a:xfrm>
                  <a:off x="2153715" y="8672785"/>
                  <a:ext cx="246728" cy="99647"/>
                </a:xfrm>
                <a:custGeom>
                  <a:avLst/>
                  <a:gdLst>
                    <a:gd name="connsiteX0" fmla="*/ 246380 w 246728"/>
                    <a:gd name="connsiteY0" fmla="*/ 65580 h 99647"/>
                    <a:gd name="connsiteX1" fmla="*/ 243141 w 246728"/>
                    <a:gd name="connsiteY1" fmla="*/ 31947 h 99647"/>
                    <a:gd name="connsiteX2" fmla="*/ 237112 w 246728"/>
                    <a:gd name="connsiteY2" fmla="*/ 25032 h 99647"/>
                    <a:gd name="connsiteX3" fmla="*/ 48984 w 246728"/>
                    <a:gd name="connsiteY3" fmla="*/ 0 h 99647"/>
                    <a:gd name="connsiteX4" fmla="*/ 43659 w 246728"/>
                    <a:gd name="connsiteY4" fmla="*/ 39519 h 99647"/>
                    <a:gd name="connsiteX5" fmla="*/ 3959 w 246728"/>
                    <a:gd name="connsiteY5" fmla="*/ 86182 h 99647"/>
                    <a:gd name="connsiteX6" fmla="*/ 197 w 246728"/>
                    <a:gd name="connsiteY6" fmla="*/ 93374 h 99647"/>
                    <a:gd name="connsiteX7" fmla="*/ 246380 w 246728"/>
                    <a:gd name="connsiteY7" fmla="*/ 65580 h 99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6728" h="99647">
                      <a:moveTo>
                        <a:pt x="246380" y="65580"/>
                      </a:moveTo>
                      <a:cubicBezTo>
                        <a:pt x="246180" y="53845"/>
                        <a:pt x="243113" y="43577"/>
                        <a:pt x="243141" y="31947"/>
                      </a:cubicBezTo>
                      <a:cubicBezTo>
                        <a:pt x="243189" y="28442"/>
                        <a:pt x="240589" y="25460"/>
                        <a:pt x="237112" y="25032"/>
                      </a:cubicBezTo>
                      <a:cubicBezTo>
                        <a:pt x="174895" y="19631"/>
                        <a:pt x="110496" y="5277"/>
                        <a:pt x="48984" y="0"/>
                      </a:cubicBezTo>
                      <a:cubicBezTo>
                        <a:pt x="41564" y="10811"/>
                        <a:pt x="51641" y="28775"/>
                        <a:pt x="43659" y="39519"/>
                      </a:cubicBezTo>
                      <a:cubicBezTo>
                        <a:pt x="31848" y="56493"/>
                        <a:pt x="17037" y="72266"/>
                        <a:pt x="3959" y="86182"/>
                      </a:cubicBezTo>
                      <a:cubicBezTo>
                        <a:pt x="2130" y="88125"/>
                        <a:pt x="-784" y="90897"/>
                        <a:pt x="197" y="93374"/>
                      </a:cubicBezTo>
                      <a:cubicBezTo>
                        <a:pt x="11265" y="109795"/>
                        <a:pt x="257229" y="91688"/>
                        <a:pt x="246380" y="65580"/>
                      </a:cubicBezTo>
                      <a:close/>
                    </a:path>
                  </a:pathLst>
                </a:custGeom>
                <a:solidFill>
                  <a:srgbClr val="72DBD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dirty="0"/>
                </a:p>
              </p:txBody>
            </p:sp>
            <p:sp>
              <p:nvSpPr>
                <p:cNvPr id="158" name="Freeform: Shape 157">
                  <a:extLst>
                    <a:ext uri="{FF2B5EF4-FFF2-40B4-BE49-F238E27FC236}">
                      <a16:creationId xmlns:a16="http://schemas.microsoft.com/office/drawing/2014/main" id="{AACB0AFD-748C-4892-8DD3-197B40896B54}"/>
                    </a:ext>
                  </a:extLst>
                </p:cNvPr>
                <p:cNvSpPr/>
                <p:nvPr/>
              </p:nvSpPr>
              <p:spPr>
                <a:xfrm>
                  <a:off x="1584262" y="8623355"/>
                  <a:ext cx="509007" cy="146465"/>
                </a:xfrm>
                <a:custGeom>
                  <a:avLst/>
                  <a:gdLst>
                    <a:gd name="connsiteX0" fmla="*/ 496022 w 509007"/>
                    <a:gd name="connsiteY0" fmla="*/ 131745 h 146465"/>
                    <a:gd name="connsiteX1" fmla="*/ 461446 w 509007"/>
                    <a:gd name="connsiteY1" fmla="*/ 104741 h 146465"/>
                    <a:gd name="connsiteX2" fmla="*/ 449073 w 509007"/>
                    <a:gd name="connsiteY2" fmla="*/ 76452 h 146465"/>
                    <a:gd name="connsiteX3" fmla="*/ 451359 w 509007"/>
                    <a:gd name="connsiteY3" fmla="*/ 52611 h 146465"/>
                    <a:gd name="connsiteX4" fmla="*/ 442501 w 509007"/>
                    <a:gd name="connsiteY4" fmla="*/ 44800 h 146465"/>
                    <a:gd name="connsiteX5" fmla="*/ 11370 w 509007"/>
                    <a:gd name="connsiteY5" fmla="*/ 1547 h 146465"/>
                    <a:gd name="connsiteX6" fmla="*/ 1255 w 509007"/>
                    <a:gd name="connsiteY6" fmla="*/ 30770 h 146465"/>
                    <a:gd name="connsiteX7" fmla="*/ 14999 w 509007"/>
                    <a:gd name="connsiteY7" fmla="*/ 128097 h 146465"/>
                    <a:gd name="connsiteX8" fmla="*/ 507223 w 509007"/>
                    <a:gd name="connsiteY8" fmla="*/ 146461 h 146465"/>
                    <a:gd name="connsiteX9" fmla="*/ 496022 w 509007"/>
                    <a:gd name="connsiteY9" fmla="*/ 131745 h 1464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09007" h="146465">
                      <a:moveTo>
                        <a:pt x="496022" y="131745"/>
                      </a:moveTo>
                      <a:cubicBezTo>
                        <a:pt x="484325" y="122877"/>
                        <a:pt x="473266" y="113485"/>
                        <a:pt x="461446" y="104741"/>
                      </a:cubicBezTo>
                      <a:cubicBezTo>
                        <a:pt x="447873" y="96026"/>
                        <a:pt x="447692" y="92340"/>
                        <a:pt x="449073" y="76452"/>
                      </a:cubicBezTo>
                      <a:cubicBezTo>
                        <a:pt x="449816" y="68699"/>
                        <a:pt x="450016" y="60107"/>
                        <a:pt x="451359" y="52611"/>
                      </a:cubicBezTo>
                      <a:cubicBezTo>
                        <a:pt x="452397" y="47687"/>
                        <a:pt x="447273" y="43124"/>
                        <a:pt x="442501" y="44800"/>
                      </a:cubicBezTo>
                      <a:cubicBezTo>
                        <a:pt x="338459" y="77833"/>
                        <a:pt x="144082" y="116133"/>
                        <a:pt x="11370" y="1547"/>
                      </a:cubicBezTo>
                      <a:cubicBezTo>
                        <a:pt x="-6232" y="-6977"/>
                        <a:pt x="2074" y="22102"/>
                        <a:pt x="1255" y="30770"/>
                      </a:cubicBezTo>
                      <a:cubicBezTo>
                        <a:pt x="3703" y="45343"/>
                        <a:pt x="-88" y="126725"/>
                        <a:pt x="14999" y="128097"/>
                      </a:cubicBezTo>
                      <a:cubicBezTo>
                        <a:pt x="174124" y="138727"/>
                        <a:pt x="346698" y="144756"/>
                        <a:pt x="507223" y="146461"/>
                      </a:cubicBezTo>
                      <a:cubicBezTo>
                        <a:pt x="513576" y="146737"/>
                        <a:pt x="501327" y="135488"/>
                        <a:pt x="496022" y="131745"/>
                      </a:cubicBezTo>
                      <a:close/>
                    </a:path>
                  </a:pathLst>
                </a:custGeom>
                <a:solidFill>
                  <a:srgbClr val="72DBD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59" name="Freeform: Shape 158">
                  <a:extLst>
                    <a:ext uri="{FF2B5EF4-FFF2-40B4-BE49-F238E27FC236}">
                      <a16:creationId xmlns:a16="http://schemas.microsoft.com/office/drawing/2014/main" id="{07B0BFED-1AB6-4311-952A-9D1015D477B6}"/>
                    </a:ext>
                  </a:extLst>
                </p:cNvPr>
                <p:cNvSpPr/>
                <p:nvPr/>
              </p:nvSpPr>
              <p:spPr>
                <a:xfrm>
                  <a:off x="1483077" y="7747781"/>
                  <a:ext cx="1191761" cy="938195"/>
                </a:xfrm>
                <a:custGeom>
                  <a:avLst/>
                  <a:gdLst>
                    <a:gd name="connsiteX0" fmla="*/ 1172765 w 1191761"/>
                    <a:gd name="connsiteY0" fmla="*/ 839098 h 938195"/>
                    <a:gd name="connsiteX1" fmla="*/ 1165640 w 1191761"/>
                    <a:gd name="connsiteY1" fmla="*/ 630605 h 938195"/>
                    <a:gd name="connsiteX2" fmla="*/ 933077 w 1191761"/>
                    <a:gd name="connsiteY2" fmla="*/ 167785 h 938195"/>
                    <a:gd name="connsiteX3" fmla="*/ 724004 w 1191761"/>
                    <a:gd name="connsiteY3" fmla="*/ 91414 h 938195"/>
                    <a:gd name="connsiteX4" fmla="*/ 704468 w 1191761"/>
                    <a:gd name="connsiteY4" fmla="*/ 83613 h 938195"/>
                    <a:gd name="connsiteX5" fmla="*/ 699705 w 1191761"/>
                    <a:gd name="connsiteY5" fmla="*/ 78536 h 938195"/>
                    <a:gd name="connsiteX6" fmla="*/ 688828 w 1191761"/>
                    <a:gd name="connsiteY6" fmla="*/ 53400 h 938195"/>
                    <a:gd name="connsiteX7" fmla="*/ 678017 w 1191761"/>
                    <a:gd name="connsiteY7" fmla="*/ 53657 h 938195"/>
                    <a:gd name="connsiteX8" fmla="*/ 632716 w 1191761"/>
                    <a:gd name="connsiteY8" fmla="*/ 91614 h 938195"/>
                    <a:gd name="connsiteX9" fmla="*/ 603979 w 1191761"/>
                    <a:gd name="connsiteY9" fmla="*/ 126561 h 938195"/>
                    <a:gd name="connsiteX10" fmla="*/ 582558 w 1191761"/>
                    <a:gd name="connsiteY10" fmla="*/ 159975 h 938195"/>
                    <a:gd name="connsiteX11" fmla="*/ 578814 w 1191761"/>
                    <a:gd name="connsiteY11" fmla="*/ 160365 h 938195"/>
                    <a:gd name="connsiteX12" fmla="*/ 518997 w 1191761"/>
                    <a:gd name="connsiteY12" fmla="*/ 94214 h 938195"/>
                    <a:gd name="connsiteX13" fmla="*/ 509205 w 1191761"/>
                    <a:gd name="connsiteY13" fmla="*/ 86099 h 938195"/>
                    <a:gd name="connsiteX14" fmla="*/ 378189 w 1191761"/>
                    <a:gd name="connsiteY14" fmla="*/ 3146 h 938195"/>
                    <a:gd name="connsiteX15" fmla="*/ 361196 w 1191761"/>
                    <a:gd name="connsiteY15" fmla="*/ 11328 h 938195"/>
                    <a:gd name="connsiteX16" fmla="*/ 329907 w 1191761"/>
                    <a:gd name="connsiteY16" fmla="*/ 65087 h 938195"/>
                    <a:gd name="connsiteX17" fmla="*/ 319410 w 1191761"/>
                    <a:gd name="connsiteY17" fmla="*/ 68802 h 938195"/>
                    <a:gd name="connsiteX18" fmla="*/ 72075 w 1191761"/>
                    <a:gd name="connsiteY18" fmla="*/ 192474 h 938195"/>
                    <a:gd name="connsiteX19" fmla="*/ 42080 w 1191761"/>
                    <a:gd name="connsiteY19" fmla="*/ 763060 h 938195"/>
                    <a:gd name="connsiteX20" fmla="*/ 192890 w 1191761"/>
                    <a:gd name="connsiteY20" fmla="*/ 921232 h 938195"/>
                    <a:gd name="connsiteX21" fmla="*/ 202253 w 1191761"/>
                    <a:gd name="connsiteY21" fmla="*/ 914098 h 938195"/>
                    <a:gd name="connsiteX22" fmla="*/ 292121 w 1191761"/>
                    <a:gd name="connsiteY22" fmla="*/ 676220 h 938195"/>
                    <a:gd name="connsiteX23" fmla="*/ 276805 w 1191761"/>
                    <a:gd name="connsiteY23" fmla="*/ 659971 h 938195"/>
                    <a:gd name="connsiteX24" fmla="*/ 213064 w 1191761"/>
                    <a:gd name="connsiteY24" fmla="*/ 637730 h 938195"/>
                    <a:gd name="connsiteX25" fmla="*/ 166210 w 1191761"/>
                    <a:gd name="connsiteY25" fmla="*/ 600363 h 938195"/>
                    <a:gd name="connsiteX26" fmla="*/ 209197 w 1191761"/>
                    <a:gd name="connsiteY26" fmla="*/ 589209 h 938195"/>
                    <a:gd name="connsiteX27" fmla="*/ 136521 w 1191761"/>
                    <a:gd name="connsiteY27" fmla="*/ 587743 h 938195"/>
                    <a:gd name="connsiteX28" fmla="*/ 108089 w 1191761"/>
                    <a:gd name="connsiteY28" fmla="*/ 576227 h 938195"/>
                    <a:gd name="connsiteX29" fmla="*/ 126720 w 1191761"/>
                    <a:gd name="connsiteY29" fmla="*/ 558120 h 938195"/>
                    <a:gd name="connsiteX30" fmla="*/ 126910 w 1191761"/>
                    <a:gd name="connsiteY30" fmla="*/ 548062 h 938195"/>
                    <a:gd name="connsiteX31" fmla="*/ 99526 w 1191761"/>
                    <a:gd name="connsiteY31" fmla="*/ 532917 h 938195"/>
                    <a:gd name="connsiteX32" fmla="*/ 156885 w 1191761"/>
                    <a:gd name="connsiteY32" fmla="*/ 513352 h 938195"/>
                    <a:gd name="connsiteX33" fmla="*/ 184327 w 1191761"/>
                    <a:gd name="connsiteY33" fmla="*/ 508504 h 938195"/>
                    <a:gd name="connsiteX34" fmla="*/ 184908 w 1191761"/>
                    <a:gd name="connsiteY34" fmla="*/ 495112 h 938195"/>
                    <a:gd name="connsiteX35" fmla="*/ 145541 w 1191761"/>
                    <a:gd name="connsiteY35" fmla="*/ 463537 h 938195"/>
                    <a:gd name="connsiteX36" fmla="*/ 181507 w 1191761"/>
                    <a:gd name="connsiteY36" fmla="*/ 459403 h 938195"/>
                    <a:gd name="connsiteX37" fmla="*/ 281329 w 1191761"/>
                    <a:gd name="connsiteY37" fmla="*/ 497474 h 938195"/>
                    <a:gd name="connsiteX38" fmla="*/ 295464 w 1191761"/>
                    <a:gd name="connsiteY38" fmla="*/ 508018 h 938195"/>
                    <a:gd name="connsiteX39" fmla="*/ 342432 w 1191761"/>
                    <a:gd name="connsiteY39" fmla="*/ 560377 h 938195"/>
                    <a:gd name="connsiteX40" fmla="*/ 423252 w 1191761"/>
                    <a:gd name="connsiteY40" fmla="*/ 660818 h 938195"/>
                    <a:gd name="connsiteX41" fmla="*/ 429376 w 1191761"/>
                    <a:gd name="connsiteY41" fmla="*/ 666162 h 938195"/>
                    <a:gd name="connsiteX42" fmla="*/ 490327 w 1191761"/>
                    <a:gd name="connsiteY42" fmla="*/ 673496 h 938195"/>
                    <a:gd name="connsiteX43" fmla="*/ 566117 w 1191761"/>
                    <a:gd name="connsiteY43" fmla="*/ 674915 h 938195"/>
                    <a:gd name="connsiteX44" fmla="*/ 558783 w 1191761"/>
                    <a:gd name="connsiteY44" fmla="*/ 252167 h 938195"/>
                    <a:gd name="connsiteX45" fmla="*/ 507510 w 1191761"/>
                    <a:gd name="connsiteY45" fmla="*/ 184978 h 938195"/>
                    <a:gd name="connsiteX46" fmla="*/ 477763 w 1191761"/>
                    <a:gd name="connsiteY46" fmla="*/ 160442 h 938195"/>
                    <a:gd name="connsiteX47" fmla="*/ 471096 w 1191761"/>
                    <a:gd name="connsiteY47" fmla="*/ 154127 h 938195"/>
                    <a:gd name="connsiteX48" fmla="*/ 502005 w 1191761"/>
                    <a:gd name="connsiteY48" fmla="*/ 121618 h 938195"/>
                    <a:gd name="connsiteX49" fmla="*/ 565755 w 1191761"/>
                    <a:gd name="connsiteY49" fmla="*/ 177691 h 938195"/>
                    <a:gd name="connsiteX50" fmla="*/ 615562 w 1191761"/>
                    <a:gd name="connsiteY50" fmla="*/ 154212 h 938195"/>
                    <a:gd name="connsiteX51" fmla="*/ 619191 w 1191761"/>
                    <a:gd name="connsiteY51" fmla="*/ 148412 h 938195"/>
                    <a:gd name="connsiteX52" fmla="*/ 642117 w 1191761"/>
                    <a:gd name="connsiteY52" fmla="*/ 125199 h 938195"/>
                    <a:gd name="connsiteX53" fmla="*/ 646165 w 1191761"/>
                    <a:gd name="connsiteY53" fmla="*/ 125847 h 938195"/>
                    <a:gd name="connsiteX54" fmla="*/ 661577 w 1191761"/>
                    <a:gd name="connsiteY54" fmla="*/ 155860 h 938195"/>
                    <a:gd name="connsiteX55" fmla="*/ 659186 w 1191761"/>
                    <a:gd name="connsiteY55" fmla="*/ 162470 h 938195"/>
                    <a:gd name="connsiteX56" fmla="*/ 651823 w 1191761"/>
                    <a:gd name="connsiteY56" fmla="*/ 168443 h 938195"/>
                    <a:gd name="connsiteX57" fmla="*/ 621058 w 1191761"/>
                    <a:gd name="connsiteY57" fmla="*/ 201504 h 938195"/>
                    <a:gd name="connsiteX58" fmla="*/ 624267 w 1191761"/>
                    <a:gd name="connsiteY58" fmla="*/ 232117 h 938195"/>
                    <a:gd name="connsiteX59" fmla="*/ 629773 w 1191761"/>
                    <a:gd name="connsiteY59" fmla="*/ 252929 h 938195"/>
                    <a:gd name="connsiteX60" fmla="*/ 654471 w 1191761"/>
                    <a:gd name="connsiteY60" fmla="*/ 335787 h 938195"/>
                    <a:gd name="connsiteX61" fmla="*/ 695019 w 1191761"/>
                    <a:gd name="connsiteY61" fmla="*/ 513486 h 938195"/>
                    <a:gd name="connsiteX62" fmla="*/ 717708 w 1191761"/>
                    <a:gd name="connsiteY62" fmla="*/ 663076 h 938195"/>
                    <a:gd name="connsiteX63" fmla="*/ 725737 w 1191761"/>
                    <a:gd name="connsiteY63" fmla="*/ 669448 h 938195"/>
                    <a:gd name="connsiteX64" fmla="*/ 785107 w 1191761"/>
                    <a:gd name="connsiteY64" fmla="*/ 658532 h 938195"/>
                    <a:gd name="connsiteX65" fmla="*/ 834560 w 1191761"/>
                    <a:gd name="connsiteY65" fmla="*/ 639387 h 938195"/>
                    <a:gd name="connsiteX66" fmla="*/ 881700 w 1191761"/>
                    <a:gd name="connsiteY66" fmla="*/ 632653 h 938195"/>
                    <a:gd name="connsiteX67" fmla="*/ 912313 w 1191761"/>
                    <a:gd name="connsiteY67" fmla="*/ 628214 h 938195"/>
                    <a:gd name="connsiteX68" fmla="*/ 948889 w 1191761"/>
                    <a:gd name="connsiteY68" fmla="*/ 627757 h 938195"/>
                    <a:gd name="connsiteX69" fmla="*/ 971844 w 1191761"/>
                    <a:gd name="connsiteY69" fmla="*/ 648417 h 938195"/>
                    <a:gd name="connsiteX70" fmla="*/ 977416 w 1191761"/>
                    <a:gd name="connsiteY70" fmla="*/ 654018 h 938195"/>
                    <a:gd name="connsiteX71" fmla="*/ 1009020 w 1191761"/>
                    <a:gd name="connsiteY71" fmla="*/ 695366 h 938195"/>
                    <a:gd name="connsiteX72" fmla="*/ 1016459 w 1191761"/>
                    <a:gd name="connsiteY72" fmla="*/ 728313 h 938195"/>
                    <a:gd name="connsiteX73" fmla="*/ 995409 w 1191761"/>
                    <a:gd name="connsiteY73" fmla="*/ 732542 h 938195"/>
                    <a:gd name="connsiteX74" fmla="*/ 893177 w 1191761"/>
                    <a:gd name="connsiteY74" fmla="*/ 785920 h 938195"/>
                    <a:gd name="connsiteX75" fmla="*/ 1064456 w 1191761"/>
                    <a:gd name="connsiteY75" fmla="*/ 933538 h 938195"/>
                    <a:gd name="connsiteX76" fmla="*/ 1070981 w 1191761"/>
                    <a:gd name="connsiteY76" fmla="*/ 938196 h 938195"/>
                    <a:gd name="connsiteX77" fmla="*/ 1165316 w 1191761"/>
                    <a:gd name="connsiteY77" fmla="*/ 859739 h 938195"/>
                    <a:gd name="connsiteX78" fmla="*/ 1172765 w 1191761"/>
                    <a:gd name="connsiteY78" fmla="*/ 839098 h 938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</a:cxnLst>
                  <a:rect l="l" t="t" r="r" b="b"/>
                  <a:pathLst>
                    <a:path w="1191761" h="938195">
                      <a:moveTo>
                        <a:pt x="1172765" y="839098"/>
                      </a:moveTo>
                      <a:cubicBezTo>
                        <a:pt x="1205140" y="786739"/>
                        <a:pt x="1191662" y="704929"/>
                        <a:pt x="1165640" y="630605"/>
                      </a:cubicBezTo>
                      <a:cubicBezTo>
                        <a:pt x="1096403" y="453373"/>
                        <a:pt x="1041367" y="305822"/>
                        <a:pt x="933077" y="167785"/>
                      </a:cubicBezTo>
                      <a:cubicBezTo>
                        <a:pt x="884376" y="113093"/>
                        <a:pt x="787021" y="109892"/>
                        <a:pt x="724004" y="91414"/>
                      </a:cubicBezTo>
                      <a:cubicBezTo>
                        <a:pt x="719051" y="90090"/>
                        <a:pt x="711136" y="86937"/>
                        <a:pt x="704468" y="83613"/>
                      </a:cubicBezTo>
                      <a:cubicBezTo>
                        <a:pt x="702639" y="82699"/>
                        <a:pt x="700487" y="80432"/>
                        <a:pt x="699705" y="78536"/>
                      </a:cubicBezTo>
                      <a:cubicBezTo>
                        <a:pt x="696153" y="69897"/>
                        <a:pt x="692581" y="62096"/>
                        <a:pt x="688828" y="53400"/>
                      </a:cubicBezTo>
                      <a:cubicBezTo>
                        <a:pt x="687009" y="48637"/>
                        <a:pt x="681036" y="49533"/>
                        <a:pt x="678017" y="53657"/>
                      </a:cubicBezTo>
                      <a:cubicBezTo>
                        <a:pt x="669083" y="65058"/>
                        <a:pt x="650614" y="80041"/>
                        <a:pt x="632716" y="91614"/>
                      </a:cubicBezTo>
                      <a:cubicBezTo>
                        <a:pt x="630040" y="94338"/>
                        <a:pt x="608465" y="120037"/>
                        <a:pt x="603979" y="126561"/>
                      </a:cubicBezTo>
                      <a:cubicBezTo>
                        <a:pt x="599502" y="133086"/>
                        <a:pt x="589958" y="149497"/>
                        <a:pt x="582558" y="159975"/>
                      </a:cubicBezTo>
                      <a:cubicBezTo>
                        <a:pt x="581681" y="161213"/>
                        <a:pt x="579919" y="161394"/>
                        <a:pt x="578814" y="160365"/>
                      </a:cubicBezTo>
                      <a:cubicBezTo>
                        <a:pt x="565031" y="147583"/>
                        <a:pt x="537523" y="104473"/>
                        <a:pt x="518997" y="94214"/>
                      </a:cubicBezTo>
                      <a:cubicBezTo>
                        <a:pt x="516321" y="92728"/>
                        <a:pt x="511787" y="87890"/>
                        <a:pt x="509205" y="86099"/>
                      </a:cubicBezTo>
                      <a:cubicBezTo>
                        <a:pt x="467486" y="56124"/>
                        <a:pt x="409517" y="44341"/>
                        <a:pt x="378189" y="3146"/>
                      </a:cubicBezTo>
                      <a:cubicBezTo>
                        <a:pt x="369817" y="-5570"/>
                        <a:pt x="366540" y="6032"/>
                        <a:pt x="361196" y="11328"/>
                      </a:cubicBezTo>
                      <a:cubicBezTo>
                        <a:pt x="348385" y="27349"/>
                        <a:pt x="334965" y="44332"/>
                        <a:pt x="329907" y="65087"/>
                      </a:cubicBezTo>
                      <a:cubicBezTo>
                        <a:pt x="329507" y="66601"/>
                        <a:pt x="321153" y="68430"/>
                        <a:pt x="319410" y="68802"/>
                      </a:cubicBezTo>
                      <a:cubicBezTo>
                        <a:pt x="244572" y="84775"/>
                        <a:pt x="136435" y="116369"/>
                        <a:pt x="72075" y="192474"/>
                      </a:cubicBezTo>
                      <a:cubicBezTo>
                        <a:pt x="-27947" y="349665"/>
                        <a:pt x="-9869" y="616251"/>
                        <a:pt x="42080" y="763060"/>
                      </a:cubicBezTo>
                      <a:cubicBezTo>
                        <a:pt x="62550" y="835955"/>
                        <a:pt x="124729" y="893838"/>
                        <a:pt x="192890" y="921232"/>
                      </a:cubicBezTo>
                      <a:cubicBezTo>
                        <a:pt x="197490" y="923166"/>
                        <a:pt x="202920" y="919079"/>
                        <a:pt x="202253" y="914098"/>
                      </a:cubicBezTo>
                      <a:cubicBezTo>
                        <a:pt x="199510" y="826515"/>
                        <a:pt x="237914" y="738343"/>
                        <a:pt x="292121" y="676220"/>
                      </a:cubicBezTo>
                      <a:cubicBezTo>
                        <a:pt x="299065" y="665276"/>
                        <a:pt x="284358" y="664648"/>
                        <a:pt x="276805" y="659971"/>
                      </a:cubicBezTo>
                      <a:cubicBezTo>
                        <a:pt x="255136" y="643988"/>
                        <a:pt x="222874" y="637568"/>
                        <a:pt x="213064" y="637730"/>
                      </a:cubicBezTo>
                      <a:cubicBezTo>
                        <a:pt x="198700" y="637416"/>
                        <a:pt x="154123" y="623604"/>
                        <a:pt x="166210" y="600363"/>
                      </a:cubicBezTo>
                      <a:cubicBezTo>
                        <a:pt x="175049" y="594982"/>
                        <a:pt x="220388" y="608155"/>
                        <a:pt x="209197" y="589209"/>
                      </a:cubicBezTo>
                      <a:cubicBezTo>
                        <a:pt x="186022" y="567864"/>
                        <a:pt x="161343" y="588429"/>
                        <a:pt x="136521" y="587743"/>
                      </a:cubicBezTo>
                      <a:cubicBezTo>
                        <a:pt x="124662" y="587333"/>
                        <a:pt x="107917" y="587638"/>
                        <a:pt x="108089" y="576227"/>
                      </a:cubicBezTo>
                      <a:cubicBezTo>
                        <a:pt x="109079" y="570379"/>
                        <a:pt x="114775" y="562187"/>
                        <a:pt x="126720" y="558120"/>
                      </a:cubicBezTo>
                      <a:cubicBezTo>
                        <a:pt x="133168" y="556158"/>
                        <a:pt x="133511" y="549366"/>
                        <a:pt x="126910" y="548062"/>
                      </a:cubicBezTo>
                      <a:cubicBezTo>
                        <a:pt x="106660" y="543366"/>
                        <a:pt x="99440" y="536432"/>
                        <a:pt x="99526" y="532917"/>
                      </a:cubicBezTo>
                      <a:cubicBezTo>
                        <a:pt x="98335" y="522773"/>
                        <a:pt x="142931" y="515124"/>
                        <a:pt x="156885" y="513352"/>
                      </a:cubicBezTo>
                      <a:cubicBezTo>
                        <a:pt x="165877" y="511828"/>
                        <a:pt x="175173" y="510257"/>
                        <a:pt x="184327" y="508504"/>
                      </a:cubicBezTo>
                      <a:cubicBezTo>
                        <a:pt x="191290" y="507409"/>
                        <a:pt x="191766" y="496817"/>
                        <a:pt x="184908" y="495112"/>
                      </a:cubicBezTo>
                      <a:cubicBezTo>
                        <a:pt x="158009" y="487330"/>
                        <a:pt x="142112" y="475891"/>
                        <a:pt x="145541" y="463537"/>
                      </a:cubicBezTo>
                      <a:cubicBezTo>
                        <a:pt x="155180" y="457279"/>
                        <a:pt x="171859" y="458955"/>
                        <a:pt x="181507" y="459403"/>
                      </a:cubicBezTo>
                      <a:cubicBezTo>
                        <a:pt x="232619" y="452164"/>
                        <a:pt x="266147" y="491921"/>
                        <a:pt x="281329" y="497474"/>
                      </a:cubicBezTo>
                      <a:cubicBezTo>
                        <a:pt x="285749" y="499094"/>
                        <a:pt x="290559" y="504361"/>
                        <a:pt x="295464" y="508018"/>
                      </a:cubicBezTo>
                      <a:cubicBezTo>
                        <a:pt x="317458" y="522125"/>
                        <a:pt x="327211" y="536517"/>
                        <a:pt x="342432" y="560377"/>
                      </a:cubicBezTo>
                      <a:cubicBezTo>
                        <a:pt x="367416" y="595448"/>
                        <a:pt x="396620" y="627633"/>
                        <a:pt x="423252" y="660818"/>
                      </a:cubicBezTo>
                      <a:cubicBezTo>
                        <a:pt x="423909" y="663743"/>
                        <a:pt x="426395" y="665905"/>
                        <a:pt x="429376" y="666162"/>
                      </a:cubicBezTo>
                      <a:cubicBezTo>
                        <a:pt x="449674" y="667915"/>
                        <a:pt x="470343" y="670753"/>
                        <a:pt x="490327" y="673496"/>
                      </a:cubicBezTo>
                      <a:cubicBezTo>
                        <a:pt x="501290" y="672991"/>
                        <a:pt x="568651" y="689765"/>
                        <a:pt x="566117" y="674915"/>
                      </a:cubicBezTo>
                      <a:cubicBezTo>
                        <a:pt x="575223" y="548242"/>
                        <a:pt x="569556" y="389842"/>
                        <a:pt x="558783" y="252167"/>
                      </a:cubicBezTo>
                      <a:cubicBezTo>
                        <a:pt x="555973" y="244938"/>
                        <a:pt x="522779" y="206085"/>
                        <a:pt x="507510" y="184978"/>
                      </a:cubicBezTo>
                      <a:cubicBezTo>
                        <a:pt x="502614" y="173043"/>
                        <a:pt x="484774" y="165223"/>
                        <a:pt x="477763" y="160442"/>
                      </a:cubicBezTo>
                      <a:cubicBezTo>
                        <a:pt x="474868" y="159051"/>
                        <a:pt x="470543" y="154955"/>
                        <a:pt x="471096" y="154127"/>
                      </a:cubicBezTo>
                      <a:cubicBezTo>
                        <a:pt x="483688" y="135219"/>
                        <a:pt x="496699" y="113636"/>
                        <a:pt x="502005" y="121618"/>
                      </a:cubicBezTo>
                      <a:cubicBezTo>
                        <a:pt x="520912" y="144230"/>
                        <a:pt x="544019" y="156622"/>
                        <a:pt x="565755" y="177691"/>
                      </a:cubicBezTo>
                      <a:cubicBezTo>
                        <a:pt x="583567" y="183368"/>
                        <a:pt x="600007" y="161185"/>
                        <a:pt x="615562" y="154212"/>
                      </a:cubicBezTo>
                      <a:cubicBezTo>
                        <a:pt x="617714" y="153060"/>
                        <a:pt x="619095" y="150850"/>
                        <a:pt x="619191" y="148412"/>
                      </a:cubicBezTo>
                      <a:cubicBezTo>
                        <a:pt x="620048" y="139458"/>
                        <a:pt x="641536" y="125818"/>
                        <a:pt x="642117" y="125199"/>
                      </a:cubicBezTo>
                      <a:cubicBezTo>
                        <a:pt x="643317" y="123932"/>
                        <a:pt x="645413" y="124285"/>
                        <a:pt x="646165" y="125847"/>
                      </a:cubicBezTo>
                      <a:cubicBezTo>
                        <a:pt x="650909" y="135724"/>
                        <a:pt x="656348" y="146011"/>
                        <a:pt x="661577" y="155860"/>
                      </a:cubicBezTo>
                      <a:cubicBezTo>
                        <a:pt x="662891" y="158337"/>
                        <a:pt x="661758" y="161347"/>
                        <a:pt x="659186" y="162470"/>
                      </a:cubicBezTo>
                      <a:cubicBezTo>
                        <a:pt x="655995" y="163871"/>
                        <a:pt x="652719" y="166433"/>
                        <a:pt x="651823" y="168443"/>
                      </a:cubicBezTo>
                      <a:cubicBezTo>
                        <a:pt x="648366" y="175767"/>
                        <a:pt x="627335" y="188036"/>
                        <a:pt x="621058" y="201504"/>
                      </a:cubicBezTo>
                      <a:cubicBezTo>
                        <a:pt x="615914" y="212543"/>
                        <a:pt x="620124" y="221916"/>
                        <a:pt x="624267" y="232117"/>
                      </a:cubicBezTo>
                      <a:cubicBezTo>
                        <a:pt x="627354" y="239690"/>
                        <a:pt x="630754" y="246910"/>
                        <a:pt x="629773" y="252929"/>
                      </a:cubicBezTo>
                      <a:cubicBezTo>
                        <a:pt x="631926" y="281962"/>
                        <a:pt x="645804" y="308308"/>
                        <a:pt x="654471" y="335787"/>
                      </a:cubicBezTo>
                      <a:cubicBezTo>
                        <a:pt x="676626" y="392842"/>
                        <a:pt x="683980" y="453907"/>
                        <a:pt x="695019" y="513486"/>
                      </a:cubicBezTo>
                      <a:cubicBezTo>
                        <a:pt x="704116" y="562749"/>
                        <a:pt x="714622" y="612755"/>
                        <a:pt x="717708" y="663076"/>
                      </a:cubicBezTo>
                      <a:cubicBezTo>
                        <a:pt x="717860" y="667038"/>
                        <a:pt x="721832" y="670220"/>
                        <a:pt x="725737" y="669448"/>
                      </a:cubicBezTo>
                      <a:cubicBezTo>
                        <a:pt x="745721" y="666038"/>
                        <a:pt x="765314" y="662152"/>
                        <a:pt x="785107" y="658532"/>
                      </a:cubicBezTo>
                      <a:cubicBezTo>
                        <a:pt x="799032" y="648007"/>
                        <a:pt x="815015" y="640549"/>
                        <a:pt x="834560" y="639387"/>
                      </a:cubicBezTo>
                      <a:cubicBezTo>
                        <a:pt x="853439" y="639063"/>
                        <a:pt x="862469" y="626243"/>
                        <a:pt x="881700" y="632653"/>
                      </a:cubicBezTo>
                      <a:cubicBezTo>
                        <a:pt x="891444" y="631548"/>
                        <a:pt x="902255" y="627995"/>
                        <a:pt x="912313" y="628214"/>
                      </a:cubicBezTo>
                      <a:cubicBezTo>
                        <a:pt x="923905" y="626100"/>
                        <a:pt x="948889" y="627757"/>
                        <a:pt x="948889" y="627757"/>
                      </a:cubicBezTo>
                      <a:cubicBezTo>
                        <a:pt x="948889" y="627757"/>
                        <a:pt x="964691" y="635644"/>
                        <a:pt x="971844" y="648417"/>
                      </a:cubicBezTo>
                      <a:cubicBezTo>
                        <a:pt x="972330" y="651246"/>
                        <a:pt x="974540" y="653503"/>
                        <a:pt x="977416" y="654018"/>
                      </a:cubicBezTo>
                      <a:cubicBezTo>
                        <a:pt x="1001638" y="656561"/>
                        <a:pt x="1006620" y="673191"/>
                        <a:pt x="1009020" y="695366"/>
                      </a:cubicBezTo>
                      <a:cubicBezTo>
                        <a:pt x="1011411" y="706034"/>
                        <a:pt x="1017259" y="718026"/>
                        <a:pt x="1016459" y="728313"/>
                      </a:cubicBezTo>
                      <a:cubicBezTo>
                        <a:pt x="1016240" y="730903"/>
                        <a:pt x="1002724" y="728884"/>
                        <a:pt x="995409" y="732542"/>
                      </a:cubicBezTo>
                      <a:cubicBezTo>
                        <a:pt x="963986" y="756773"/>
                        <a:pt x="935659" y="787425"/>
                        <a:pt x="893177" y="785920"/>
                      </a:cubicBezTo>
                      <a:cubicBezTo>
                        <a:pt x="847838" y="798160"/>
                        <a:pt x="1036995" y="836631"/>
                        <a:pt x="1064456" y="933538"/>
                      </a:cubicBezTo>
                      <a:cubicBezTo>
                        <a:pt x="1065437" y="936386"/>
                        <a:pt x="1068113" y="938196"/>
                        <a:pt x="1070981" y="938196"/>
                      </a:cubicBezTo>
                      <a:cubicBezTo>
                        <a:pt x="1105785" y="929090"/>
                        <a:pt x="1155362" y="895562"/>
                        <a:pt x="1165316" y="859739"/>
                      </a:cubicBezTo>
                      <a:cubicBezTo>
                        <a:pt x="1165792" y="858186"/>
                        <a:pt x="1171888" y="840517"/>
                        <a:pt x="1172765" y="839098"/>
                      </a:cubicBezTo>
                      <a:close/>
                    </a:path>
                  </a:pathLst>
                </a:custGeom>
                <a:solidFill>
                  <a:srgbClr val="72DBD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7DA55E15-8AF6-4EC0-9123-76B8D930C2A4}"/>
                  </a:ext>
                </a:extLst>
              </p:cNvPr>
              <p:cNvSpPr/>
              <p:nvPr/>
            </p:nvSpPr>
            <p:spPr>
              <a:xfrm>
                <a:off x="2308885" y="8378085"/>
                <a:ext cx="112435" cy="129424"/>
              </a:xfrm>
              <a:custGeom>
                <a:avLst/>
                <a:gdLst>
                  <a:gd name="connsiteX0" fmla="*/ 22573 w 112435"/>
                  <a:gd name="connsiteY0" fmla="*/ 6254 h 129424"/>
                  <a:gd name="connsiteX1" fmla="*/ 66245 w 112435"/>
                  <a:gd name="connsiteY1" fmla="*/ 6254 h 129424"/>
                  <a:gd name="connsiteX2" fmla="*/ 108289 w 112435"/>
                  <a:gd name="connsiteY2" fmla="*/ 42983 h 129424"/>
                  <a:gd name="connsiteX3" fmla="*/ 108698 w 112435"/>
                  <a:gd name="connsiteY3" fmla="*/ 78901 h 129424"/>
                  <a:gd name="connsiteX4" fmla="*/ 112375 w 112435"/>
                  <a:gd name="connsiteY4" fmla="*/ 100533 h 129424"/>
                  <a:gd name="connsiteX5" fmla="*/ 106250 w 112435"/>
                  <a:gd name="connsiteY5" fmla="*/ 121754 h 129424"/>
                  <a:gd name="connsiteX6" fmla="*/ 64617 w 112435"/>
                  <a:gd name="connsiteY6" fmla="*/ 128689 h 129424"/>
                  <a:gd name="connsiteX7" fmla="*/ 36451 w 112435"/>
                  <a:gd name="connsiteY7" fmla="*/ 95218 h 129424"/>
                  <a:gd name="connsiteX8" fmla="*/ 2371 w 112435"/>
                  <a:gd name="connsiteY8" fmla="*/ 56032 h 129424"/>
                  <a:gd name="connsiteX9" fmla="*/ 22573 w 112435"/>
                  <a:gd name="connsiteY9" fmla="*/ 6254 h 129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2435" h="129424">
                    <a:moveTo>
                      <a:pt x="22573" y="6254"/>
                    </a:moveTo>
                    <a:cubicBezTo>
                      <a:pt x="44662" y="-4357"/>
                      <a:pt x="54406" y="539"/>
                      <a:pt x="66245" y="6254"/>
                    </a:cubicBezTo>
                    <a:cubicBezTo>
                      <a:pt x="78085" y="11969"/>
                      <a:pt x="103383" y="27885"/>
                      <a:pt x="108289" y="42983"/>
                    </a:cubicBezTo>
                    <a:cubicBezTo>
                      <a:pt x="113185" y="58080"/>
                      <a:pt x="108289" y="72367"/>
                      <a:pt x="108698" y="78901"/>
                    </a:cubicBezTo>
                    <a:cubicBezTo>
                      <a:pt x="109108" y="85436"/>
                      <a:pt x="111965" y="89512"/>
                      <a:pt x="112375" y="100533"/>
                    </a:cubicBezTo>
                    <a:cubicBezTo>
                      <a:pt x="112784" y="111553"/>
                      <a:pt x="111146" y="120126"/>
                      <a:pt x="106250" y="121754"/>
                    </a:cubicBezTo>
                    <a:cubicBezTo>
                      <a:pt x="101355" y="123383"/>
                      <a:pt x="75637" y="131956"/>
                      <a:pt x="64617" y="128689"/>
                    </a:cubicBezTo>
                    <a:cubicBezTo>
                      <a:pt x="53596" y="125422"/>
                      <a:pt x="47472" y="104609"/>
                      <a:pt x="36451" y="95218"/>
                    </a:cubicBezTo>
                    <a:cubicBezTo>
                      <a:pt x="25431" y="85826"/>
                      <a:pt x="7209" y="71253"/>
                      <a:pt x="2371" y="56032"/>
                    </a:cubicBezTo>
                    <a:cubicBezTo>
                      <a:pt x="-3344" y="38087"/>
                      <a:pt x="485" y="16865"/>
                      <a:pt x="22573" y="625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7FB1A0A1-B6D0-4206-AF5A-CB40427C3462}"/>
                  </a:ext>
                </a:extLst>
              </p:cNvPr>
              <p:cNvSpPr/>
              <p:nvPr/>
            </p:nvSpPr>
            <p:spPr>
              <a:xfrm>
                <a:off x="2334832" y="8393889"/>
                <a:ext cx="65726" cy="62875"/>
              </a:xfrm>
              <a:custGeom>
                <a:avLst/>
                <a:gdLst>
                  <a:gd name="connsiteX0" fmla="*/ 5608 w 65726"/>
                  <a:gd name="connsiteY0" fmla="*/ 4938 h 62875"/>
                  <a:gd name="connsiteX1" fmla="*/ 49690 w 65726"/>
                  <a:gd name="connsiteY1" fmla="*/ 13101 h 62875"/>
                  <a:gd name="connsiteX2" fmla="*/ 59281 w 65726"/>
                  <a:gd name="connsiteY2" fmla="*/ 59221 h 62875"/>
                  <a:gd name="connsiteX3" fmla="*/ 13361 w 65726"/>
                  <a:gd name="connsiteY3" fmla="*/ 47591 h 62875"/>
                  <a:gd name="connsiteX4" fmla="*/ 5608 w 65726"/>
                  <a:gd name="connsiteY4" fmla="*/ 4938 h 6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726" h="62875">
                    <a:moveTo>
                      <a:pt x="5608" y="4938"/>
                    </a:moveTo>
                    <a:cubicBezTo>
                      <a:pt x="18505" y="-5111"/>
                      <a:pt x="37440" y="1471"/>
                      <a:pt x="49690" y="13101"/>
                    </a:cubicBezTo>
                    <a:cubicBezTo>
                      <a:pt x="63729" y="26436"/>
                      <a:pt x="72340" y="50858"/>
                      <a:pt x="59281" y="59221"/>
                    </a:cubicBezTo>
                    <a:cubicBezTo>
                      <a:pt x="46222" y="67584"/>
                      <a:pt x="23296" y="60707"/>
                      <a:pt x="13361" y="47591"/>
                    </a:cubicBezTo>
                    <a:cubicBezTo>
                      <a:pt x="3160" y="34122"/>
                      <a:pt x="-6432" y="14320"/>
                      <a:pt x="5608" y="49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grpSp>
            <p:nvGrpSpPr>
              <p:cNvPr id="162" name="Graphic 4" descr="Man in business attire">
                <a:extLst>
                  <a:ext uri="{FF2B5EF4-FFF2-40B4-BE49-F238E27FC236}">
                    <a16:creationId xmlns:a16="http://schemas.microsoft.com/office/drawing/2014/main" id="{A7F18398-A32B-46B3-B7F0-12FC853A3998}"/>
                  </a:ext>
                </a:extLst>
              </p:cNvPr>
              <p:cNvGrpSpPr/>
              <p:nvPr/>
            </p:nvGrpSpPr>
            <p:grpSpPr>
              <a:xfrm>
                <a:off x="1475150" y="7631099"/>
                <a:ext cx="1210316" cy="1155243"/>
                <a:chOff x="1475150" y="7631099"/>
                <a:chExt cx="1210316" cy="1155243"/>
              </a:xfrm>
              <a:solidFill>
                <a:srgbClr val="000000"/>
              </a:solidFill>
            </p:grpSpPr>
            <p:sp>
              <p:nvSpPr>
                <p:cNvPr id="163" name="Freeform: Shape 162">
                  <a:extLst>
                    <a:ext uri="{FF2B5EF4-FFF2-40B4-BE49-F238E27FC236}">
                      <a16:creationId xmlns:a16="http://schemas.microsoft.com/office/drawing/2014/main" id="{94406011-0F34-4879-A44A-62DC9D717C57}"/>
                    </a:ext>
                  </a:extLst>
                </p:cNvPr>
                <p:cNvSpPr/>
                <p:nvPr/>
              </p:nvSpPr>
              <p:spPr>
                <a:xfrm>
                  <a:off x="1475150" y="7631099"/>
                  <a:ext cx="1210316" cy="1155243"/>
                </a:xfrm>
                <a:custGeom>
                  <a:avLst/>
                  <a:gdLst>
                    <a:gd name="connsiteX0" fmla="*/ 1193874 w 1210316"/>
                    <a:gd name="connsiteY0" fmla="*/ 771338 h 1155243"/>
                    <a:gd name="connsiteX1" fmla="*/ 1032844 w 1210316"/>
                    <a:gd name="connsiteY1" fmla="*/ 401968 h 1155243"/>
                    <a:gd name="connsiteX2" fmla="*/ 933984 w 1210316"/>
                    <a:gd name="connsiteY2" fmla="*/ 261912 h 1155243"/>
                    <a:gd name="connsiteX3" fmla="*/ 754000 w 1210316"/>
                    <a:gd name="connsiteY3" fmla="*/ 203029 h 1155243"/>
                    <a:gd name="connsiteX4" fmla="*/ 720843 w 1210316"/>
                    <a:gd name="connsiteY4" fmla="*/ 192104 h 1155243"/>
                    <a:gd name="connsiteX5" fmla="*/ 711861 w 1210316"/>
                    <a:gd name="connsiteY5" fmla="*/ 194704 h 1155243"/>
                    <a:gd name="connsiteX6" fmla="*/ 695478 w 1210316"/>
                    <a:gd name="connsiteY6" fmla="*/ 160824 h 1155243"/>
                    <a:gd name="connsiteX7" fmla="*/ 687239 w 1210316"/>
                    <a:gd name="connsiteY7" fmla="*/ 160824 h 1155243"/>
                    <a:gd name="connsiteX8" fmla="*/ 679752 w 1210316"/>
                    <a:gd name="connsiteY8" fmla="*/ 170939 h 1155243"/>
                    <a:gd name="connsiteX9" fmla="*/ 679876 w 1210316"/>
                    <a:gd name="connsiteY9" fmla="*/ 145088 h 1155243"/>
                    <a:gd name="connsiteX10" fmla="*/ 687477 w 1210316"/>
                    <a:gd name="connsiteY10" fmla="*/ 117466 h 1155243"/>
                    <a:gd name="connsiteX11" fmla="*/ 679095 w 1210316"/>
                    <a:gd name="connsiteY11" fmla="*/ 111027 h 1155243"/>
                    <a:gd name="connsiteX12" fmla="*/ 661522 w 1210316"/>
                    <a:gd name="connsiteY12" fmla="*/ 140421 h 1155243"/>
                    <a:gd name="connsiteX13" fmla="*/ 663989 w 1210316"/>
                    <a:gd name="connsiteY13" fmla="*/ 186332 h 1155243"/>
                    <a:gd name="connsiteX14" fmla="*/ 642291 w 1210316"/>
                    <a:gd name="connsiteY14" fmla="*/ 202943 h 1155243"/>
                    <a:gd name="connsiteX15" fmla="*/ 636185 w 1210316"/>
                    <a:gd name="connsiteY15" fmla="*/ 208430 h 1155243"/>
                    <a:gd name="connsiteX16" fmla="*/ 589570 w 1210316"/>
                    <a:gd name="connsiteY16" fmla="*/ 272085 h 1155243"/>
                    <a:gd name="connsiteX17" fmla="*/ 527819 w 1210316"/>
                    <a:gd name="connsiteY17" fmla="*/ 204458 h 1155243"/>
                    <a:gd name="connsiteX18" fmla="*/ 523523 w 1210316"/>
                    <a:gd name="connsiteY18" fmla="*/ 201333 h 1155243"/>
                    <a:gd name="connsiteX19" fmla="*/ 404194 w 1210316"/>
                    <a:gd name="connsiteY19" fmla="*/ 132277 h 1155243"/>
                    <a:gd name="connsiteX20" fmla="*/ 387211 w 1210316"/>
                    <a:gd name="connsiteY20" fmla="*/ 442 h 1155243"/>
                    <a:gd name="connsiteX21" fmla="*/ 380810 w 1210316"/>
                    <a:gd name="connsiteY21" fmla="*/ 16177 h 1155243"/>
                    <a:gd name="connsiteX22" fmla="*/ 391078 w 1210316"/>
                    <a:gd name="connsiteY22" fmla="*/ 119523 h 1155243"/>
                    <a:gd name="connsiteX23" fmla="*/ 385059 w 1210316"/>
                    <a:gd name="connsiteY23" fmla="*/ 112503 h 1155243"/>
                    <a:gd name="connsiteX24" fmla="*/ 380658 w 1210316"/>
                    <a:gd name="connsiteY24" fmla="*/ 110436 h 1155243"/>
                    <a:gd name="connsiteX25" fmla="*/ 355036 w 1210316"/>
                    <a:gd name="connsiteY25" fmla="*/ 130401 h 1155243"/>
                    <a:gd name="connsiteX26" fmla="*/ 327785 w 1210316"/>
                    <a:gd name="connsiteY26" fmla="*/ 176330 h 1155243"/>
                    <a:gd name="connsiteX27" fmla="*/ 54512 w 1210316"/>
                    <a:gd name="connsiteY27" fmla="*/ 331150 h 1155243"/>
                    <a:gd name="connsiteX28" fmla="*/ 8983 w 1210316"/>
                    <a:gd name="connsiteY28" fmla="*/ 482397 h 1155243"/>
                    <a:gd name="connsiteX29" fmla="*/ 102452 w 1210316"/>
                    <a:gd name="connsiteY29" fmla="*/ 986155 h 1155243"/>
                    <a:gd name="connsiteX30" fmla="*/ 98356 w 1210316"/>
                    <a:gd name="connsiteY30" fmla="*/ 1010892 h 1155243"/>
                    <a:gd name="connsiteX31" fmla="*/ 108310 w 1210316"/>
                    <a:gd name="connsiteY31" fmla="*/ 1121610 h 1155243"/>
                    <a:gd name="connsiteX32" fmla="*/ 126988 w 1210316"/>
                    <a:gd name="connsiteY32" fmla="*/ 1116457 h 1155243"/>
                    <a:gd name="connsiteX33" fmla="*/ 115949 w 1210316"/>
                    <a:gd name="connsiteY33" fmla="*/ 999014 h 1155243"/>
                    <a:gd name="connsiteX34" fmla="*/ 553670 w 1210316"/>
                    <a:gd name="connsiteY34" fmla="*/ 1043629 h 1155243"/>
                    <a:gd name="connsiteX35" fmla="*/ 551641 w 1210316"/>
                    <a:gd name="connsiteY35" fmla="*/ 1064089 h 1155243"/>
                    <a:gd name="connsiteX36" fmla="*/ 551317 w 1210316"/>
                    <a:gd name="connsiteY36" fmla="*/ 1067994 h 1155243"/>
                    <a:gd name="connsiteX37" fmla="*/ 566805 w 1210316"/>
                    <a:gd name="connsiteY37" fmla="*/ 1102799 h 1155243"/>
                    <a:gd name="connsiteX38" fmla="*/ 626355 w 1210316"/>
                    <a:gd name="connsiteY38" fmla="*/ 1146718 h 1155243"/>
                    <a:gd name="connsiteX39" fmla="*/ 657483 w 1210316"/>
                    <a:gd name="connsiteY39" fmla="*/ 1154595 h 1155243"/>
                    <a:gd name="connsiteX40" fmla="*/ 683467 w 1210316"/>
                    <a:gd name="connsiteY40" fmla="*/ 1136908 h 1155243"/>
                    <a:gd name="connsiteX41" fmla="*/ 727863 w 1210316"/>
                    <a:gd name="connsiteY41" fmla="*/ 1085130 h 1155243"/>
                    <a:gd name="connsiteX42" fmla="*/ 732054 w 1210316"/>
                    <a:gd name="connsiteY42" fmla="*/ 1065156 h 1155243"/>
                    <a:gd name="connsiteX43" fmla="*/ 731902 w 1210316"/>
                    <a:gd name="connsiteY43" fmla="*/ 1047011 h 1155243"/>
                    <a:gd name="connsiteX44" fmla="*/ 914801 w 1210316"/>
                    <a:gd name="connsiteY44" fmla="*/ 1073538 h 1155243"/>
                    <a:gd name="connsiteX45" fmla="*/ 917839 w 1210316"/>
                    <a:gd name="connsiteY45" fmla="*/ 1104075 h 1155243"/>
                    <a:gd name="connsiteX46" fmla="*/ 920659 w 1210316"/>
                    <a:gd name="connsiteY46" fmla="*/ 1119143 h 1155243"/>
                    <a:gd name="connsiteX47" fmla="*/ 934965 w 1210316"/>
                    <a:gd name="connsiteY47" fmla="*/ 1119143 h 1155243"/>
                    <a:gd name="connsiteX48" fmla="*/ 930403 w 1210316"/>
                    <a:gd name="connsiteY48" fmla="*/ 1075205 h 1155243"/>
                    <a:gd name="connsiteX49" fmla="*/ 1173090 w 1210316"/>
                    <a:gd name="connsiteY49" fmla="*/ 1002005 h 1155243"/>
                    <a:gd name="connsiteX50" fmla="*/ 1193874 w 1210316"/>
                    <a:gd name="connsiteY50" fmla="*/ 771338 h 1155243"/>
                    <a:gd name="connsiteX51" fmla="*/ 690411 w 1210316"/>
                    <a:gd name="connsiteY51" fmla="*/ 172739 h 1155243"/>
                    <a:gd name="connsiteX52" fmla="*/ 711747 w 1210316"/>
                    <a:gd name="connsiteY52" fmla="*/ 232985 h 1155243"/>
                    <a:gd name="connsiteX53" fmla="*/ 696888 w 1210316"/>
                    <a:gd name="connsiteY53" fmla="*/ 273190 h 1155243"/>
                    <a:gd name="connsiteX54" fmla="*/ 687734 w 1210316"/>
                    <a:gd name="connsiteY54" fmla="*/ 292669 h 1155243"/>
                    <a:gd name="connsiteX55" fmla="*/ 646815 w 1210316"/>
                    <a:gd name="connsiteY55" fmla="*/ 211563 h 1155243"/>
                    <a:gd name="connsiteX56" fmla="*/ 649377 w 1210316"/>
                    <a:gd name="connsiteY56" fmla="*/ 207953 h 1155243"/>
                    <a:gd name="connsiteX57" fmla="*/ 690411 w 1210316"/>
                    <a:gd name="connsiteY57" fmla="*/ 172739 h 1155243"/>
                    <a:gd name="connsiteX58" fmla="*/ 624860 w 1210316"/>
                    <a:gd name="connsiteY58" fmla="*/ 340151 h 1155243"/>
                    <a:gd name="connsiteX59" fmla="*/ 586484 w 1210316"/>
                    <a:gd name="connsiteY59" fmla="*/ 296955 h 1155243"/>
                    <a:gd name="connsiteX60" fmla="*/ 615964 w 1210316"/>
                    <a:gd name="connsiteY60" fmla="*/ 280677 h 1155243"/>
                    <a:gd name="connsiteX61" fmla="*/ 635337 w 1210316"/>
                    <a:gd name="connsiteY61" fmla="*/ 270752 h 1155243"/>
                    <a:gd name="connsiteX62" fmla="*/ 642329 w 1210316"/>
                    <a:gd name="connsiteY62" fmla="*/ 288306 h 1155243"/>
                    <a:gd name="connsiteX63" fmla="*/ 635395 w 1210316"/>
                    <a:gd name="connsiteY63" fmla="*/ 304165 h 1155243"/>
                    <a:gd name="connsiteX64" fmla="*/ 624860 w 1210316"/>
                    <a:gd name="connsiteY64" fmla="*/ 340151 h 1155243"/>
                    <a:gd name="connsiteX65" fmla="*/ 513856 w 1210316"/>
                    <a:gd name="connsiteY65" fmla="*/ 291773 h 1155243"/>
                    <a:gd name="connsiteX66" fmla="*/ 512084 w 1210316"/>
                    <a:gd name="connsiteY66" fmla="*/ 289030 h 1155243"/>
                    <a:gd name="connsiteX67" fmla="*/ 487681 w 1210316"/>
                    <a:gd name="connsiteY67" fmla="*/ 273704 h 1155243"/>
                    <a:gd name="connsiteX68" fmla="*/ 508341 w 1210316"/>
                    <a:gd name="connsiteY68" fmla="*/ 242862 h 1155243"/>
                    <a:gd name="connsiteX69" fmla="*/ 533715 w 1210316"/>
                    <a:gd name="connsiteY69" fmla="*/ 265618 h 1155243"/>
                    <a:gd name="connsiteX70" fmla="*/ 513856 w 1210316"/>
                    <a:gd name="connsiteY70" fmla="*/ 291773 h 1155243"/>
                    <a:gd name="connsiteX71" fmla="*/ 541459 w 1210316"/>
                    <a:gd name="connsiteY71" fmla="*/ 274771 h 1155243"/>
                    <a:gd name="connsiteX72" fmla="*/ 621279 w 1210316"/>
                    <a:gd name="connsiteY72" fmla="*/ 356372 h 1155243"/>
                    <a:gd name="connsiteX73" fmla="*/ 571910 w 1210316"/>
                    <a:gd name="connsiteY73" fmla="*/ 372355 h 1155243"/>
                    <a:gd name="connsiteX74" fmla="*/ 548793 w 1210316"/>
                    <a:gd name="connsiteY74" fmla="*/ 334998 h 1155243"/>
                    <a:gd name="connsiteX75" fmla="*/ 521838 w 1210316"/>
                    <a:gd name="connsiteY75" fmla="*/ 299612 h 1155243"/>
                    <a:gd name="connsiteX76" fmla="*/ 541459 w 1210316"/>
                    <a:gd name="connsiteY76" fmla="*/ 274771 h 1155243"/>
                    <a:gd name="connsiteX77" fmla="*/ 584588 w 1210316"/>
                    <a:gd name="connsiteY77" fmla="*/ 719893 h 1155243"/>
                    <a:gd name="connsiteX78" fmla="*/ 584950 w 1210316"/>
                    <a:gd name="connsiteY78" fmla="*/ 710083 h 1155243"/>
                    <a:gd name="connsiteX79" fmla="*/ 669275 w 1210316"/>
                    <a:gd name="connsiteY79" fmla="*/ 787892 h 1155243"/>
                    <a:gd name="connsiteX80" fmla="*/ 579959 w 1210316"/>
                    <a:gd name="connsiteY80" fmla="*/ 791960 h 1155243"/>
                    <a:gd name="connsiteX81" fmla="*/ 584588 w 1210316"/>
                    <a:gd name="connsiteY81" fmla="*/ 719893 h 1155243"/>
                    <a:gd name="connsiteX82" fmla="*/ 693221 w 1210316"/>
                    <a:gd name="connsiteY82" fmla="*/ 785140 h 1155243"/>
                    <a:gd name="connsiteX83" fmla="*/ 585388 w 1210316"/>
                    <a:gd name="connsiteY83" fmla="*/ 698596 h 1155243"/>
                    <a:gd name="connsiteX84" fmla="*/ 585598 w 1210316"/>
                    <a:gd name="connsiteY84" fmla="*/ 560178 h 1155243"/>
                    <a:gd name="connsiteX85" fmla="*/ 630756 w 1210316"/>
                    <a:gd name="connsiteY85" fmla="*/ 629816 h 1155243"/>
                    <a:gd name="connsiteX86" fmla="*/ 710452 w 1210316"/>
                    <a:gd name="connsiteY86" fmla="*/ 727713 h 1155243"/>
                    <a:gd name="connsiteX87" fmla="*/ 715586 w 1210316"/>
                    <a:gd name="connsiteY87" fmla="*/ 782082 h 1155243"/>
                    <a:gd name="connsiteX88" fmla="*/ 693221 w 1210316"/>
                    <a:gd name="connsiteY88" fmla="*/ 785140 h 1155243"/>
                    <a:gd name="connsiteX89" fmla="*/ 644405 w 1210316"/>
                    <a:gd name="connsiteY89" fmla="*/ 623367 h 1155243"/>
                    <a:gd name="connsiteX90" fmla="*/ 584779 w 1210316"/>
                    <a:gd name="connsiteY90" fmla="*/ 537214 h 1155243"/>
                    <a:gd name="connsiteX91" fmla="*/ 575263 w 1210316"/>
                    <a:gd name="connsiteY91" fmla="*/ 413131 h 1155243"/>
                    <a:gd name="connsiteX92" fmla="*/ 673971 w 1210316"/>
                    <a:gd name="connsiteY92" fmla="*/ 564788 h 1155243"/>
                    <a:gd name="connsiteX93" fmla="*/ 686334 w 1210316"/>
                    <a:gd name="connsiteY93" fmla="*/ 582410 h 1155243"/>
                    <a:gd name="connsiteX94" fmla="*/ 705927 w 1210316"/>
                    <a:gd name="connsiteY94" fmla="*/ 698500 h 1155243"/>
                    <a:gd name="connsiteX95" fmla="*/ 644405 w 1210316"/>
                    <a:gd name="connsiteY95" fmla="*/ 623367 h 1155243"/>
                    <a:gd name="connsiteX96" fmla="*/ 671932 w 1210316"/>
                    <a:gd name="connsiteY96" fmla="*/ 533775 h 1155243"/>
                    <a:gd name="connsiteX97" fmla="*/ 597599 w 1210316"/>
                    <a:gd name="connsiteY97" fmla="*/ 426333 h 1155243"/>
                    <a:gd name="connsiteX98" fmla="*/ 573234 w 1210316"/>
                    <a:gd name="connsiteY98" fmla="*/ 377413 h 1155243"/>
                    <a:gd name="connsiteX99" fmla="*/ 621593 w 1210316"/>
                    <a:gd name="connsiteY99" fmla="*/ 367659 h 1155243"/>
                    <a:gd name="connsiteX100" fmla="*/ 635252 w 1210316"/>
                    <a:gd name="connsiteY100" fmla="*/ 371774 h 1155243"/>
                    <a:gd name="connsiteX101" fmla="*/ 638681 w 1210316"/>
                    <a:gd name="connsiteY101" fmla="*/ 399206 h 1155243"/>
                    <a:gd name="connsiteX102" fmla="*/ 650511 w 1210316"/>
                    <a:gd name="connsiteY102" fmla="*/ 434286 h 1155243"/>
                    <a:gd name="connsiteX103" fmla="*/ 680038 w 1210316"/>
                    <a:gd name="connsiteY103" fmla="*/ 545214 h 1155243"/>
                    <a:gd name="connsiteX104" fmla="*/ 671932 w 1210316"/>
                    <a:gd name="connsiteY104" fmla="*/ 533775 h 1155243"/>
                    <a:gd name="connsiteX105" fmla="*/ 650901 w 1210316"/>
                    <a:gd name="connsiteY105" fmla="*/ 282344 h 1155243"/>
                    <a:gd name="connsiteX106" fmla="*/ 632547 w 1210316"/>
                    <a:gd name="connsiteY106" fmla="*/ 262636 h 1155243"/>
                    <a:gd name="connsiteX107" fmla="*/ 649225 w 1210316"/>
                    <a:gd name="connsiteY107" fmla="*/ 245853 h 1155243"/>
                    <a:gd name="connsiteX108" fmla="*/ 662417 w 1210316"/>
                    <a:gd name="connsiteY108" fmla="*/ 272628 h 1155243"/>
                    <a:gd name="connsiteX109" fmla="*/ 650625 w 1210316"/>
                    <a:gd name="connsiteY109" fmla="*/ 290859 h 1155243"/>
                    <a:gd name="connsiteX110" fmla="*/ 650901 w 1210316"/>
                    <a:gd name="connsiteY110" fmla="*/ 282344 h 1155243"/>
                    <a:gd name="connsiteX111" fmla="*/ 549346 w 1210316"/>
                    <a:gd name="connsiteY111" fmla="*/ 240434 h 1155243"/>
                    <a:gd name="connsiteX112" fmla="*/ 567577 w 1210316"/>
                    <a:gd name="connsiteY112" fmla="*/ 264760 h 1155243"/>
                    <a:gd name="connsiteX113" fmla="*/ 585446 w 1210316"/>
                    <a:gd name="connsiteY113" fmla="*/ 283734 h 1155243"/>
                    <a:gd name="connsiteX114" fmla="*/ 593094 w 1210316"/>
                    <a:gd name="connsiteY114" fmla="*/ 278257 h 1155243"/>
                    <a:gd name="connsiteX115" fmla="*/ 639024 w 1210316"/>
                    <a:gd name="connsiteY115" fmla="*/ 219402 h 1155243"/>
                    <a:gd name="connsiteX116" fmla="*/ 645120 w 1210316"/>
                    <a:gd name="connsiteY116" fmla="*/ 237119 h 1155243"/>
                    <a:gd name="connsiteX117" fmla="*/ 642243 w 1210316"/>
                    <a:gd name="connsiteY117" fmla="*/ 239452 h 1155243"/>
                    <a:gd name="connsiteX118" fmla="*/ 621783 w 1210316"/>
                    <a:gd name="connsiteY118" fmla="*/ 266256 h 1155243"/>
                    <a:gd name="connsiteX119" fmla="*/ 578292 w 1210316"/>
                    <a:gd name="connsiteY119" fmla="*/ 289240 h 1155243"/>
                    <a:gd name="connsiteX120" fmla="*/ 542002 w 1210316"/>
                    <a:gd name="connsiteY120" fmla="*/ 260941 h 1155243"/>
                    <a:gd name="connsiteX121" fmla="*/ 540516 w 1210316"/>
                    <a:gd name="connsiteY121" fmla="*/ 259322 h 1155243"/>
                    <a:gd name="connsiteX122" fmla="*/ 513551 w 1210316"/>
                    <a:gd name="connsiteY122" fmla="*/ 235147 h 1155243"/>
                    <a:gd name="connsiteX123" fmla="*/ 525076 w 1210316"/>
                    <a:gd name="connsiteY123" fmla="*/ 215554 h 1155243"/>
                    <a:gd name="connsiteX124" fmla="*/ 549346 w 1210316"/>
                    <a:gd name="connsiteY124" fmla="*/ 240434 h 1155243"/>
                    <a:gd name="connsiteX125" fmla="*/ 351673 w 1210316"/>
                    <a:gd name="connsiteY125" fmla="*/ 165081 h 1155243"/>
                    <a:gd name="connsiteX126" fmla="*/ 369504 w 1210316"/>
                    <a:gd name="connsiteY126" fmla="*/ 138449 h 1155243"/>
                    <a:gd name="connsiteX127" fmla="*/ 382573 w 1210316"/>
                    <a:gd name="connsiteY127" fmla="*/ 121704 h 1155243"/>
                    <a:gd name="connsiteX128" fmla="*/ 514437 w 1210316"/>
                    <a:gd name="connsiteY128" fmla="*/ 207544 h 1155243"/>
                    <a:gd name="connsiteX129" fmla="*/ 457925 w 1210316"/>
                    <a:gd name="connsiteY129" fmla="*/ 289773 h 1155243"/>
                    <a:gd name="connsiteX130" fmla="*/ 350226 w 1210316"/>
                    <a:gd name="connsiteY130" fmla="*/ 191799 h 1155243"/>
                    <a:gd name="connsiteX131" fmla="*/ 344701 w 1210316"/>
                    <a:gd name="connsiteY131" fmla="*/ 185541 h 1155243"/>
                    <a:gd name="connsiteX132" fmla="*/ 344606 w 1210316"/>
                    <a:gd name="connsiteY132" fmla="*/ 183160 h 1155243"/>
                    <a:gd name="connsiteX133" fmla="*/ 351673 w 1210316"/>
                    <a:gd name="connsiteY133" fmla="*/ 165081 h 1155243"/>
                    <a:gd name="connsiteX134" fmla="*/ 21908 w 1210316"/>
                    <a:gd name="connsiteY134" fmla="*/ 528403 h 1155243"/>
                    <a:gd name="connsiteX135" fmla="*/ 87259 w 1210316"/>
                    <a:gd name="connsiteY135" fmla="*/ 314090 h 1155243"/>
                    <a:gd name="connsiteX136" fmla="*/ 329537 w 1210316"/>
                    <a:gd name="connsiteY136" fmla="*/ 194628 h 1155243"/>
                    <a:gd name="connsiteX137" fmla="*/ 458953 w 1210316"/>
                    <a:gd name="connsiteY137" fmla="*/ 308232 h 1155243"/>
                    <a:gd name="connsiteX138" fmla="*/ 468345 w 1210316"/>
                    <a:gd name="connsiteY138" fmla="*/ 304413 h 1155243"/>
                    <a:gd name="connsiteX139" fmla="*/ 482671 w 1210316"/>
                    <a:gd name="connsiteY139" fmla="*/ 281362 h 1155243"/>
                    <a:gd name="connsiteX140" fmla="*/ 507483 w 1210316"/>
                    <a:gd name="connsiteY140" fmla="*/ 296888 h 1155243"/>
                    <a:gd name="connsiteX141" fmla="*/ 509626 w 1210316"/>
                    <a:gd name="connsiteY141" fmla="*/ 297745 h 1155243"/>
                    <a:gd name="connsiteX142" fmla="*/ 510179 w 1210316"/>
                    <a:gd name="connsiteY142" fmla="*/ 302203 h 1155243"/>
                    <a:gd name="connsiteX143" fmla="*/ 539687 w 1210316"/>
                    <a:gd name="connsiteY143" fmla="*/ 339103 h 1155243"/>
                    <a:gd name="connsiteX144" fmla="*/ 562023 w 1210316"/>
                    <a:gd name="connsiteY144" fmla="*/ 367726 h 1155243"/>
                    <a:gd name="connsiteX145" fmla="*/ 562214 w 1210316"/>
                    <a:gd name="connsiteY145" fmla="*/ 374431 h 1155243"/>
                    <a:gd name="connsiteX146" fmla="*/ 561357 w 1210316"/>
                    <a:gd name="connsiteY146" fmla="*/ 376708 h 1155243"/>
                    <a:gd name="connsiteX147" fmla="*/ 564129 w 1210316"/>
                    <a:gd name="connsiteY147" fmla="*/ 417637 h 1155243"/>
                    <a:gd name="connsiteX148" fmla="*/ 567215 w 1210316"/>
                    <a:gd name="connsiteY148" fmla="*/ 457623 h 1155243"/>
                    <a:gd name="connsiteX149" fmla="*/ 567186 w 1210316"/>
                    <a:gd name="connsiteY149" fmla="*/ 791264 h 1155243"/>
                    <a:gd name="connsiteX150" fmla="*/ 437913 w 1210316"/>
                    <a:gd name="connsiteY150" fmla="*/ 775996 h 1155243"/>
                    <a:gd name="connsiteX151" fmla="*/ 427283 w 1210316"/>
                    <a:gd name="connsiteY151" fmla="*/ 761670 h 1155243"/>
                    <a:gd name="connsiteX152" fmla="*/ 409414 w 1210316"/>
                    <a:gd name="connsiteY152" fmla="*/ 740953 h 1155243"/>
                    <a:gd name="connsiteX153" fmla="*/ 356007 w 1210316"/>
                    <a:gd name="connsiteY153" fmla="*/ 673088 h 1155243"/>
                    <a:gd name="connsiteX154" fmla="*/ 307135 w 1210316"/>
                    <a:gd name="connsiteY154" fmla="*/ 618909 h 1155243"/>
                    <a:gd name="connsiteX155" fmla="*/ 301162 w 1210316"/>
                    <a:gd name="connsiteY155" fmla="*/ 592506 h 1155243"/>
                    <a:gd name="connsiteX156" fmla="*/ 291247 w 1210316"/>
                    <a:gd name="connsiteY156" fmla="*/ 537042 h 1155243"/>
                    <a:gd name="connsiteX157" fmla="*/ 267634 w 1210316"/>
                    <a:gd name="connsiteY157" fmla="*/ 457251 h 1155243"/>
                    <a:gd name="connsiteX158" fmla="*/ 265539 w 1210316"/>
                    <a:gd name="connsiteY158" fmla="*/ 458137 h 1155243"/>
                    <a:gd name="connsiteX159" fmla="*/ 280893 w 1210316"/>
                    <a:gd name="connsiteY159" fmla="*/ 540671 h 1155243"/>
                    <a:gd name="connsiteX160" fmla="*/ 291371 w 1210316"/>
                    <a:gd name="connsiteY160" fmla="*/ 608308 h 1155243"/>
                    <a:gd name="connsiteX161" fmla="*/ 190749 w 1210316"/>
                    <a:gd name="connsiteY161" fmla="*/ 570094 h 1155243"/>
                    <a:gd name="connsiteX162" fmla="*/ 150810 w 1210316"/>
                    <a:gd name="connsiteY162" fmla="*/ 579933 h 1155243"/>
                    <a:gd name="connsiteX163" fmla="*/ 151467 w 1210316"/>
                    <a:gd name="connsiteY163" fmla="*/ 582086 h 1155243"/>
                    <a:gd name="connsiteX164" fmla="*/ 190987 w 1210316"/>
                    <a:gd name="connsiteY164" fmla="*/ 618424 h 1155243"/>
                    <a:gd name="connsiteX165" fmla="*/ 135265 w 1210316"/>
                    <a:gd name="connsiteY165" fmla="*/ 628272 h 1155243"/>
                    <a:gd name="connsiteX166" fmla="*/ 133313 w 1210316"/>
                    <a:gd name="connsiteY166" fmla="*/ 671459 h 1155243"/>
                    <a:gd name="connsiteX167" fmla="*/ 109243 w 1210316"/>
                    <a:gd name="connsiteY167" fmla="*/ 691776 h 1155243"/>
                    <a:gd name="connsiteX168" fmla="*/ 144771 w 1210316"/>
                    <a:gd name="connsiteY168" fmla="*/ 711311 h 1155243"/>
                    <a:gd name="connsiteX169" fmla="*/ 176452 w 1210316"/>
                    <a:gd name="connsiteY169" fmla="*/ 705996 h 1155243"/>
                    <a:gd name="connsiteX170" fmla="*/ 212208 w 1210316"/>
                    <a:gd name="connsiteY170" fmla="*/ 710711 h 1155243"/>
                    <a:gd name="connsiteX171" fmla="*/ 170613 w 1210316"/>
                    <a:gd name="connsiteY171" fmla="*/ 715331 h 1155243"/>
                    <a:gd name="connsiteX172" fmla="*/ 171622 w 1210316"/>
                    <a:gd name="connsiteY172" fmla="*/ 718036 h 1155243"/>
                    <a:gd name="connsiteX173" fmla="*/ 177147 w 1210316"/>
                    <a:gd name="connsiteY173" fmla="*/ 745182 h 1155243"/>
                    <a:gd name="connsiteX174" fmla="*/ 220514 w 1210316"/>
                    <a:gd name="connsiteY174" fmla="*/ 761280 h 1155243"/>
                    <a:gd name="connsiteX175" fmla="*/ 246108 w 1210316"/>
                    <a:gd name="connsiteY175" fmla="*/ 764642 h 1155243"/>
                    <a:gd name="connsiteX176" fmla="*/ 260462 w 1210316"/>
                    <a:gd name="connsiteY176" fmla="*/ 770947 h 1155243"/>
                    <a:gd name="connsiteX177" fmla="*/ 55036 w 1210316"/>
                    <a:gd name="connsiteY177" fmla="*/ 873751 h 1155243"/>
                    <a:gd name="connsiteX178" fmla="*/ 21908 w 1210316"/>
                    <a:gd name="connsiteY178" fmla="*/ 528403 h 1155243"/>
                    <a:gd name="connsiteX179" fmla="*/ 293533 w 1210316"/>
                    <a:gd name="connsiteY179" fmla="*/ 772338 h 1155243"/>
                    <a:gd name="connsiteX180" fmla="*/ 242926 w 1210316"/>
                    <a:gd name="connsiteY180" fmla="*/ 749354 h 1155243"/>
                    <a:gd name="connsiteX181" fmla="*/ 196702 w 1210316"/>
                    <a:gd name="connsiteY181" fmla="*/ 742258 h 1155243"/>
                    <a:gd name="connsiteX182" fmla="*/ 175356 w 1210316"/>
                    <a:gd name="connsiteY182" fmla="*/ 718922 h 1155243"/>
                    <a:gd name="connsiteX183" fmla="*/ 236707 w 1210316"/>
                    <a:gd name="connsiteY183" fmla="*/ 723227 h 1155243"/>
                    <a:gd name="connsiteX184" fmla="*/ 271521 w 1210316"/>
                    <a:gd name="connsiteY184" fmla="*/ 729390 h 1155243"/>
                    <a:gd name="connsiteX185" fmla="*/ 303124 w 1210316"/>
                    <a:gd name="connsiteY185" fmla="*/ 739267 h 1155243"/>
                    <a:gd name="connsiteX186" fmla="*/ 306801 w 1210316"/>
                    <a:gd name="connsiteY186" fmla="*/ 730542 h 1155243"/>
                    <a:gd name="connsiteX187" fmla="*/ 274559 w 1210316"/>
                    <a:gd name="connsiteY187" fmla="*/ 718379 h 1155243"/>
                    <a:gd name="connsiteX188" fmla="*/ 245041 w 1210316"/>
                    <a:gd name="connsiteY188" fmla="*/ 713083 h 1155243"/>
                    <a:gd name="connsiteX189" fmla="*/ 216590 w 1210316"/>
                    <a:gd name="connsiteY189" fmla="*/ 698443 h 1155243"/>
                    <a:gd name="connsiteX190" fmla="*/ 175823 w 1210316"/>
                    <a:gd name="connsiteY190" fmla="*/ 693566 h 1155243"/>
                    <a:gd name="connsiteX191" fmla="*/ 148781 w 1210316"/>
                    <a:gd name="connsiteY191" fmla="*/ 698796 h 1155243"/>
                    <a:gd name="connsiteX192" fmla="*/ 122654 w 1210316"/>
                    <a:gd name="connsiteY192" fmla="*/ 696938 h 1155243"/>
                    <a:gd name="connsiteX193" fmla="*/ 146857 w 1210316"/>
                    <a:gd name="connsiteY193" fmla="*/ 673507 h 1155243"/>
                    <a:gd name="connsiteX194" fmla="*/ 207798 w 1210316"/>
                    <a:gd name="connsiteY194" fmla="*/ 668916 h 1155243"/>
                    <a:gd name="connsiteX195" fmla="*/ 228296 w 1210316"/>
                    <a:gd name="connsiteY195" fmla="*/ 669316 h 1155243"/>
                    <a:gd name="connsiteX196" fmla="*/ 269215 w 1210316"/>
                    <a:gd name="connsiteY196" fmla="*/ 691680 h 1155243"/>
                    <a:gd name="connsiteX197" fmla="*/ 272835 w 1210316"/>
                    <a:gd name="connsiteY197" fmla="*/ 683108 h 1155243"/>
                    <a:gd name="connsiteX198" fmla="*/ 212342 w 1210316"/>
                    <a:gd name="connsiteY198" fmla="*/ 656257 h 1155243"/>
                    <a:gd name="connsiteX199" fmla="*/ 167546 w 1210316"/>
                    <a:gd name="connsiteY199" fmla="*/ 662191 h 1155243"/>
                    <a:gd name="connsiteX200" fmla="*/ 124797 w 1210316"/>
                    <a:gd name="connsiteY200" fmla="*/ 657086 h 1155243"/>
                    <a:gd name="connsiteX201" fmla="*/ 114129 w 1210316"/>
                    <a:gd name="connsiteY201" fmla="*/ 647456 h 1155243"/>
                    <a:gd name="connsiteX202" fmla="*/ 137428 w 1210316"/>
                    <a:gd name="connsiteY202" fmla="*/ 639026 h 1155243"/>
                    <a:gd name="connsiteX203" fmla="*/ 164841 w 1210316"/>
                    <a:gd name="connsiteY203" fmla="*/ 634188 h 1155243"/>
                    <a:gd name="connsiteX204" fmla="*/ 256719 w 1210316"/>
                    <a:gd name="connsiteY204" fmla="*/ 630616 h 1155243"/>
                    <a:gd name="connsiteX205" fmla="*/ 292504 w 1210316"/>
                    <a:gd name="connsiteY205" fmla="*/ 656190 h 1155243"/>
                    <a:gd name="connsiteX206" fmla="*/ 295952 w 1210316"/>
                    <a:gd name="connsiteY206" fmla="*/ 650285 h 1155243"/>
                    <a:gd name="connsiteX207" fmla="*/ 226705 w 1210316"/>
                    <a:gd name="connsiteY207" fmla="*/ 614890 h 1155243"/>
                    <a:gd name="connsiteX208" fmla="*/ 224153 w 1210316"/>
                    <a:gd name="connsiteY208" fmla="*/ 612747 h 1155243"/>
                    <a:gd name="connsiteX209" fmla="*/ 207684 w 1210316"/>
                    <a:gd name="connsiteY209" fmla="*/ 609642 h 1155243"/>
                    <a:gd name="connsiteX210" fmla="*/ 155211 w 1210316"/>
                    <a:gd name="connsiteY210" fmla="*/ 581067 h 1155243"/>
                    <a:gd name="connsiteX211" fmla="*/ 190749 w 1210316"/>
                    <a:gd name="connsiteY211" fmla="*/ 580362 h 1155243"/>
                    <a:gd name="connsiteX212" fmla="*/ 229830 w 1210316"/>
                    <a:gd name="connsiteY212" fmla="*/ 584048 h 1155243"/>
                    <a:gd name="connsiteX213" fmla="*/ 259062 w 1210316"/>
                    <a:gd name="connsiteY213" fmla="*/ 599526 h 1155243"/>
                    <a:gd name="connsiteX214" fmla="*/ 290380 w 1210316"/>
                    <a:gd name="connsiteY214" fmla="*/ 621996 h 1155243"/>
                    <a:gd name="connsiteX215" fmla="*/ 343644 w 1210316"/>
                    <a:gd name="connsiteY215" fmla="*/ 677164 h 1155243"/>
                    <a:gd name="connsiteX216" fmla="*/ 419472 w 1210316"/>
                    <a:gd name="connsiteY216" fmla="*/ 774386 h 1155243"/>
                    <a:gd name="connsiteX217" fmla="*/ 293533 w 1210316"/>
                    <a:gd name="connsiteY217" fmla="*/ 772338 h 1155243"/>
                    <a:gd name="connsiteX218" fmla="*/ 58180 w 1210316"/>
                    <a:gd name="connsiteY218" fmla="*/ 882047 h 1155243"/>
                    <a:gd name="connsiteX219" fmla="*/ 266644 w 1210316"/>
                    <a:gd name="connsiteY219" fmla="*/ 783301 h 1155243"/>
                    <a:gd name="connsiteX220" fmla="*/ 270559 w 1210316"/>
                    <a:gd name="connsiteY220" fmla="*/ 782092 h 1155243"/>
                    <a:gd name="connsiteX221" fmla="*/ 281465 w 1210316"/>
                    <a:gd name="connsiteY221" fmla="*/ 782720 h 1155243"/>
                    <a:gd name="connsiteX222" fmla="*/ 294923 w 1210316"/>
                    <a:gd name="connsiteY222" fmla="*/ 788321 h 1155243"/>
                    <a:gd name="connsiteX223" fmla="*/ 206808 w 1210316"/>
                    <a:gd name="connsiteY223" fmla="*/ 975668 h 1155243"/>
                    <a:gd name="connsiteX224" fmla="*/ 203322 w 1210316"/>
                    <a:gd name="connsiteY224" fmla="*/ 1031504 h 1155243"/>
                    <a:gd name="connsiteX225" fmla="*/ 58180 w 1210316"/>
                    <a:gd name="connsiteY225" fmla="*/ 882047 h 1155243"/>
                    <a:gd name="connsiteX226" fmla="*/ 275950 w 1210316"/>
                    <a:gd name="connsiteY226" fmla="*/ 1052916 h 1155243"/>
                    <a:gd name="connsiteX227" fmla="*/ 221638 w 1210316"/>
                    <a:gd name="connsiteY227" fmla="*/ 1038524 h 1155243"/>
                    <a:gd name="connsiteX228" fmla="*/ 219276 w 1210316"/>
                    <a:gd name="connsiteY228" fmla="*/ 1011635 h 1155243"/>
                    <a:gd name="connsiteX229" fmla="*/ 222743 w 1210316"/>
                    <a:gd name="connsiteY229" fmla="*/ 977554 h 1155243"/>
                    <a:gd name="connsiteX230" fmla="*/ 311649 w 1210316"/>
                    <a:gd name="connsiteY230" fmla="*/ 784254 h 1155243"/>
                    <a:gd name="connsiteX231" fmla="*/ 383896 w 1210316"/>
                    <a:gd name="connsiteY231" fmla="*/ 785759 h 1155243"/>
                    <a:gd name="connsiteX232" fmla="*/ 635118 w 1210316"/>
                    <a:gd name="connsiteY232" fmla="*/ 806552 h 1155243"/>
                    <a:gd name="connsiteX233" fmla="*/ 780251 w 1210316"/>
                    <a:gd name="connsiteY233" fmla="*/ 786130 h 1155243"/>
                    <a:gd name="connsiteX234" fmla="*/ 820570 w 1210316"/>
                    <a:gd name="connsiteY234" fmla="*/ 775758 h 1155243"/>
                    <a:gd name="connsiteX235" fmla="*/ 830743 w 1210316"/>
                    <a:gd name="connsiteY235" fmla="*/ 782406 h 1155243"/>
                    <a:gd name="connsiteX236" fmla="*/ 861470 w 1210316"/>
                    <a:gd name="connsiteY236" fmla="*/ 841547 h 1155243"/>
                    <a:gd name="connsiteX237" fmla="*/ 860270 w 1210316"/>
                    <a:gd name="connsiteY237" fmla="*/ 845976 h 1155243"/>
                    <a:gd name="connsiteX238" fmla="*/ 835239 w 1210316"/>
                    <a:gd name="connsiteY238" fmla="*/ 903850 h 1155243"/>
                    <a:gd name="connsiteX239" fmla="*/ 275950 w 1210316"/>
                    <a:gd name="connsiteY239" fmla="*/ 1052916 h 1155243"/>
                    <a:gd name="connsiteX240" fmla="*/ 856556 w 1210316"/>
                    <a:gd name="connsiteY240" fmla="*/ 758984 h 1155243"/>
                    <a:gd name="connsiteX241" fmla="*/ 859575 w 1210316"/>
                    <a:gd name="connsiteY241" fmla="*/ 754164 h 1155243"/>
                    <a:gd name="connsiteX242" fmla="*/ 935423 w 1210316"/>
                    <a:gd name="connsiteY242" fmla="*/ 792188 h 1155243"/>
                    <a:gd name="connsiteX243" fmla="*/ 939004 w 1210316"/>
                    <a:gd name="connsiteY243" fmla="*/ 806685 h 1155243"/>
                    <a:gd name="connsiteX244" fmla="*/ 940566 w 1210316"/>
                    <a:gd name="connsiteY244" fmla="*/ 821144 h 1155243"/>
                    <a:gd name="connsiteX245" fmla="*/ 947100 w 1210316"/>
                    <a:gd name="connsiteY245" fmla="*/ 821982 h 1155243"/>
                    <a:gd name="connsiteX246" fmla="*/ 946567 w 1210316"/>
                    <a:gd name="connsiteY246" fmla="*/ 787626 h 1155243"/>
                    <a:gd name="connsiteX247" fmla="*/ 903857 w 1210316"/>
                    <a:gd name="connsiteY247" fmla="*/ 749516 h 1155243"/>
                    <a:gd name="connsiteX248" fmla="*/ 948739 w 1210316"/>
                    <a:gd name="connsiteY248" fmla="*/ 749107 h 1155243"/>
                    <a:gd name="connsiteX249" fmla="*/ 973799 w 1210316"/>
                    <a:gd name="connsiteY249" fmla="*/ 765261 h 1155243"/>
                    <a:gd name="connsiteX250" fmla="*/ 965274 w 1210316"/>
                    <a:gd name="connsiteY250" fmla="*/ 767566 h 1155243"/>
                    <a:gd name="connsiteX251" fmla="*/ 984533 w 1210316"/>
                    <a:gd name="connsiteY251" fmla="*/ 774681 h 1155243"/>
                    <a:gd name="connsiteX252" fmla="*/ 1006127 w 1210316"/>
                    <a:gd name="connsiteY252" fmla="*/ 785035 h 1155243"/>
                    <a:gd name="connsiteX253" fmla="*/ 1014013 w 1210316"/>
                    <a:gd name="connsiteY253" fmla="*/ 815905 h 1155243"/>
                    <a:gd name="connsiteX254" fmla="*/ 1020119 w 1210316"/>
                    <a:gd name="connsiteY254" fmla="*/ 838384 h 1155243"/>
                    <a:gd name="connsiteX255" fmla="*/ 1019624 w 1210316"/>
                    <a:gd name="connsiteY255" fmla="*/ 838623 h 1155243"/>
                    <a:gd name="connsiteX256" fmla="*/ 984857 w 1210316"/>
                    <a:gd name="connsiteY256" fmla="*/ 857549 h 1155243"/>
                    <a:gd name="connsiteX257" fmla="*/ 953482 w 1210316"/>
                    <a:gd name="connsiteY257" fmla="*/ 882114 h 1155243"/>
                    <a:gd name="connsiteX258" fmla="*/ 923964 w 1210316"/>
                    <a:gd name="connsiteY258" fmla="*/ 895258 h 1155243"/>
                    <a:gd name="connsiteX259" fmla="*/ 934337 w 1210316"/>
                    <a:gd name="connsiteY259" fmla="*/ 874036 h 1155243"/>
                    <a:gd name="connsiteX260" fmla="*/ 937356 w 1210316"/>
                    <a:gd name="connsiteY260" fmla="*/ 873179 h 1155243"/>
                    <a:gd name="connsiteX261" fmla="*/ 942157 w 1210316"/>
                    <a:gd name="connsiteY261" fmla="*/ 828574 h 1155243"/>
                    <a:gd name="connsiteX262" fmla="*/ 935565 w 1210316"/>
                    <a:gd name="connsiteY262" fmla="*/ 833660 h 1155243"/>
                    <a:gd name="connsiteX263" fmla="*/ 937299 w 1210316"/>
                    <a:gd name="connsiteY263" fmla="*/ 864121 h 1155243"/>
                    <a:gd name="connsiteX264" fmla="*/ 896303 w 1210316"/>
                    <a:gd name="connsiteY264" fmla="*/ 865197 h 1155243"/>
                    <a:gd name="connsiteX265" fmla="*/ 895818 w 1210316"/>
                    <a:gd name="connsiteY265" fmla="*/ 836051 h 1155243"/>
                    <a:gd name="connsiteX266" fmla="*/ 893998 w 1210316"/>
                    <a:gd name="connsiteY266" fmla="*/ 851881 h 1155243"/>
                    <a:gd name="connsiteX267" fmla="*/ 890598 w 1210316"/>
                    <a:gd name="connsiteY267" fmla="*/ 846290 h 1155243"/>
                    <a:gd name="connsiteX268" fmla="*/ 888969 w 1210316"/>
                    <a:gd name="connsiteY268" fmla="*/ 844290 h 1155243"/>
                    <a:gd name="connsiteX269" fmla="*/ 868967 w 1210316"/>
                    <a:gd name="connsiteY269" fmla="*/ 832993 h 1155243"/>
                    <a:gd name="connsiteX270" fmla="*/ 838563 w 1210316"/>
                    <a:gd name="connsiteY270" fmla="*/ 792350 h 1155243"/>
                    <a:gd name="connsiteX271" fmla="*/ 845840 w 1210316"/>
                    <a:gd name="connsiteY271" fmla="*/ 767623 h 1155243"/>
                    <a:gd name="connsiteX272" fmla="*/ 851822 w 1210316"/>
                    <a:gd name="connsiteY272" fmla="*/ 759870 h 1155243"/>
                    <a:gd name="connsiteX273" fmla="*/ 856556 w 1210316"/>
                    <a:gd name="connsiteY273" fmla="*/ 758984 h 1155243"/>
                    <a:gd name="connsiteX274" fmla="*/ 717138 w 1210316"/>
                    <a:gd name="connsiteY274" fmla="*/ 1046591 h 1155243"/>
                    <a:gd name="connsiteX275" fmla="*/ 716910 w 1210316"/>
                    <a:gd name="connsiteY275" fmla="*/ 1074528 h 1155243"/>
                    <a:gd name="connsiteX276" fmla="*/ 684067 w 1210316"/>
                    <a:gd name="connsiteY276" fmla="*/ 1112771 h 1155243"/>
                    <a:gd name="connsiteX277" fmla="*/ 664493 w 1210316"/>
                    <a:gd name="connsiteY277" fmla="*/ 1133336 h 1155243"/>
                    <a:gd name="connsiteX278" fmla="*/ 640376 w 1210316"/>
                    <a:gd name="connsiteY278" fmla="*/ 1136365 h 1155243"/>
                    <a:gd name="connsiteX279" fmla="*/ 587284 w 1210316"/>
                    <a:gd name="connsiteY279" fmla="*/ 1098627 h 1155243"/>
                    <a:gd name="connsiteX280" fmla="*/ 566862 w 1210316"/>
                    <a:gd name="connsiteY280" fmla="*/ 1083072 h 1155243"/>
                    <a:gd name="connsiteX281" fmla="*/ 566100 w 1210316"/>
                    <a:gd name="connsiteY281" fmla="*/ 1067527 h 1155243"/>
                    <a:gd name="connsiteX282" fmla="*/ 565738 w 1210316"/>
                    <a:gd name="connsiteY282" fmla="*/ 1039876 h 1155243"/>
                    <a:gd name="connsiteX283" fmla="*/ 631918 w 1210316"/>
                    <a:gd name="connsiteY283" fmla="*/ 1016978 h 1155243"/>
                    <a:gd name="connsiteX284" fmla="*/ 637147 w 1210316"/>
                    <a:gd name="connsiteY284" fmla="*/ 1021436 h 1155243"/>
                    <a:gd name="connsiteX285" fmla="*/ 717605 w 1210316"/>
                    <a:gd name="connsiteY285" fmla="*/ 1044001 h 1155243"/>
                    <a:gd name="connsiteX286" fmla="*/ 717138 w 1210316"/>
                    <a:gd name="connsiteY286" fmla="*/ 1046591 h 1155243"/>
                    <a:gd name="connsiteX287" fmla="*/ 935556 w 1210316"/>
                    <a:gd name="connsiteY287" fmla="*/ 1057221 h 1155243"/>
                    <a:gd name="connsiteX288" fmla="*/ 655045 w 1210316"/>
                    <a:gd name="connsiteY288" fmla="*/ 1008168 h 1155243"/>
                    <a:gd name="connsiteX289" fmla="*/ 847783 w 1210316"/>
                    <a:gd name="connsiteY289" fmla="*/ 917794 h 1155243"/>
                    <a:gd name="connsiteX290" fmla="*/ 850860 w 1210316"/>
                    <a:gd name="connsiteY290" fmla="*/ 914851 h 1155243"/>
                    <a:gd name="connsiteX291" fmla="*/ 885283 w 1210316"/>
                    <a:gd name="connsiteY291" fmla="*/ 913175 h 1155243"/>
                    <a:gd name="connsiteX292" fmla="*/ 935280 w 1210316"/>
                    <a:gd name="connsiteY292" fmla="*/ 939159 h 1155243"/>
                    <a:gd name="connsiteX293" fmla="*/ 1061743 w 1210316"/>
                    <a:gd name="connsiteY293" fmla="*/ 1052821 h 1155243"/>
                    <a:gd name="connsiteX294" fmla="*/ 935556 w 1210316"/>
                    <a:gd name="connsiteY294" fmla="*/ 1057221 h 1155243"/>
                    <a:gd name="connsiteX295" fmla="*/ 1132219 w 1210316"/>
                    <a:gd name="connsiteY295" fmla="*/ 1019464 h 1155243"/>
                    <a:gd name="connsiteX296" fmla="*/ 1078945 w 1210316"/>
                    <a:gd name="connsiteY296" fmla="*/ 1048011 h 1155243"/>
                    <a:gd name="connsiteX297" fmla="*/ 900923 w 1210316"/>
                    <a:gd name="connsiteY297" fmla="*/ 909508 h 1155243"/>
                    <a:gd name="connsiteX298" fmla="*/ 1007603 w 1210316"/>
                    <a:gd name="connsiteY298" fmla="*/ 854701 h 1155243"/>
                    <a:gd name="connsiteX299" fmla="*/ 1040512 w 1210316"/>
                    <a:gd name="connsiteY299" fmla="*/ 860330 h 1155243"/>
                    <a:gd name="connsiteX300" fmla="*/ 1141572 w 1210316"/>
                    <a:gd name="connsiteY300" fmla="*/ 932482 h 1155243"/>
                    <a:gd name="connsiteX301" fmla="*/ 1168242 w 1210316"/>
                    <a:gd name="connsiteY301" fmla="*/ 974830 h 1155243"/>
                    <a:gd name="connsiteX302" fmla="*/ 1132219 w 1210316"/>
                    <a:gd name="connsiteY302" fmla="*/ 1019464 h 1155243"/>
                    <a:gd name="connsiteX303" fmla="*/ 1177977 w 1210316"/>
                    <a:gd name="connsiteY303" fmla="*/ 953075 h 1155243"/>
                    <a:gd name="connsiteX304" fmla="*/ 1116645 w 1210316"/>
                    <a:gd name="connsiteY304" fmla="*/ 881504 h 1155243"/>
                    <a:gd name="connsiteX305" fmla="*/ 1031301 w 1210316"/>
                    <a:gd name="connsiteY305" fmla="*/ 845557 h 1155243"/>
                    <a:gd name="connsiteX306" fmla="*/ 1023710 w 1210316"/>
                    <a:gd name="connsiteY306" fmla="*/ 810514 h 1155243"/>
                    <a:gd name="connsiteX307" fmla="*/ 1012956 w 1210316"/>
                    <a:gd name="connsiteY307" fmla="*/ 778225 h 1155243"/>
                    <a:gd name="connsiteX308" fmla="*/ 986553 w 1210316"/>
                    <a:gd name="connsiteY308" fmla="*/ 766852 h 1155243"/>
                    <a:gd name="connsiteX309" fmla="*/ 985876 w 1210316"/>
                    <a:gd name="connsiteY309" fmla="*/ 764804 h 1155243"/>
                    <a:gd name="connsiteX310" fmla="*/ 962331 w 1210316"/>
                    <a:gd name="connsiteY310" fmla="*/ 742696 h 1155243"/>
                    <a:gd name="connsiteX311" fmla="*/ 889312 w 1210316"/>
                    <a:gd name="connsiteY311" fmla="*/ 457213 h 1155243"/>
                    <a:gd name="connsiteX312" fmla="*/ 884740 w 1210316"/>
                    <a:gd name="connsiteY312" fmla="*/ 458470 h 1155243"/>
                    <a:gd name="connsiteX313" fmla="*/ 950739 w 1210316"/>
                    <a:gd name="connsiteY313" fmla="*/ 710883 h 1155243"/>
                    <a:gd name="connsiteX314" fmla="*/ 952749 w 1210316"/>
                    <a:gd name="connsiteY314" fmla="*/ 740210 h 1155243"/>
                    <a:gd name="connsiteX315" fmla="*/ 920640 w 1210316"/>
                    <a:gd name="connsiteY315" fmla="*/ 740515 h 1155243"/>
                    <a:gd name="connsiteX316" fmla="*/ 893141 w 1210316"/>
                    <a:gd name="connsiteY316" fmla="*/ 746059 h 1155243"/>
                    <a:gd name="connsiteX317" fmla="*/ 856584 w 1210316"/>
                    <a:gd name="connsiteY317" fmla="*/ 750678 h 1155243"/>
                    <a:gd name="connsiteX318" fmla="*/ 791852 w 1210316"/>
                    <a:gd name="connsiteY318" fmla="*/ 768452 h 1155243"/>
                    <a:gd name="connsiteX319" fmla="*/ 732550 w 1210316"/>
                    <a:gd name="connsiteY319" fmla="*/ 779349 h 1155243"/>
                    <a:gd name="connsiteX320" fmla="*/ 709766 w 1210316"/>
                    <a:gd name="connsiteY320" fmla="*/ 628920 h 1155243"/>
                    <a:gd name="connsiteX321" fmla="*/ 668865 w 1210316"/>
                    <a:gd name="connsiteY321" fmla="*/ 449964 h 1155243"/>
                    <a:gd name="connsiteX322" fmla="*/ 651435 w 1210316"/>
                    <a:gd name="connsiteY322" fmla="*/ 406111 h 1155243"/>
                    <a:gd name="connsiteX323" fmla="*/ 640748 w 1210316"/>
                    <a:gd name="connsiteY323" fmla="*/ 370612 h 1155243"/>
                    <a:gd name="connsiteX324" fmla="*/ 631889 w 1210316"/>
                    <a:gd name="connsiteY324" fmla="*/ 320567 h 1155243"/>
                    <a:gd name="connsiteX325" fmla="*/ 646806 w 1210316"/>
                    <a:gd name="connsiteY325" fmla="*/ 302937 h 1155243"/>
                    <a:gd name="connsiteX326" fmla="*/ 668142 w 1210316"/>
                    <a:gd name="connsiteY326" fmla="*/ 283667 h 1155243"/>
                    <a:gd name="connsiteX327" fmla="*/ 702689 w 1210316"/>
                    <a:gd name="connsiteY327" fmla="*/ 289135 h 1155243"/>
                    <a:gd name="connsiteX328" fmla="*/ 721805 w 1210316"/>
                    <a:gd name="connsiteY328" fmla="*/ 238471 h 1155243"/>
                    <a:gd name="connsiteX329" fmla="*/ 719072 w 1210316"/>
                    <a:gd name="connsiteY329" fmla="*/ 210754 h 1155243"/>
                    <a:gd name="connsiteX330" fmla="*/ 751266 w 1210316"/>
                    <a:gd name="connsiteY330" fmla="*/ 221022 h 1155243"/>
                    <a:gd name="connsiteX331" fmla="*/ 935908 w 1210316"/>
                    <a:gd name="connsiteY331" fmla="*/ 289078 h 1155243"/>
                    <a:gd name="connsiteX332" fmla="*/ 999116 w 1210316"/>
                    <a:gd name="connsiteY332" fmla="*/ 379546 h 1155243"/>
                    <a:gd name="connsiteX333" fmla="*/ 1167128 w 1210316"/>
                    <a:gd name="connsiteY333" fmla="*/ 749669 h 1155243"/>
                    <a:gd name="connsiteX334" fmla="*/ 1177977 w 1210316"/>
                    <a:gd name="connsiteY334" fmla="*/ 953075 h 11552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</a:cxnLst>
                  <a:rect l="l" t="t" r="r" b="b"/>
                  <a:pathLst>
                    <a:path w="1210316" h="1155243">
                      <a:moveTo>
                        <a:pt x="1193874" y="771338"/>
                      </a:moveTo>
                      <a:cubicBezTo>
                        <a:pt x="1151173" y="643989"/>
                        <a:pt x="1095709" y="520573"/>
                        <a:pt x="1032844" y="401968"/>
                      </a:cubicBezTo>
                      <a:cubicBezTo>
                        <a:pt x="1004812" y="352428"/>
                        <a:pt x="976713" y="300451"/>
                        <a:pt x="933984" y="261912"/>
                      </a:cubicBezTo>
                      <a:cubicBezTo>
                        <a:pt x="883902" y="224498"/>
                        <a:pt x="814617" y="212697"/>
                        <a:pt x="754000" y="203029"/>
                      </a:cubicBezTo>
                      <a:cubicBezTo>
                        <a:pt x="743475" y="201591"/>
                        <a:pt x="732083" y="195266"/>
                        <a:pt x="720843" y="192104"/>
                      </a:cubicBezTo>
                      <a:cubicBezTo>
                        <a:pt x="716967" y="191008"/>
                        <a:pt x="713852" y="192342"/>
                        <a:pt x="711861" y="194704"/>
                      </a:cubicBezTo>
                      <a:cubicBezTo>
                        <a:pt x="706403" y="183407"/>
                        <a:pt x="700488" y="172330"/>
                        <a:pt x="695478" y="160824"/>
                      </a:cubicBezTo>
                      <a:cubicBezTo>
                        <a:pt x="693964" y="157347"/>
                        <a:pt x="688954" y="158099"/>
                        <a:pt x="687239" y="160824"/>
                      </a:cubicBezTo>
                      <a:cubicBezTo>
                        <a:pt x="684991" y="164376"/>
                        <a:pt x="682477" y="167739"/>
                        <a:pt x="679752" y="170939"/>
                      </a:cubicBezTo>
                      <a:cubicBezTo>
                        <a:pt x="679438" y="162329"/>
                        <a:pt x="678867" y="153851"/>
                        <a:pt x="679876" y="145088"/>
                      </a:cubicBezTo>
                      <a:cubicBezTo>
                        <a:pt x="680981" y="135497"/>
                        <a:pt x="684048" y="126429"/>
                        <a:pt x="687477" y="117466"/>
                      </a:cubicBezTo>
                      <a:cubicBezTo>
                        <a:pt x="689287" y="112741"/>
                        <a:pt x="683096" y="108550"/>
                        <a:pt x="679095" y="111027"/>
                      </a:cubicBezTo>
                      <a:cubicBezTo>
                        <a:pt x="669094" y="117228"/>
                        <a:pt x="664474" y="129553"/>
                        <a:pt x="661522" y="140421"/>
                      </a:cubicBezTo>
                      <a:cubicBezTo>
                        <a:pt x="658455" y="152080"/>
                        <a:pt x="653721" y="177578"/>
                        <a:pt x="663989" y="186332"/>
                      </a:cubicBezTo>
                      <a:cubicBezTo>
                        <a:pt x="656988" y="192227"/>
                        <a:pt x="649549" y="197657"/>
                        <a:pt x="642291" y="202943"/>
                      </a:cubicBezTo>
                      <a:cubicBezTo>
                        <a:pt x="640290" y="204553"/>
                        <a:pt x="637100" y="205944"/>
                        <a:pt x="636185" y="208430"/>
                      </a:cubicBezTo>
                      <a:cubicBezTo>
                        <a:pt x="617783" y="226889"/>
                        <a:pt x="604315" y="250616"/>
                        <a:pt x="589570" y="272085"/>
                      </a:cubicBezTo>
                      <a:cubicBezTo>
                        <a:pt x="568805" y="249625"/>
                        <a:pt x="552222" y="223327"/>
                        <a:pt x="527819" y="204458"/>
                      </a:cubicBezTo>
                      <a:cubicBezTo>
                        <a:pt x="526933" y="202934"/>
                        <a:pt x="525295" y="201772"/>
                        <a:pt x="523523" y="201333"/>
                      </a:cubicBezTo>
                      <a:cubicBezTo>
                        <a:pt x="486128" y="174473"/>
                        <a:pt x="439313" y="162529"/>
                        <a:pt x="404194" y="132277"/>
                      </a:cubicBezTo>
                      <a:cubicBezTo>
                        <a:pt x="419587" y="120695"/>
                        <a:pt x="416091" y="-8483"/>
                        <a:pt x="387211" y="442"/>
                      </a:cubicBezTo>
                      <a:cubicBezTo>
                        <a:pt x="380106" y="2470"/>
                        <a:pt x="377648" y="9929"/>
                        <a:pt x="380810" y="16177"/>
                      </a:cubicBezTo>
                      <a:cubicBezTo>
                        <a:pt x="395812" y="48543"/>
                        <a:pt x="391145" y="85005"/>
                        <a:pt x="391078" y="119523"/>
                      </a:cubicBezTo>
                      <a:cubicBezTo>
                        <a:pt x="389011" y="117256"/>
                        <a:pt x="386992" y="114923"/>
                        <a:pt x="385059" y="112503"/>
                      </a:cubicBezTo>
                      <a:cubicBezTo>
                        <a:pt x="384249" y="110855"/>
                        <a:pt x="382401" y="110036"/>
                        <a:pt x="380658" y="110436"/>
                      </a:cubicBezTo>
                      <a:cubicBezTo>
                        <a:pt x="370714" y="112132"/>
                        <a:pt x="361475" y="123095"/>
                        <a:pt x="355036" y="130401"/>
                      </a:cubicBezTo>
                      <a:cubicBezTo>
                        <a:pt x="343349" y="144041"/>
                        <a:pt x="333214" y="158871"/>
                        <a:pt x="327785" y="176330"/>
                      </a:cubicBezTo>
                      <a:cubicBezTo>
                        <a:pt x="225696" y="198276"/>
                        <a:pt x="110100" y="236004"/>
                        <a:pt x="54512" y="331150"/>
                      </a:cubicBezTo>
                      <a:cubicBezTo>
                        <a:pt x="29176" y="377508"/>
                        <a:pt x="16593" y="430495"/>
                        <a:pt x="8983" y="482397"/>
                      </a:cubicBezTo>
                      <a:cubicBezTo>
                        <a:pt x="-10467" y="628949"/>
                        <a:pt x="-6162" y="875389"/>
                        <a:pt x="102452" y="986155"/>
                      </a:cubicBezTo>
                      <a:cubicBezTo>
                        <a:pt x="97508" y="992061"/>
                        <a:pt x="98556" y="1004091"/>
                        <a:pt x="98356" y="1010892"/>
                      </a:cubicBezTo>
                      <a:cubicBezTo>
                        <a:pt x="97870" y="1047963"/>
                        <a:pt x="100585" y="1085301"/>
                        <a:pt x="108310" y="1121610"/>
                      </a:cubicBezTo>
                      <a:cubicBezTo>
                        <a:pt x="110891" y="1133812"/>
                        <a:pt x="129522" y="1128640"/>
                        <a:pt x="126988" y="1116457"/>
                      </a:cubicBezTo>
                      <a:cubicBezTo>
                        <a:pt x="118682" y="1077691"/>
                        <a:pt x="118320" y="1038467"/>
                        <a:pt x="115949" y="999014"/>
                      </a:cubicBezTo>
                      <a:cubicBezTo>
                        <a:pt x="235230" y="1101989"/>
                        <a:pt x="412224" y="1088521"/>
                        <a:pt x="553670" y="1043629"/>
                      </a:cubicBezTo>
                      <a:cubicBezTo>
                        <a:pt x="552432" y="1050363"/>
                        <a:pt x="552222" y="1057269"/>
                        <a:pt x="551641" y="1064089"/>
                      </a:cubicBezTo>
                      <a:cubicBezTo>
                        <a:pt x="551622" y="1064356"/>
                        <a:pt x="551375" y="1067404"/>
                        <a:pt x="551317" y="1067994"/>
                      </a:cubicBezTo>
                      <a:cubicBezTo>
                        <a:pt x="549784" y="1085634"/>
                        <a:pt x="550413" y="1092264"/>
                        <a:pt x="566805" y="1102799"/>
                      </a:cubicBezTo>
                      <a:cubicBezTo>
                        <a:pt x="586427" y="1117429"/>
                        <a:pt x="605086" y="1134488"/>
                        <a:pt x="626355" y="1146718"/>
                      </a:cubicBezTo>
                      <a:cubicBezTo>
                        <a:pt x="635880" y="1152195"/>
                        <a:pt x="646282" y="1157034"/>
                        <a:pt x="657483" y="1154595"/>
                      </a:cubicBezTo>
                      <a:cubicBezTo>
                        <a:pt x="667951" y="1152309"/>
                        <a:pt x="676362" y="1144480"/>
                        <a:pt x="683467" y="1136908"/>
                      </a:cubicBezTo>
                      <a:cubicBezTo>
                        <a:pt x="698964" y="1120391"/>
                        <a:pt x="714890" y="1103761"/>
                        <a:pt x="727863" y="1085130"/>
                      </a:cubicBezTo>
                      <a:cubicBezTo>
                        <a:pt x="732731" y="1078138"/>
                        <a:pt x="732130" y="1073309"/>
                        <a:pt x="732054" y="1065156"/>
                      </a:cubicBezTo>
                      <a:cubicBezTo>
                        <a:pt x="732007" y="1059107"/>
                        <a:pt x="731902" y="1053059"/>
                        <a:pt x="731902" y="1047011"/>
                      </a:cubicBezTo>
                      <a:cubicBezTo>
                        <a:pt x="792281" y="1058984"/>
                        <a:pt x="853574" y="1065861"/>
                        <a:pt x="914801" y="1073538"/>
                      </a:cubicBezTo>
                      <a:cubicBezTo>
                        <a:pt x="914658" y="1084682"/>
                        <a:pt x="917354" y="1093502"/>
                        <a:pt x="917839" y="1104075"/>
                      </a:cubicBezTo>
                      <a:cubicBezTo>
                        <a:pt x="918297" y="1109647"/>
                        <a:pt x="917678" y="1114200"/>
                        <a:pt x="920659" y="1119143"/>
                      </a:cubicBezTo>
                      <a:cubicBezTo>
                        <a:pt x="924078" y="1124811"/>
                        <a:pt x="931413" y="1124144"/>
                        <a:pt x="934965" y="1119143"/>
                      </a:cubicBezTo>
                      <a:cubicBezTo>
                        <a:pt x="942452" y="1108171"/>
                        <a:pt x="933622" y="1087768"/>
                        <a:pt x="930403" y="1075205"/>
                      </a:cubicBezTo>
                      <a:cubicBezTo>
                        <a:pt x="1016280" y="1084606"/>
                        <a:pt x="1119207" y="1078615"/>
                        <a:pt x="1173090" y="1002005"/>
                      </a:cubicBezTo>
                      <a:cubicBezTo>
                        <a:pt x="1218467" y="934892"/>
                        <a:pt x="1218487" y="846195"/>
                        <a:pt x="1193874" y="771338"/>
                      </a:cubicBezTo>
                      <a:close/>
                      <a:moveTo>
                        <a:pt x="690411" y="172739"/>
                      </a:moveTo>
                      <a:cubicBezTo>
                        <a:pt x="696964" y="188475"/>
                        <a:pt x="714928" y="216659"/>
                        <a:pt x="711747" y="232985"/>
                      </a:cubicBezTo>
                      <a:cubicBezTo>
                        <a:pt x="708813" y="246634"/>
                        <a:pt x="702251" y="260379"/>
                        <a:pt x="696888" y="273190"/>
                      </a:cubicBezTo>
                      <a:cubicBezTo>
                        <a:pt x="694135" y="279772"/>
                        <a:pt x="691316" y="286468"/>
                        <a:pt x="687734" y="292669"/>
                      </a:cubicBezTo>
                      <a:cubicBezTo>
                        <a:pt x="671256" y="267161"/>
                        <a:pt x="660722" y="238357"/>
                        <a:pt x="646815" y="211563"/>
                      </a:cubicBezTo>
                      <a:cubicBezTo>
                        <a:pt x="647910" y="210592"/>
                        <a:pt x="649282" y="209325"/>
                        <a:pt x="649377" y="207953"/>
                      </a:cubicBezTo>
                      <a:cubicBezTo>
                        <a:pt x="664455" y="198219"/>
                        <a:pt x="679362" y="186855"/>
                        <a:pt x="690411" y="172739"/>
                      </a:cubicBezTo>
                      <a:close/>
                      <a:moveTo>
                        <a:pt x="624860" y="340151"/>
                      </a:moveTo>
                      <a:cubicBezTo>
                        <a:pt x="613459" y="324587"/>
                        <a:pt x="600324" y="310338"/>
                        <a:pt x="586484" y="296955"/>
                      </a:cubicBezTo>
                      <a:cubicBezTo>
                        <a:pt x="597247" y="294707"/>
                        <a:pt x="607791" y="286401"/>
                        <a:pt x="615964" y="280677"/>
                      </a:cubicBezTo>
                      <a:cubicBezTo>
                        <a:pt x="620650" y="277400"/>
                        <a:pt x="629041" y="269828"/>
                        <a:pt x="635337" y="270752"/>
                      </a:cubicBezTo>
                      <a:cubicBezTo>
                        <a:pt x="642710" y="271828"/>
                        <a:pt x="642757" y="282782"/>
                        <a:pt x="642329" y="288306"/>
                      </a:cubicBezTo>
                      <a:cubicBezTo>
                        <a:pt x="641843" y="294545"/>
                        <a:pt x="639748" y="299489"/>
                        <a:pt x="635395" y="304165"/>
                      </a:cubicBezTo>
                      <a:cubicBezTo>
                        <a:pt x="623717" y="315481"/>
                        <a:pt x="618040" y="323739"/>
                        <a:pt x="624860" y="340151"/>
                      </a:cubicBezTo>
                      <a:close/>
                      <a:moveTo>
                        <a:pt x="513856" y="291773"/>
                      </a:moveTo>
                      <a:cubicBezTo>
                        <a:pt x="513627" y="290764"/>
                        <a:pt x="513075" y="289792"/>
                        <a:pt x="512084" y="289030"/>
                      </a:cubicBezTo>
                      <a:cubicBezTo>
                        <a:pt x="504397" y="283163"/>
                        <a:pt x="496263" y="278057"/>
                        <a:pt x="487681" y="273704"/>
                      </a:cubicBezTo>
                      <a:cubicBezTo>
                        <a:pt x="494529" y="263351"/>
                        <a:pt x="501235" y="253064"/>
                        <a:pt x="508341" y="242862"/>
                      </a:cubicBezTo>
                      <a:cubicBezTo>
                        <a:pt x="515913" y="251387"/>
                        <a:pt x="524352" y="258960"/>
                        <a:pt x="533715" y="265618"/>
                      </a:cubicBezTo>
                      <a:cubicBezTo>
                        <a:pt x="527086" y="274333"/>
                        <a:pt x="520475" y="283048"/>
                        <a:pt x="513856" y="291773"/>
                      </a:cubicBezTo>
                      <a:close/>
                      <a:moveTo>
                        <a:pt x="541459" y="274771"/>
                      </a:moveTo>
                      <a:cubicBezTo>
                        <a:pt x="572111" y="296717"/>
                        <a:pt x="600857" y="324787"/>
                        <a:pt x="621279" y="356372"/>
                      </a:cubicBezTo>
                      <a:cubicBezTo>
                        <a:pt x="602705" y="354781"/>
                        <a:pt x="584569" y="358848"/>
                        <a:pt x="571910" y="372355"/>
                      </a:cubicBezTo>
                      <a:cubicBezTo>
                        <a:pt x="567586" y="358515"/>
                        <a:pt x="557375" y="346371"/>
                        <a:pt x="548793" y="334998"/>
                      </a:cubicBezTo>
                      <a:cubicBezTo>
                        <a:pt x="539868" y="323177"/>
                        <a:pt x="530315" y="311766"/>
                        <a:pt x="521838" y="299612"/>
                      </a:cubicBezTo>
                      <a:cubicBezTo>
                        <a:pt x="528381" y="291335"/>
                        <a:pt x="534915" y="283058"/>
                        <a:pt x="541459" y="274771"/>
                      </a:cubicBezTo>
                      <a:close/>
                      <a:moveTo>
                        <a:pt x="584588" y="719893"/>
                      </a:moveTo>
                      <a:cubicBezTo>
                        <a:pt x="584722" y="716626"/>
                        <a:pt x="584836" y="713350"/>
                        <a:pt x="584950" y="710083"/>
                      </a:cubicBezTo>
                      <a:cubicBezTo>
                        <a:pt x="611153" y="737943"/>
                        <a:pt x="638728" y="764537"/>
                        <a:pt x="669275" y="787892"/>
                      </a:cubicBezTo>
                      <a:cubicBezTo>
                        <a:pt x="639633" y="791179"/>
                        <a:pt x="609563" y="793322"/>
                        <a:pt x="579959" y="791960"/>
                      </a:cubicBezTo>
                      <a:cubicBezTo>
                        <a:pt x="583760" y="768338"/>
                        <a:pt x="583607" y="743620"/>
                        <a:pt x="584588" y="719893"/>
                      </a:cubicBezTo>
                      <a:close/>
                      <a:moveTo>
                        <a:pt x="693221" y="785140"/>
                      </a:moveTo>
                      <a:cubicBezTo>
                        <a:pt x="653387" y="761699"/>
                        <a:pt x="623088" y="725046"/>
                        <a:pt x="585388" y="698596"/>
                      </a:cubicBezTo>
                      <a:cubicBezTo>
                        <a:pt x="586931" y="652476"/>
                        <a:pt x="586979" y="606308"/>
                        <a:pt x="585598" y="560178"/>
                      </a:cubicBezTo>
                      <a:cubicBezTo>
                        <a:pt x="597380" y="585124"/>
                        <a:pt x="613687" y="607794"/>
                        <a:pt x="630756" y="629816"/>
                      </a:cubicBezTo>
                      <a:cubicBezTo>
                        <a:pt x="657007" y="662420"/>
                        <a:pt x="682067" y="697233"/>
                        <a:pt x="710452" y="727713"/>
                      </a:cubicBezTo>
                      <a:cubicBezTo>
                        <a:pt x="712833" y="745763"/>
                        <a:pt x="713671" y="763947"/>
                        <a:pt x="715586" y="782082"/>
                      </a:cubicBezTo>
                      <a:cubicBezTo>
                        <a:pt x="708137" y="783197"/>
                        <a:pt x="700689" y="784206"/>
                        <a:pt x="693221" y="785140"/>
                      </a:cubicBezTo>
                      <a:close/>
                      <a:moveTo>
                        <a:pt x="644405" y="623367"/>
                      </a:moveTo>
                      <a:cubicBezTo>
                        <a:pt x="622755" y="596040"/>
                        <a:pt x="602724" y="567179"/>
                        <a:pt x="584779" y="537214"/>
                      </a:cubicBezTo>
                      <a:cubicBezTo>
                        <a:pt x="583131" y="495742"/>
                        <a:pt x="580188" y="454346"/>
                        <a:pt x="575263" y="413131"/>
                      </a:cubicBezTo>
                      <a:cubicBezTo>
                        <a:pt x="601038" y="468100"/>
                        <a:pt x="640119" y="514849"/>
                        <a:pt x="673971" y="564788"/>
                      </a:cubicBezTo>
                      <a:cubicBezTo>
                        <a:pt x="677552" y="570180"/>
                        <a:pt x="680915" y="578123"/>
                        <a:pt x="686334" y="582410"/>
                      </a:cubicBezTo>
                      <a:cubicBezTo>
                        <a:pt x="692287" y="621195"/>
                        <a:pt x="699545" y="659781"/>
                        <a:pt x="705927" y="698500"/>
                      </a:cubicBezTo>
                      <a:cubicBezTo>
                        <a:pt x="686696" y="672554"/>
                        <a:pt x="664370" y="648570"/>
                        <a:pt x="644405" y="623367"/>
                      </a:cubicBezTo>
                      <a:close/>
                      <a:moveTo>
                        <a:pt x="671932" y="533775"/>
                      </a:moveTo>
                      <a:cubicBezTo>
                        <a:pt x="646453" y="498456"/>
                        <a:pt x="619326" y="464176"/>
                        <a:pt x="597599" y="426333"/>
                      </a:cubicBezTo>
                      <a:cubicBezTo>
                        <a:pt x="588417" y="410464"/>
                        <a:pt x="581312" y="393738"/>
                        <a:pt x="573234" y="377413"/>
                      </a:cubicBezTo>
                      <a:cubicBezTo>
                        <a:pt x="588589" y="371688"/>
                        <a:pt x="604819" y="363592"/>
                        <a:pt x="621593" y="367659"/>
                      </a:cubicBezTo>
                      <a:cubicBezTo>
                        <a:pt x="626317" y="368811"/>
                        <a:pt x="630423" y="372107"/>
                        <a:pt x="635252" y="371774"/>
                      </a:cubicBezTo>
                      <a:cubicBezTo>
                        <a:pt x="632356" y="380661"/>
                        <a:pt x="635899" y="390757"/>
                        <a:pt x="638681" y="399206"/>
                      </a:cubicBezTo>
                      <a:cubicBezTo>
                        <a:pt x="642529" y="410941"/>
                        <a:pt x="646405" y="422647"/>
                        <a:pt x="650511" y="434286"/>
                      </a:cubicBezTo>
                      <a:cubicBezTo>
                        <a:pt x="663350" y="470567"/>
                        <a:pt x="673295" y="507305"/>
                        <a:pt x="680038" y="545214"/>
                      </a:cubicBezTo>
                      <a:cubicBezTo>
                        <a:pt x="677371" y="541385"/>
                        <a:pt x="674657" y="537575"/>
                        <a:pt x="671932" y="533775"/>
                      </a:cubicBezTo>
                      <a:close/>
                      <a:moveTo>
                        <a:pt x="650901" y="282344"/>
                      </a:moveTo>
                      <a:cubicBezTo>
                        <a:pt x="650187" y="269990"/>
                        <a:pt x="642776" y="261893"/>
                        <a:pt x="632547" y="262636"/>
                      </a:cubicBezTo>
                      <a:cubicBezTo>
                        <a:pt x="637290" y="256426"/>
                        <a:pt x="645443" y="252949"/>
                        <a:pt x="649225" y="245853"/>
                      </a:cubicBezTo>
                      <a:cubicBezTo>
                        <a:pt x="653759" y="254845"/>
                        <a:pt x="657969" y="263532"/>
                        <a:pt x="662417" y="272628"/>
                      </a:cubicBezTo>
                      <a:cubicBezTo>
                        <a:pt x="660493" y="279934"/>
                        <a:pt x="656826" y="286668"/>
                        <a:pt x="650625" y="290859"/>
                      </a:cubicBezTo>
                      <a:cubicBezTo>
                        <a:pt x="650958" y="287992"/>
                        <a:pt x="651063" y="285087"/>
                        <a:pt x="650901" y="282344"/>
                      </a:cubicBezTo>
                      <a:close/>
                      <a:moveTo>
                        <a:pt x="549346" y="240434"/>
                      </a:moveTo>
                      <a:cubicBezTo>
                        <a:pt x="555461" y="248511"/>
                        <a:pt x="561300" y="256807"/>
                        <a:pt x="567577" y="264760"/>
                      </a:cubicBezTo>
                      <a:cubicBezTo>
                        <a:pt x="572568" y="271085"/>
                        <a:pt x="578006" y="280153"/>
                        <a:pt x="585446" y="283734"/>
                      </a:cubicBezTo>
                      <a:cubicBezTo>
                        <a:pt x="589560" y="285715"/>
                        <a:pt x="593885" y="282363"/>
                        <a:pt x="593094" y="278257"/>
                      </a:cubicBezTo>
                      <a:cubicBezTo>
                        <a:pt x="610477" y="260379"/>
                        <a:pt x="622288" y="237757"/>
                        <a:pt x="639024" y="219402"/>
                      </a:cubicBezTo>
                      <a:cubicBezTo>
                        <a:pt x="640386" y="225451"/>
                        <a:pt x="642567" y="231347"/>
                        <a:pt x="645120" y="237119"/>
                      </a:cubicBezTo>
                      <a:cubicBezTo>
                        <a:pt x="643958" y="237271"/>
                        <a:pt x="642891" y="237967"/>
                        <a:pt x="642243" y="239452"/>
                      </a:cubicBezTo>
                      <a:cubicBezTo>
                        <a:pt x="637766" y="250149"/>
                        <a:pt x="622288" y="253273"/>
                        <a:pt x="621783" y="266256"/>
                      </a:cubicBezTo>
                      <a:cubicBezTo>
                        <a:pt x="606801" y="274266"/>
                        <a:pt x="595171" y="285801"/>
                        <a:pt x="578292" y="289240"/>
                      </a:cubicBezTo>
                      <a:cubicBezTo>
                        <a:pt x="566862" y="279038"/>
                        <a:pt x="555108" y="268780"/>
                        <a:pt x="542002" y="260941"/>
                      </a:cubicBezTo>
                      <a:cubicBezTo>
                        <a:pt x="541669" y="260341"/>
                        <a:pt x="541192" y="259779"/>
                        <a:pt x="540516" y="259322"/>
                      </a:cubicBezTo>
                      <a:cubicBezTo>
                        <a:pt x="530496" y="252464"/>
                        <a:pt x="521437" y="244348"/>
                        <a:pt x="513551" y="235147"/>
                      </a:cubicBezTo>
                      <a:cubicBezTo>
                        <a:pt x="517751" y="228804"/>
                        <a:pt x="521742" y="222327"/>
                        <a:pt x="525076" y="215554"/>
                      </a:cubicBezTo>
                      <a:cubicBezTo>
                        <a:pt x="533925" y="222755"/>
                        <a:pt x="542107" y="230880"/>
                        <a:pt x="549346" y="240434"/>
                      </a:cubicBezTo>
                      <a:close/>
                      <a:moveTo>
                        <a:pt x="351673" y="165081"/>
                      </a:moveTo>
                      <a:cubicBezTo>
                        <a:pt x="356712" y="155566"/>
                        <a:pt x="363094" y="147050"/>
                        <a:pt x="369504" y="138449"/>
                      </a:cubicBezTo>
                      <a:cubicBezTo>
                        <a:pt x="373419" y="133201"/>
                        <a:pt x="379048" y="127743"/>
                        <a:pt x="382573" y="121704"/>
                      </a:cubicBezTo>
                      <a:cubicBezTo>
                        <a:pt x="415186" y="164443"/>
                        <a:pt x="472288" y="177464"/>
                        <a:pt x="514437" y="207544"/>
                      </a:cubicBezTo>
                      <a:cubicBezTo>
                        <a:pt x="494977" y="234357"/>
                        <a:pt x="476565" y="262322"/>
                        <a:pt x="457925" y="289773"/>
                      </a:cubicBezTo>
                      <a:cubicBezTo>
                        <a:pt x="413043" y="268589"/>
                        <a:pt x="383344" y="227232"/>
                        <a:pt x="350226" y="191799"/>
                      </a:cubicBezTo>
                      <a:cubicBezTo>
                        <a:pt x="348511" y="189970"/>
                        <a:pt x="345701" y="188008"/>
                        <a:pt x="344701" y="185541"/>
                      </a:cubicBezTo>
                      <a:cubicBezTo>
                        <a:pt x="344396" y="184798"/>
                        <a:pt x="344396" y="184084"/>
                        <a:pt x="344606" y="183160"/>
                      </a:cubicBezTo>
                      <a:cubicBezTo>
                        <a:pt x="345768" y="176997"/>
                        <a:pt x="348797" y="170701"/>
                        <a:pt x="351673" y="165081"/>
                      </a:cubicBezTo>
                      <a:close/>
                      <a:moveTo>
                        <a:pt x="21908" y="528403"/>
                      </a:moveTo>
                      <a:cubicBezTo>
                        <a:pt x="29500" y="454327"/>
                        <a:pt x="42663" y="375698"/>
                        <a:pt x="87259" y="314090"/>
                      </a:cubicBezTo>
                      <a:cubicBezTo>
                        <a:pt x="146305" y="244710"/>
                        <a:pt x="242955" y="213106"/>
                        <a:pt x="329537" y="194628"/>
                      </a:cubicBezTo>
                      <a:cubicBezTo>
                        <a:pt x="368390" y="237024"/>
                        <a:pt x="403937" y="286020"/>
                        <a:pt x="458953" y="308232"/>
                      </a:cubicBezTo>
                      <a:cubicBezTo>
                        <a:pt x="462325" y="309556"/>
                        <a:pt x="466621" y="307347"/>
                        <a:pt x="468345" y="304413"/>
                      </a:cubicBezTo>
                      <a:cubicBezTo>
                        <a:pt x="472917" y="296612"/>
                        <a:pt x="477746" y="288954"/>
                        <a:pt x="482671" y="281362"/>
                      </a:cubicBezTo>
                      <a:cubicBezTo>
                        <a:pt x="491396" y="285763"/>
                        <a:pt x="499673" y="290935"/>
                        <a:pt x="507483" y="296888"/>
                      </a:cubicBezTo>
                      <a:cubicBezTo>
                        <a:pt x="508217" y="297450"/>
                        <a:pt x="508941" y="297698"/>
                        <a:pt x="509626" y="297745"/>
                      </a:cubicBezTo>
                      <a:cubicBezTo>
                        <a:pt x="509179" y="299203"/>
                        <a:pt x="509388" y="301089"/>
                        <a:pt x="510179" y="302203"/>
                      </a:cubicBezTo>
                      <a:cubicBezTo>
                        <a:pt x="519247" y="315090"/>
                        <a:pt x="529610" y="327016"/>
                        <a:pt x="539687" y="339103"/>
                      </a:cubicBezTo>
                      <a:cubicBezTo>
                        <a:pt x="547450" y="348418"/>
                        <a:pt x="554708" y="358096"/>
                        <a:pt x="562023" y="367726"/>
                      </a:cubicBezTo>
                      <a:cubicBezTo>
                        <a:pt x="560900" y="369678"/>
                        <a:pt x="562081" y="372288"/>
                        <a:pt x="562214" y="374431"/>
                      </a:cubicBezTo>
                      <a:cubicBezTo>
                        <a:pt x="561738" y="375022"/>
                        <a:pt x="561414" y="375774"/>
                        <a:pt x="561357" y="376708"/>
                      </a:cubicBezTo>
                      <a:cubicBezTo>
                        <a:pt x="560557" y="390300"/>
                        <a:pt x="562967" y="404102"/>
                        <a:pt x="564129" y="417637"/>
                      </a:cubicBezTo>
                      <a:cubicBezTo>
                        <a:pt x="565281" y="430953"/>
                        <a:pt x="566205" y="444297"/>
                        <a:pt x="567215" y="457623"/>
                      </a:cubicBezTo>
                      <a:cubicBezTo>
                        <a:pt x="576149" y="568684"/>
                        <a:pt x="572558" y="680165"/>
                        <a:pt x="567186" y="791264"/>
                      </a:cubicBezTo>
                      <a:cubicBezTo>
                        <a:pt x="524000" y="788064"/>
                        <a:pt x="481090" y="779720"/>
                        <a:pt x="437913" y="775996"/>
                      </a:cubicBezTo>
                      <a:cubicBezTo>
                        <a:pt x="436675" y="770509"/>
                        <a:pt x="430779" y="765766"/>
                        <a:pt x="427283" y="761670"/>
                      </a:cubicBezTo>
                      <a:cubicBezTo>
                        <a:pt x="421320" y="754774"/>
                        <a:pt x="415310" y="747907"/>
                        <a:pt x="409414" y="740953"/>
                      </a:cubicBezTo>
                      <a:cubicBezTo>
                        <a:pt x="391755" y="718236"/>
                        <a:pt x="372628" y="696605"/>
                        <a:pt x="356007" y="673088"/>
                      </a:cubicBezTo>
                      <a:cubicBezTo>
                        <a:pt x="341358" y="650123"/>
                        <a:pt x="330747" y="634083"/>
                        <a:pt x="307135" y="618909"/>
                      </a:cubicBezTo>
                      <a:cubicBezTo>
                        <a:pt x="306296" y="609946"/>
                        <a:pt x="303239" y="601231"/>
                        <a:pt x="301162" y="592506"/>
                      </a:cubicBezTo>
                      <a:cubicBezTo>
                        <a:pt x="296762" y="574228"/>
                        <a:pt x="293885" y="555644"/>
                        <a:pt x="291247" y="537042"/>
                      </a:cubicBezTo>
                      <a:cubicBezTo>
                        <a:pt x="287199" y="509029"/>
                        <a:pt x="279036" y="483169"/>
                        <a:pt x="267634" y="457251"/>
                      </a:cubicBezTo>
                      <a:cubicBezTo>
                        <a:pt x="267101" y="456032"/>
                        <a:pt x="265225" y="456918"/>
                        <a:pt x="265539" y="458137"/>
                      </a:cubicBezTo>
                      <a:cubicBezTo>
                        <a:pt x="272406" y="485331"/>
                        <a:pt x="278131" y="512734"/>
                        <a:pt x="280893" y="540671"/>
                      </a:cubicBezTo>
                      <a:cubicBezTo>
                        <a:pt x="283189" y="563503"/>
                        <a:pt x="285589" y="585781"/>
                        <a:pt x="291371" y="608308"/>
                      </a:cubicBezTo>
                      <a:cubicBezTo>
                        <a:pt x="247937" y="578428"/>
                        <a:pt x="246489" y="569732"/>
                        <a:pt x="190749" y="570094"/>
                      </a:cubicBezTo>
                      <a:cubicBezTo>
                        <a:pt x="177023" y="569437"/>
                        <a:pt x="161573" y="570503"/>
                        <a:pt x="150810" y="579933"/>
                      </a:cubicBezTo>
                      <a:cubicBezTo>
                        <a:pt x="150039" y="580609"/>
                        <a:pt x="150582" y="581905"/>
                        <a:pt x="151467" y="582086"/>
                      </a:cubicBezTo>
                      <a:cubicBezTo>
                        <a:pt x="145838" y="603736"/>
                        <a:pt x="174270" y="613680"/>
                        <a:pt x="190987" y="618424"/>
                      </a:cubicBezTo>
                      <a:cubicBezTo>
                        <a:pt x="172451" y="621976"/>
                        <a:pt x="153772" y="624691"/>
                        <a:pt x="135265" y="628272"/>
                      </a:cubicBezTo>
                      <a:cubicBezTo>
                        <a:pt x="91288" y="636207"/>
                        <a:pt x="87507" y="660838"/>
                        <a:pt x="133313" y="671459"/>
                      </a:cubicBezTo>
                      <a:cubicBezTo>
                        <a:pt x="122159" y="675250"/>
                        <a:pt x="111024" y="681279"/>
                        <a:pt x="109243" y="691776"/>
                      </a:cubicBezTo>
                      <a:cubicBezTo>
                        <a:pt x="106224" y="709587"/>
                        <a:pt x="133313" y="711816"/>
                        <a:pt x="144771" y="711311"/>
                      </a:cubicBezTo>
                      <a:cubicBezTo>
                        <a:pt x="155487" y="710845"/>
                        <a:pt x="166003" y="708244"/>
                        <a:pt x="176452" y="705996"/>
                      </a:cubicBezTo>
                      <a:cubicBezTo>
                        <a:pt x="189482" y="702825"/>
                        <a:pt x="201750" y="699958"/>
                        <a:pt x="212208" y="710711"/>
                      </a:cubicBezTo>
                      <a:cubicBezTo>
                        <a:pt x="198445" y="710949"/>
                        <a:pt x="183662" y="710311"/>
                        <a:pt x="170613" y="715331"/>
                      </a:cubicBezTo>
                      <a:cubicBezTo>
                        <a:pt x="168841" y="716331"/>
                        <a:pt x="169860" y="717941"/>
                        <a:pt x="171622" y="718036"/>
                      </a:cubicBezTo>
                      <a:cubicBezTo>
                        <a:pt x="165831" y="726751"/>
                        <a:pt x="169174" y="737934"/>
                        <a:pt x="177147" y="745182"/>
                      </a:cubicBezTo>
                      <a:cubicBezTo>
                        <a:pt x="188863" y="755841"/>
                        <a:pt x="205160" y="760156"/>
                        <a:pt x="220514" y="761280"/>
                      </a:cubicBezTo>
                      <a:cubicBezTo>
                        <a:pt x="229077" y="761908"/>
                        <a:pt x="237878" y="761937"/>
                        <a:pt x="246108" y="764642"/>
                      </a:cubicBezTo>
                      <a:cubicBezTo>
                        <a:pt x="251070" y="766271"/>
                        <a:pt x="255804" y="768547"/>
                        <a:pt x="260462" y="770947"/>
                      </a:cubicBezTo>
                      <a:cubicBezTo>
                        <a:pt x="181662" y="769985"/>
                        <a:pt x="103090" y="812038"/>
                        <a:pt x="55036" y="873751"/>
                      </a:cubicBezTo>
                      <a:cubicBezTo>
                        <a:pt x="17946" y="761899"/>
                        <a:pt x="14098" y="644103"/>
                        <a:pt x="21908" y="528403"/>
                      </a:cubicBezTo>
                      <a:close/>
                      <a:moveTo>
                        <a:pt x="293533" y="772338"/>
                      </a:moveTo>
                      <a:cubicBezTo>
                        <a:pt x="276740" y="764785"/>
                        <a:pt x="261272" y="752936"/>
                        <a:pt x="242926" y="749354"/>
                      </a:cubicBezTo>
                      <a:cubicBezTo>
                        <a:pt x="227515" y="746649"/>
                        <a:pt x="211323" y="748516"/>
                        <a:pt x="196702" y="742258"/>
                      </a:cubicBezTo>
                      <a:cubicBezTo>
                        <a:pt x="185138" y="737305"/>
                        <a:pt x="177737" y="730723"/>
                        <a:pt x="175356" y="718922"/>
                      </a:cubicBezTo>
                      <a:cubicBezTo>
                        <a:pt x="195663" y="721770"/>
                        <a:pt x="216352" y="720674"/>
                        <a:pt x="236707" y="723227"/>
                      </a:cubicBezTo>
                      <a:cubicBezTo>
                        <a:pt x="248432" y="724513"/>
                        <a:pt x="260071" y="726570"/>
                        <a:pt x="271521" y="729390"/>
                      </a:cubicBezTo>
                      <a:cubicBezTo>
                        <a:pt x="282274" y="732047"/>
                        <a:pt x="292418" y="736581"/>
                        <a:pt x="303124" y="739267"/>
                      </a:cubicBezTo>
                      <a:cubicBezTo>
                        <a:pt x="308506" y="740620"/>
                        <a:pt x="311230" y="733543"/>
                        <a:pt x="306801" y="730542"/>
                      </a:cubicBezTo>
                      <a:cubicBezTo>
                        <a:pt x="297400" y="724180"/>
                        <a:pt x="285456" y="721122"/>
                        <a:pt x="274559" y="718379"/>
                      </a:cubicBezTo>
                      <a:cubicBezTo>
                        <a:pt x="264863" y="715931"/>
                        <a:pt x="254976" y="714283"/>
                        <a:pt x="245041" y="713083"/>
                      </a:cubicBezTo>
                      <a:cubicBezTo>
                        <a:pt x="235554" y="708178"/>
                        <a:pt x="225115" y="705330"/>
                        <a:pt x="216590" y="698443"/>
                      </a:cubicBezTo>
                      <a:cubicBezTo>
                        <a:pt x="204303" y="688528"/>
                        <a:pt x="190310" y="690499"/>
                        <a:pt x="175823" y="693566"/>
                      </a:cubicBezTo>
                      <a:cubicBezTo>
                        <a:pt x="166841" y="695471"/>
                        <a:pt x="157916" y="697729"/>
                        <a:pt x="148781" y="698796"/>
                      </a:cubicBezTo>
                      <a:cubicBezTo>
                        <a:pt x="140685" y="699739"/>
                        <a:pt x="130160" y="701072"/>
                        <a:pt x="122654" y="696938"/>
                      </a:cubicBezTo>
                      <a:cubicBezTo>
                        <a:pt x="111967" y="691042"/>
                        <a:pt x="135694" y="679117"/>
                        <a:pt x="146857" y="673507"/>
                      </a:cubicBezTo>
                      <a:cubicBezTo>
                        <a:pt x="167307" y="675126"/>
                        <a:pt x="187653" y="671887"/>
                        <a:pt x="207798" y="668916"/>
                      </a:cubicBezTo>
                      <a:cubicBezTo>
                        <a:pt x="215609" y="667735"/>
                        <a:pt x="220495" y="666525"/>
                        <a:pt x="228296" y="669316"/>
                      </a:cubicBezTo>
                      <a:cubicBezTo>
                        <a:pt x="243022" y="674574"/>
                        <a:pt x="254480" y="686194"/>
                        <a:pt x="269215" y="691680"/>
                      </a:cubicBezTo>
                      <a:cubicBezTo>
                        <a:pt x="274159" y="693528"/>
                        <a:pt x="277617" y="685404"/>
                        <a:pt x="272835" y="683108"/>
                      </a:cubicBezTo>
                      <a:cubicBezTo>
                        <a:pt x="253852" y="673992"/>
                        <a:pt x="235630" y="650837"/>
                        <a:pt x="212342" y="656257"/>
                      </a:cubicBezTo>
                      <a:cubicBezTo>
                        <a:pt x="197864" y="659619"/>
                        <a:pt x="182386" y="661315"/>
                        <a:pt x="167546" y="662191"/>
                      </a:cubicBezTo>
                      <a:cubicBezTo>
                        <a:pt x="153049" y="663048"/>
                        <a:pt x="138456" y="662382"/>
                        <a:pt x="124797" y="657086"/>
                      </a:cubicBezTo>
                      <a:cubicBezTo>
                        <a:pt x="122311" y="656057"/>
                        <a:pt x="107205" y="651447"/>
                        <a:pt x="114129" y="647456"/>
                      </a:cubicBezTo>
                      <a:cubicBezTo>
                        <a:pt x="120340" y="642569"/>
                        <a:pt x="129941" y="640760"/>
                        <a:pt x="137428" y="639026"/>
                      </a:cubicBezTo>
                      <a:cubicBezTo>
                        <a:pt x="146486" y="636931"/>
                        <a:pt x="155716" y="635883"/>
                        <a:pt x="164841" y="634188"/>
                      </a:cubicBezTo>
                      <a:cubicBezTo>
                        <a:pt x="192434" y="629911"/>
                        <a:pt x="230811" y="617185"/>
                        <a:pt x="256719" y="630616"/>
                      </a:cubicBezTo>
                      <a:cubicBezTo>
                        <a:pt x="269549" y="637826"/>
                        <a:pt x="279569" y="649085"/>
                        <a:pt x="292504" y="656190"/>
                      </a:cubicBezTo>
                      <a:cubicBezTo>
                        <a:pt x="296381" y="658324"/>
                        <a:pt x="299638" y="652676"/>
                        <a:pt x="295952" y="650285"/>
                      </a:cubicBezTo>
                      <a:cubicBezTo>
                        <a:pt x="270244" y="631606"/>
                        <a:pt x="263139" y="613985"/>
                        <a:pt x="226705" y="614890"/>
                      </a:cubicBezTo>
                      <a:cubicBezTo>
                        <a:pt x="226191" y="613994"/>
                        <a:pt x="225343" y="613213"/>
                        <a:pt x="224153" y="612747"/>
                      </a:cubicBezTo>
                      <a:cubicBezTo>
                        <a:pt x="218933" y="610680"/>
                        <a:pt x="213199" y="610527"/>
                        <a:pt x="207684" y="609642"/>
                      </a:cubicBezTo>
                      <a:cubicBezTo>
                        <a:pt x="192777" y="606698"/>
                        <a:pt x="153353" y="601774"/>
                        <a:pt x="155211" y="581067"/>
                      </a:cubicBezTo>
                      <a:cubicBezTo>
                        <a:pt x="166803" y="577771"/>
                        <a:pt x="178852" y="579371"/>
                        <a:pt x="190749" y="580362"/>
                      </a:cubicBezTo>
                      <a:cubicBezTo>
                        <a:pt x="203655" y="581438"/>
                        <a:pt x="217257" y="580743"/>
                        <a:pt x="229830" y="584048"/>
                      </a:cubicBezTo>
                      <a:cubicBezTo>
                        <a:pt x="240755" y="586924"/>
                        <a:pt x="250070" y="592859"/>
                        <a:pt x="259062" y="599526"/>
                      </a:cubicBezTo>
                      <a:cubicBezTo>
                        <a:pt x="269406" y="607194"/>
                        <a:pt x="279655" y="614842"/>
                        <a:pt x="290380" y="621996"/>
                      </a:cubicBezTo>
                      <a:cubicBezTo>
                        <a:pt x="317069" y="638864"/>
                        <a:pt x="327394" y="650428"/>
                        <a:pt x="343644" y="677164"/>
                      </a:cubicBezTo>
                      <a:cubicBezTo>
                        <a:pt x="367209" y="710730"/>
                        <a:pt x="392383" y="743563"/>
                        <a:pt x="419472" y="774386"/>
                      </a:cubicBezTo>
                      <a:cubicBezTo>
                        <a:pt x="377543" y="770309"/>
                        <a:pt x="335529" y="772986"/>
                        <a:pt x="293533" y="772338"/>
                      </a:cubicBezTo>
                      <a:close/>
                      <a:moveTo>
                        <a:pt x="58180" y="882047"/>
                      </a:moveTo>
                      <a:cubicBezTo>
                        <a:pt x="111262" y="824411"/>
                        <a:pt x="186091" y="778567"/>
                        <a:pt x="266644" y="783301"/>
                      </a:cubicBezTo>
                      <a:cubicBezTo>
                        <a:pt x="268320" y="783416"/>
                        <a:pt x="269616" y="782920"/>
                        <a:pt x="270559" y="782092"/>
                      </a:cubicBezTo>
                      <a:cubicBezTo>
                        <a:pt x="274197" y="782301"/>
                        <a:pt x="277836" y="782501"/>
                        <a:pt x="281465" y="782720"/>
                      </a:cubicBezTo>
                      <a:cubicBezTo>
                        <a:pt x="285856" y="785092"/>
                        <a:pt x="290428" y="787197"/>
                        <a:pt x="294923" y="788321"/>
                      </a:cubicBezTo>
                      <a:cubicBezTo>
                        <a:pt x="248289" y="840461"/>
                        <a:pt x="218514" y="906879"/>
                        <a:pt x="206808" y="975668"/>
                      </a:cubicBezTo>
                      <a:cubicBezTo>
                        <a:pt x="203522" y="994213"/>
                        <a:pt x="201340" y="1012540"/>
                        <a:pt x="203322" y="1031504"/>
                      </a:cubicBezTo>
                      <a:cubicBezTo>
                        <a:pt x="135646" y="1005034"/>
                        <a:pt x="83183" y="949684"/>
                        <a:pt x="58180" y="882047"/>
                      </a:cubicBezTo>
                      <a:close/>
                      <a:moveTo>
                        <a:pt x="275950" y="1052916"/>
                      </a:moveTo>
                      <a:cubicBezTo>
                        <a:pt x="257766" y="1049535"/>
                        <a:pt x="239478" y="1044763"/>
                        <a:pt x="221638" y="1038524"/>
                      </a:cubicBezTo>
                      <a:cubicBezTo>
                        <a:pt x="221610" y="1029694"/>
                        <a:pt x="219162" y="1020464"/>
                        <a:pt x="219276" y="1011635"/>
                      </a:cubicBezTo>
                      <a:cubicBezTo>
                        <a:pt x="219419" y="1000195"/>
                        <a:pt x="220781" y="988813"/>
                        <a:pt x="222743" y="977554"/>
                      </a:cubicBezTo>
                      <a:cubicBezTo>
                        <a:pt x="233173" y="906060"/>
                        <a:pt x="266148" y="839832"/>
                        <a:pt x="311649" y="784254"/>
                      </a:cubicBezTo>
                      <a:cubicBezTo>
                        <a:pt x="335748" y="785159"/>
                        <a:pt x="359808" y="784368"/>
                        <a:pt x="383896" y="785759"/>
                      </a:cubicBezTo>
                      <a:cubicBezTo>
                        <a:pt x="468031" y="789197"/>
                        <a:pt x="550613" y="813000"/>
                        <a:pt x="635118" y="806552"/>
                      </a:cubicBezTo>
                      <a:cubicBezTo>
                        <a:pt x="683934" y="803418"/>
                        <a:pt x="732350" y="795836"/>
                        <a:pt x="780251" y="786130"/>
                      </a:cubicBezTo>
                      <a:cubicBezTo>
                        <a:pt x="793814" y="783273"/>
                        <a:pt x="808083" y="782130"/>
                        <a:pt x="820570" y="775758"/>
                      </a:cubicBezTo>
                      <a:cubicBezTo>
                        <a:pt x="824390" y="777263"/>
                        <a:pt x="827419" y="779758"/>
                        <a:pt x="830743" y="782406"/>
                      </a:cubicBezTo>
                      <a:cubicBezTo>
                        <a:pt x="825171" y="806342"/>
                        <a:pt x="842735" y="828755"/>
                        <a:pt x="861470" y="841547"/>
                      </a:cubicBezTo>
                      <a:cubicBezTo>
                        <a:pt x="860604" y="842699"/>
                        <a:pt x="860118" y="844166"/>
                        <a:pt x="860270" y="845976"/>
                      </a:cubicBezTo>
                      <a:cubicBezTo>
                        <a:pt x="862290" y="869122"/>
                        <a:pt x="851879" y="888419"/>
                        <a:pt x="835239" y="903850"/>
                      </a:cubicBezTo>
                      <a:cubicBezTo>
                        <a:pt x="678486" y="987536"/>
                        <a:pt x="455353" y="1085149"/>
                        <a:pt x="275950" y="1052916"/>
                      </a:cubicBezTo>
                      <a:close/>
                      <a:moveTo>
                        <a:pt x="856556" y="758984"/>
                      </a:moveTo>
                      <a:cubicBezTo>
                        <a:pt x="859204" y="758441"/>
                        <a:pt x="860032" y="756212"/>
                        <a:pt x="859575" y="754164"/>
                      </a:cubicBezTo>
                      <a:cubicBezTo>
                        <a:pt x="889379" y="746725"/>
                        <a:pt x="922411" y="764490"/>
                        <a:pt x="935423" y="792188"/>
                      </a:cubicBezTo>
                      <a:cubicBezTo>
                        <a:pt x="937451" y="796741"/>
                        <a:pt x="938785" y="801694"/>
                        <a:pt x="939004" y="806685"/>
                      </a:cubicBezTo>
                      <a:cubicBezTo>
                        <a:pt x="939223" y="811676"/>
                        <a:pt x="938442" y="816448"/>
                        <a:pt x="940566" y="821144"/>
                      </a:cubicBezTo>
                      <a:cubicBezTo>
                        <a:pt x="941776" y="823830"/>
                        <a:pt x="945243" y="823487"/>
                        <a:pt x="947100" y="821982"/>
                      </a:cubicBezTo>
                      <a:cubicBezTo>
                        <a:pt x="956520" y="814401"/>
                        <a:pt x="950748" y="796560"/>
                        <a:pt x="946567" y="787626"/>
                      </a:cubicBezTo>
                      <a:cubicBezTo>
                        <a:pt x="937909" y="769738"/>
                        <a:pt x="922269" y="757060"/>
                        <a:pt x="903857" y="749516"/>
                      </a:cubicBezTo>
                      <a:cubicBezTo>
                        <a:pt x="918792" y="749688"/>
                        <a:pt x="933822" y="747916"/>
                        <a:pt x="948739" y="749107"/>
                      </a:cubicBezTo>
                      <a:cubicBezTo>
                        <a:pt x="961073" y="750088"/>
                        <a:pt x="967112" y="756927"/>
                        <a:pt x="973799" y="765261"/>
                      </a:cubicBezTo>
                      <a:cubicBezTo>
                        <a:pt x="971713" y="765194"/>
                        <a:pt x="964855" y="765785"/>
                        <a:pt x="965274" y="767566"/>
                      </a:cubicBezTo>
                      <a:cubicBezTo>
                        <a:pt x="969217" y="772157"/>
                        <a:pt x="978933" y="773138"/>
                        <a:pt x="984533" y="774681"/>
                      </a:cubicBezTo>
                      <a:cubicBezTo>
                        <a:pt x="991963" y="776729"/>
                        <a:pt x="1000764" y="779129"/>
                        <a:pt x="1006127" y="785035"/>
                      </a:cubicBezTo>
                      <a:cubicBezTo>
                        <a:pt x="1013385" y="793026"/>
                        <a:pt x="1011461" y="806028"/>
                        <a:pt x="1014013" y="815905"/>
                      </a:cubicBezTo>
                      <a:cubicBezTo>
                        <a:pt x="1016118" y="823392"/>
                        <a:pt x="1019157" y="830564"/>
                        <a:pt x="1020119" y="838384"/>
                      </a:cubicBezTo>
                      <a:cubicBezTo>
                        <a:pt x="1019947" y="838451"/>
                        <a:pt x="1019786" y="838537"/>
                        <a:pt x="1019624" y="838623"/>
                      </a:cubicBezTo>
                      <a:cubicBezTo>
                        <a:pt x="1014766" y="830441"/>
                        <a:pt x="990391" y="853824"/>
                        <a:pt x="984857" y="857549"/>
                      </a:cubicBezTo>
                      <a:cubicBezTo>
                        <a:pt x="974589" y="865883"/>
                        <a:pt x="964512" y="874789"/>
                        <a:pt x="953482" y="882114"/>
                      </a:cubicBezTo>
                      <a:cubicBezTo>
                        <a:pt x="944367" y="888143"/>
                        <a:pt x="934508" y="892420"/>
                        <a:pt x="923964" y="895258"/>
                      </a:cubicBezTo>
                      <a:cubicBezTo>
                        <a:pt x="928974" y="890153"/>
                        <a:pt x="935680" y="881123"/>
                        <a:pt x="934337" y="874036"/>
                      </a:cubicBezTo>
                      <a:cubicBezTo>
                        <a:pt x="935346" y="873760"/>
                        <a:pt x="936356" y="873475"/>
                        <a:pt x="937356" y="873179"/>
                      </a:cubicBezTo>
                      <a:cubicBezTo>
                        <a:pt x="955273" y="869274"/>
                        <a:pt x="955301" y="838413"/>
                        <a:pt x="942157" y="828574"/>
                      </a:cubicBezTo>
                      <a:cubicBezTo>
                        <a:pt x="938318" y="825583"/>
                        <a:pt x="933670" y="829174"/>
                        <a:pt x="935565" y="833660"/>
                      </a:cubicBezTo>
                      <a:cubicBezTo>
                        <a:pt x="940433" y="843328"/>
                        <a:pt x="940195" y="853815"/>
                        <a:pt x="937299" y="864121"/>
                      </a:cubicBezTo>
                      <a:cubicBezTo>
                        <a:pt x="922802" y="865807"/>
                        <a:pt x="910886" y="872989"/>
                        <a:pt x="896303" y="865197"/>
                      </a:cubicBezTo>
                      <a:cubicBezTo>
                        <a:pt x="920621" y="845347"/>
                        <a:pt x="895913" y="825040"/>
                        <a:pt x="895818" y="836051"/>
                      </a:cubicBezTo>
                      <a:cubicBezTo>
                        <a:pt x="897008" y="841547"/>
                        <a:pt x="897723" y="847166"/>
                        <a:pt x="893998" y="851881"/>
                      </a:cubicBezTo>
                      <a:cubicBezTo>
                        <a:pt x="893922" y="849614"/>
                        <a:pt x="892922" y="847490"/>
                        <a:pt x="890598" y="846290"/>
                      </a:cubicBezTo>
                      <a:cubicBezTo>
                        <a:pt x="890331" y="845528"/>
                        <a:pt x="889798" y="844814"/>
                        <a:pt x="888969" y="844290"/>
                      </a:cubicBezTo>
                      <a:cubicBezTo>
                        <a:pt x="882530" y="840137"/>
                        <a:pt x="875377" y="837222"/>
                        <a:pt x="868967" y="832993"/>
                      </a:cubicBezTo>
                      <a:cubicBezTo>
                        <a:pt x="855155" y="823354"/>
                        <a:pt x="840601" y="809971"/>
                        <a:pt x="838563" y="792350"/>
                      </a:cubicBezTo>
                      <a:cubicBezTo>
                        <a:pt x="837820" y="783063"/>
                        <a:pt x="842278" y="775767"/>
                        <a:pt x="845840" y="767623"/>
                      </a:cubicBezTo>
                      <a:cubicBezTo>
                        <a:pt x="848269" y="766128"/>
                        <a:pt x="851555" y="763108"/>
                        <a:pt x="851822" y="759870"/>
                      </a:cubicBezTo>
                      <a:cubicBezTo>
                        <a:pt x="853412" y="759594"/>
                        <a:pt x="854984" y="759308"/>
                        <a:pt x="856556" y="758984"/>
                      </a:cubicBezTo>
                      <a:close/>
                      <a:moveTo>
                        <a:pt x="717138" y="1046591"/>
                      </a:moveTo>
                      <a:cubicBezTo>
                        <a:pt x="717138" y="1055897"/>
                        <a:pt x="717014" y="1065213"/>
                        <a:pt x="716910" y="1074528"/>
                      </a:cubicBezTo>
                      <a:cubicBezTo>
                        <a:pt x="706689" y="1087930"/>
                        <a:pt x="695640" y="1100522"/>
                        <a:pt x="684067" y="1112771"/>
                      </a:cubicBezTo>
                      <a:cubicBezTo>
                        <a:pt x="677647" y="1119648"/>
                        <a:pt x="671713" y="1127259"/>
                        <a:pt x="664493" y="1133336"/>
                      </a:cubicBezTo>
                      <a:cubicBezTo>
                        <a:pt x="656616" y="1139975"/>
                        <a:pt x="649596" y="1140803"/>
                        <a:pt x="640376" y="1136365"/>
                      </a:cubicBezTo>
                      <a:cubicBezTo>
                        <a:pt x="620793" y="1126925"/>
                        <a:pt x="604496" y="1111609"/>
                        <a:pt x="587284" y="1098627"/>
                      </a:cubicBezTo>
                      <a:cubicBezTo>
                        <a:pt x="580807" y="1093759"/>
                        <a:pt x="572034" y="1089416"/>
                        <a:pt x="566862" y="1083072"/>
                      </a:cubicBezTo>
                      <a:cubicBezTo>
                        <a:pt x="565681" y="1078062"/>
                        <a:pt x="566300" y="1072671"/>
                        <a:pt x="566100" y="1067527"/>
                      </a:cubicBezTo>
                      <a:cubicBezTo>
                        <a:pt x="566872" y="1058374"/>
                        <a:pt x="567262" y="1049039"/>
                        <a:pt x="565738" y="1039876"/>
                      </a:cubicBezTo>
                      <a:cubicBezTo>
                        <a:pt x="588036" y="1032809"/>
                        <a:pt x="610030" y="1025122"/>
                        <a:pt x="631918" y="1016978"/>
                      </a:cubicBezTo>
                      <a:cubicBezTo>
                        <a:pt x="632899" y="1018902"/>
                        <a:pt x="634604" y="1020531"/>
                        <a:pt x="637147" y="1021436"/>
                      </a:cubicBezTo>
                      <a:cubicBezTo>
                        <a:pt x="663579" y="1030789"/>
                        <a:pt x="690449" y="1038067"/>
                        <a:pt x="717605" y="1044001"/>
                      </a:cubicBezTo>
                      <a:cubicBezTo>
                        <a:pt x="717329" y="1044772"/>
                        <a:pt x="717138" y="1045620"/>
                        <a:pt x="717138" y="1046591"/>
                      </a:cubicBezTo>
                      <a:close/>
                      <a:moveTo>
                        <a:pt x="935556" y="1057221"/>
                      </a:moveTo>
                      <a:cubicBezTo>
                        <a:pt x="841316" y="1046649"/>
                        <a:pt x="745656" y="1037609"/>
                        <a:pt x="655045" y="1008168"/>
                      </a:cubicBezTo>
                      <a:cubicBezTo>
                        <a:pt x="721082" y="982174"/>
                        <a:pt x="785909" y="952551"/>
                        <a:pt x="847783" y="917794"/>
                      </a:cubicBezTo>
                      <a:cubicBezTo>
                        <a:pt x="849145" y="916966"/>
                        <a:pt x="850155" y="915956"/>
                        <a:pt x="850860" y="914851"/>
                      </a:cubicBezTo>
                      <a:cubicBezTo>
                        <a:pt x="862385" y="915080"/>
                        <a:pt x="873882" y="915156"/>
                        <a:pt x="885283" y="913175"/>
                      </a:cubicBezTo>
                      <a:cubicBezTo>
                        <a:pt x="900571" y="923643"/>
                        <a:pt x="918830" y="930644"/>
                        <a:pt x="935280" y="939159"/>
                      </a:cubicBezTo>
                      <a:cubicBezTo>
                        <a:pt x="985515" y="965619"/>
                        <a:pt x="1037635" y="999338"/>
                        <a:pt x="1061743" y="1052821"/>
                      </a:cubicBezTo>
                      <a:cubicBezTo>
                        <a:pt x="1020709" y="1062441"/>
                        <a:pt x="975961" y="1060869"/>
                        <a:pt x="935556" y="1057221"/>
                      </a:cubicBezTo>
                      <a:close/>
                      <a:moveTo>
                        <a:pt x="1132219" y="1019464"/>
                      </a:moveTo>
                      <a:cubicBezTo>
                        <a:pt x="1116207" y="1032590"/>
                        <a:pt x="1098148" y="1041743"/>
                        <a:pt x="1078945" y="1048011"/>
                      </a:cubicBezTo>
                      <a:cubicBezTo>
                        <a:pt x="1055933" y="980736"/>
                        <a:pt x="964131" y="933196"/>
                        <a:pt x="900923" y="909508"/>
                      </a:cubicBezTo>
                      <a:cubicBezTo>
                        <a:pt x="946291" y="910974"/>
                        <a:pt x="974675" y="880142"/>
                        <a:pt x="1007603" y="854701"/>
                      </a:cubicBezTo>
                      <a:cubicBezTo>
                        <a:pt x="1018052" y="859406"/>
                        <a:pt x="1029558" y="857187"/>
                        <a:pt x="1040512" y="860330"/>
                      </a:cubicBezTo>
                      <a:cubicBezTo>
                        <a:pt x="1082793" y="869379"/>
                        <a:pt x="1115369" y="899649"/>
                        <a:pt x="1141572" y="932482"/>
                      </a:cubicBezTo>
                      <a:cubicBezTo>
                        <a:pt x="1152574" y="945636"/>
                        <a:pt x="1160565" y="959866"/>
                        <a:pt x="1168242" y="974830"/>
                      </a:cubicBezTo>
                      <a:cubicBezTo>
                        <a:pt x="1159213" y="991775"/>
                        <a:pt x="1147373" y="1007044"/>
                        <a:pt x="1132219" y="1019464"/>
                      </a:cubicBezTo>
                      <a:close/>
                      <a:moveTo>
                        <a:pt x="1177977" y="953075"/>
                      </a:moveTo>
                      <a:cubicBezTo>
                        <a:pt x="1162642" y="924900"/>
                        <a:pt x="1140334" y="902450"/>
                        <a:pt x="1116645" y="881504"/>
                      </a:cubicBezTo>
                      <a:cubicBezTo>
                        <a:pt x="1093033" y="861054"/>
                        <a:pt x="1062619" y="847490"/>
                        <a:pt x="1031301" y="845557"/>
                      </a:cubicBezTo>
                      <a:cubicBezTo>
                        <a:pt x="1032216" y="833736"/>
                        <a:pt x="1026310" y="821773"/>
                        <a:pt x="1023710" y="810514"/>
                      </a:cubicBezTo>
                      <a:cubicBezTo>
                        <a:pt x="1021138" y="799399"/>
                        <a:pt x="1021586" y="786835"/>
                        <a:pt x="1012956" y="778225"/>
                      </a:cubicBezTo>
                      <a:cubicBezTo>
                        <a:pt x="1005917" y="771186"/>
                        <a:pt x="996078" y="768566"/>
                        <a:pt x="986553" y="766852"/>
                      </a:cubicBezTo>
                      <a:cubicBezTo>
                        <a:pt x="986505" y="766175"/>
                        <a:pt x="986305" y="765480"/>
                        <a:pt x="985876" y="764804"/>
                      </a:cubicBezTo>
                      <a:cubicBezTo>
                        <a:pt x="979809" y="755288"/>
                        <a:pt x="972389" y="746859"/>
                        <a:pt x="962331" y="742696"/>
                      </a:cubicBezTo>
                      <a:cubicBezTo>
                        <a:pt x="981790" y="658105"/>
                        <a:pt x="907514" y="541805"/>
                        <a:pt x="889312" y="457213"/>
                      </a:cubicBezTo>
                      <a:cubicBezTo>
                        <a:pt x="888598" y="454213"/>
                        <a:pt x="884216" y="455518"/>
                        <a:pt x="884740" y="458470"/>
                      </a:cubicBezTo>
                      <a:cubicBezTo>
                        <a:pt x="899885" y="544338"/>
                        <a:pt x="944138" y="623262"/>
                        <a:pt x="950739" y="710883"/>
                      </a:cubicBezTo>
                      <a:cubicBezTo>
                        <a:pt x="951710" y="720341"/>
                        <a:pt x="951015" y="730676"/>
                        <a:pt x="952749" y="740210"/>
                      </a:cubicBezTo>
                      <a:cubicBezTo>
                        <a:pt x="942281" y="738896"/>
                        <a:pt x="931098" y="739648"/>
                        <a:pt x="920640" y="740515"/>
                      </a:cubicBezTo>
                      <a:cubicBezTo>
                        <a:pt x="911153" y="741306"/>
                        <a:pt x="901856" y="742430"/>
                        <a:pt x="893141" y="746059"/>
                      </a:cubicBezTo>
                      <a:cubicBezTo>
                        <a:pt x="880340" y="742925"/>
                        <a:pt x="866947" y="743315"/>
                        <a:pt x="856584" y="750678"/>
                      </a:cubicBezTo>
                      <a:cubicBezTo>
                        <a:pt x="834924" y="753841"/>
                        <a:pt x="808721" y="753088"/>
                        <a:pt x="791852" y="768452"/>
                      </a:cubicBezTo>
                      <a:cubicBezTo>
                        <a:pt x="772116" y="772043"/>
                        <a:pt x="752333" y="775986"/>
                        <a:pt x="732550" y="779349"/>
                      </a:cubicBezTo>
                      <a:cubicBezTo>
                        <a:pt x="729473" y="728790"/>
                        <a:pt x="718957" y="678612"/>
                        <a:pt x="709766" y="628920"/>
                      </a:cubicBezTo>
                      <a:cubicBezTo>
                        <a:pt x="698650" y="568808"/>
                        <a:pt x="691202" y="507305"/>
                        <a:pt x="668865" y="449964"/>
                      </a:cubicBezTo>
                      <a:cubicBezTo>
                        <a:pt x="663160" y="435306"/>
                        <a:pt x="657140" y="420761"/>
                        <a:pt x="651435" y="406111"/>
                      </a:cubicBezTo>
                      <a:cubicBezTo>
                        <a:pt x="647110" y="395482"/>
                        <a:pt x="640167" y="382318"/>
                        <a:pt x="640748" y="370612"/>
                      </a:cubicBezTo>
                      <a:cubicBezTo>
                        <a:pt x="643157" y="354133"/>
                        <a:pt x="624384" y="335188"/>
                        <a:pt x="631889" y="320567"/>
                      </a:cubicBezTo>
                      <a:cubicBezTo>
                        <a:pt x="635804" y="313757"/>
                        <a:pt x="642681" y="309433"/>
                        <a:pt x="646806" y="302937"/>
                      </a:cubicBezTo>
                      <a:cubicBezTo>
                        <a:pt x="656254" y="299498"/>
                        <a:pt x="663912" y="292592"/>
                        <a:pt x="668142" y="283667"/>
                      </a:cubicBezTo>
                      <a:cubicBezTo>
                        <a:pt x="680476" y="305565"/>
                        <a:pt x="688820" y="321348"/>
                        <a:pt x="702689" y="289135"/>
                      </a:cubicBezTo>
                      <a:cubicBezTo>
                        <a:pt x="710042" y="272761"/>
                        <a:pt x="716691" y="255693"/>
                        <a:pt x="721805" y="238471"/>
                      </a:cubicBezTo>
                      <a:cubicBezTo>
                        <a:pt x="724615" y="229013"/>
                        <a:pt x="722558" y="219688"/>
                        <a:pt x="719072" y="210754"/>
                      </a:cubicBezTo>
                      <a:cubicBezTo>
                        <a:pt x="729711" y="214183"/>
                        <a:pt x="740332" y="219545"/>
                        <a:pt x="751266" y="221022"/>
                      </a:cubicBezTo>
                      <a:cubicBezTo>
                        <a:pt x="802225" y="229546"/>
                        <a:pt x="896665" y="244053"/>
                        <a:pt x="935908" y="289078"/>
                      </a:cubicBezTo>
                      <a:cubicBezTo>
                        <a:pt x="961007" y="315900"/>
                        <a:pt x="980657" y="347961"/>
                        <a:pt x="999116" y="379546"/>
                      </a:cubicBezTo>
                      <a:cubicBezTo>
                        <a:pt x="1066153" y="497370"/>
                        <a:pt x="1120951" y="622291"/>
                        <a:pt x="1167128" y="749669"/>
                      </a:cubicBezTo>
                      <a:cubicBezTo>
                        <a:pt x="1191578" y="814305"/>
                        <a:pt x="1202666" y="886133"/>
                        <a:pt x="1177977" y="95307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64" name="Freeform: Shape 163">
                  <a:extLst>
                    <a:ext uri="{FF2B5EF4-FFF2-40B4-BE49-F238E27FC236}">
                      <a16:creationId xmlns:a16="http://schemas.microsoft.com/office/drawing/2014/main" id="{97897134-937D-48ED-9637-62FF3BA05EA5}"/>
                    </a:ext>
                  </a:extLst>
                </p:cNvPr>
                <p:cNvSpPr/>
                <p:nvPr/>
              </p:nvSpPr>
              <p:spPr>
                <a:xfrm>
                  <a:off x="2330216" y="8387489"/>
                  <a:ext cx="76143" cy="75718"/>
                </a:xfrm>
                <a:custGeom>
                  <a:avLst/>
                  <a:gdLst>
                    <a:gd name="connsiteX0" fmla="*/ 28350 w 76143"/>
                    <a:gd name="connsiteY0" fmla="*/ 69906 h 75718"/>
                    <a:gd name="connsiteX1" fmla="*/ 72517 w 76143"/>
                    <a:gd name="connsiteY1" fmla="*/ 65630 h 75718"/>
                    <a:gd name="connsiteX2" fmla="*/ 29178 w 76143"/>
                    <a:gd name="connsiteY2" fmla="*/ 898 h 75718"/>
                    <a:gd name="connsiteX3" fmla="*/ 27883 w 76143"/>
                    <a:gd name="connsiteY3" fmla="*/ 2 h 75718"/>
                    <a:gd name="connsiteX4" fmla="*/ 28350 w 76143"/>
                    <a:gd name="connsiteY4" fmla="*/ 69906 h 75718"/>
                    <a:gd name="connsiteX5" fmla="*/ 15157 w 76143"/>
                    <a:gd name="connsiteY5" fmla="*/ 11423 h 75718"/>
                    <a:gd name="connsiteX6" fmla="*/ 50752 w 76143"/>
                    <a:gd name="connsiteY6" fmla="*/ 26301 h 75718"/>
                    <a:gd name="connsiteX7" fmla="*/ 64135 w 76143"/>
                    <a:gd name="connsiteY7" fmla="*/ 54485 h 75718"/>
                    <a:gd name="connsiteX8" fmla="*/ 38760 w 76143"/>
                    <a:gd name="connsiteY8" fmla="*/ 62296 h 75718"/>
                    <a:gd name="connsiteX9" fmla="*/ 15157 w 76143"/>
                    <a:gd name="connsiteY9" fmla="*/ 11423 h 757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6143" h="75718">
                      <a:moveTo>
                        <a:pt x="28350" y="69906"/>
                      </a:moveTo>
                      <a:cubicBezTo>
                        <a:pt x="41180" y="76955"/>
                        <a:pt x="63078" y="79755"/>
                        <a:pt x="72517" y="65630"/>
                      </a:cubicBezTo>
                      <a:cubicBezTo>
                        <a:pt x="87157" y="41093"/>
                        <a:pt x="54391" y="3384"/>
                        <a:pt x="29178" y="898"/>
                      </a:cubicBezTo>
                      <a:cubicBezTo>
                        <a:pt x="29026" y="374"/>
                        <a:pt x="28607" y="-36"/>
                        <a:pt x="27883" y="2"/>
                      </a:cubicBezTo>
                      <a:cubicBezTo>
                        <a:pt x="-16989" y="3651"/>
                        <a:pt x="-845" y="55219"/>
                        <a:pt x="28350" y="69906"/>
                      </a:cubicBezTo>
                      <a:close/>
                      <a:moveTo>
                        <a:pt x="15157" y="11423"/>
                      </a:moveTo>
                      <a:cubicBezTo>
                        <a:pt x="28283" y="15404"/>
                        <a:pt x="40370" y="16005"/>
                        <a:pt x="50752" y="26301"/>
                      </a:cubicBezTo>
                      <a:cubicBezTo>
                        <a:pt x="57829" y="33111"/>
                        <a:pt x="65621" y="43998"/>
                        <a:pt x="64135" y="54485"/>
                      </a:cubicBezTo>
                      <a:cubicBezTo>
                        <a:pt x="62506" y="65963"/>
                        <a:pt x="46980" y="65135"/>
                        <a:pt x="38760" y="62296"/>
                      </a:cubicBezTo>
                      <a:cubicBezTo>
                        <a:pt x="19987" y="56343"/>
                        <a:pt x="737" y="28596"/>
                        <a:pt x="15157" y="1142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165" name="Graphic 4" descr="Man in business attire">
              <a:extLst>
                <a:ext uri="{FF2B5EF4-FFF2-40B4-BE49-F238E27FC236}">
                  <a16:creationId xmlns:a16="http://schemas.microsoft.com/office/drawing/2014/main" id="{900149B5-BA51-4464-AE9C-D6F3EA5D4F2C}"/>
                </a:ext>
              </a:extLst>
            </p:cNvPr>
            <p:cNvGrpSpPr/>
            <p:nvPr/>
          </p:nvGrpSpPr>
          <p:grpSpPr>
            <a:xfrm>
              <a:off x="1718839" y="7114832"/>
              <a:ext cx="551259" cy="652470"/>
              <a:chOff x="1718839" y="7114832"/>
              <a:chExt cx="551259" cy="652470"/>
            </a:xfrm>
          </p:grpSpPr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DC4F5560-EE5D-40E1-8451-F88F74AB878F}"/>
                  </a:ext>
                </a:extLst>
              </p:cNvPr>
              <p:cNvSpPr/>
              <p:nvPr/>
            </p:nvSpPr>
            <p:spPr>
              <a:xfrm>
                <a:off x="1729108" y="7181115"/>
                <a:ext cx="527275" cy="571528"/>
              </a:xfrm>
              <a:custGeom>
                <a:avLst/>
                <a:gdLst>
                  <a:gd name="connsiteX0" fmla="*/ 505495 w 527275"/>
                  <a:gd name="connsiteY0" fmla="*/ 109867 h 571528"/>
                  <a:gd name="connsiteX1" fmla="*/ 471493 w 527275"/>
                  <a:gd name="connsiteY1" fmla="*/ 57956 h 571528"/>
                  <a:gd name="connsiteX2" fmla="*/ 430249 w 527275"/>
                  <a:gd name="connsiteY2" fmla="*/ 29190 h 571528"/>
                  <a:gd name="connsiteX3" fmla="*/ 340998 w 527275"/>
                  <a:gd name="connsiteY3" fmla="*/ 20332 h 571528"/>
                  <a:gd name="connsiteX4" fmla="*/ 95827 w 527275"/>
                  <a:gd name="connsiteY4" fmla="*/ 169970 h 571528"/>
                  <a:gd name="connsiteX5" fmla="*/ 47630 w 527275"/>
                  <a:gd name="connsiteY5" fmla="*/ 278460 h 571528"/>
                  <a:gd name="connsiteX6" fmla="*/ 8577 w 527275"/>
                  <a:gd name="connsiteY6" fmla="*/ 357326 h 571528"/>
                  <a:gd name="connsiteX7" fmla="*/ 61727 w 527275"/>
                  <a:gd name="connsiteY7" fmla="*/ 392951 h 571528"/>
                  <a:gd name="connsiteX8" fmla="*/ 86777 w 527275"/>
                  <a:gd name="connsiteY8" fmla="*/ 401142 h 571528"/>
                  <a:gd name="connsiteX9" fmla="*/ 110017 w 527275"/>
                  <a:gd name="connsiteY9" fmla="*/ 430669 h 571528"/>
                  <a:gd name="connsiteX10" fmla="*/ 190696 w 527275"/>
                  <a:gd name="connsiteY10" fmla="*/ 529634 h 571528"/>
                  <a:gd name="connsiteX11" fmla="*/ 275658 w 527275"/>
                  <a:gd name="connsiteY11" fmla="*/ 564019 h 571528"/>
                  <a:gd name="connsiteX12" fmla="*/ 397674 w 527275"/>
                  <a:gd name="connsiteY12" fmla="*/ 567544 h 571528"/>
                  <a:gd name="connsiteX13" fmla="*/ 515309 w 527275"/>
                  <a:gd name="connsiteY13" fmla="*/ 426382 h 571528"/>
                  <a:gd name="connsiteX14" fmla="*/ 526164 w 527275"/>
                  <a:gd name="connsiteY14" fmla="*/ 182543 h 571528"/>
                  <a:gd name="connsiteX15" fmla="*/ 505495 w 527275"/>
                  <a:gd name="connsiteY15" fmla="*/ 109867 h 571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27275" h="571528">
                    <a:moveTo>
                      <a:pt x="505495" y="109867"/>
                    </a:moveTo>
                    <a:cubicBezTo>
                      <a:pt x="498351" y="95009"/>
                      <a:pt x="478827" y="72434"/>
                      <a:pt x="471493" y="57956"/>
                    </a:cubicBezTo>
                    <a:cubicBezTo>
                      <a:pt x="463014" y="44144"/>
                      <a:pt x="449010" y="33382"/>
                      <a:pt x="430249" y="29190"/>
                    </a:cubicBezTo>
                    <a:cubicBezTo>
                      <a:pt x="411580" y="25094"/>
                      <a:pt x="363002" y="29857"/>
                      <a:pt x="340998" y="20332"/>
                    </a:cubicBezTo>
                    <a:cubicBezTo>
                      <a:pt x="227554" y="-29103"/>
                      <a:pt x="106017" y="17475"/>
                      <a:pt x="95827" y="169970"/>
                    </a:cubicBezTo>
                    <a:cubicBezTo>
                      <a:pt x="73824" y="213404"/>
                      <a:pt x="67154" y="233883"/>
                      <a:pt x="47630" y="278460"/>
                    </a:cubicBezTo>
                    <a:cubicBezTo>
                      <a:pt x="-1902" y="299224"/>
                      <a:pt x="2098" y="340657"/>
                      <a:pt x="8577" y="357326"/>
                    </a:cubicBezTo>
                    <a:cubicBezTo>
                      <a:pt x="15055" y="373995"/>
                      <a:pt x="32580" y="394474"/>
                      <a:pt x="61727" y="392951"/>
                    </a:cubicBezTo>
                    <a:cubicBezTo>
                      <a:pt x="73442" y="396094"/>
                      <a:pt x="77917" y="392093"/>
                      <a:pt x="86777" y="401142"/>
                    </a:cubicBezTo>
                    <a:cubicBezTo>
                      <a:pt x="93446" y="407905"/>
                      <a:pt x="105636" y="422287"/>
                      <a:pt x="110017" y="430669"/>
                    </a:cubicBezTo>
                    <a:cubicBezTo>
                      <a:pt x="130211" y="469340"/>
                      <a:pt x="155833" y="502869"/>
                      <a:pt x="190696" y="529634"/>
                    </a:cubicBezTo>
                    <a:cubicBezTo>
                      <a:pt x="214792" y="547732"/>
                      <a:pt x="244320" y="558876"/>
                      <a:pt x="275658" y="564019"/>
                    </a:cubicBezTo>
                    <a:cubicBezTo>
                      <a:pt x="314521" y="570400"/>
                      <a:pt x="360337" y="578498"/>
                      <a:pt x="397674" y="567544"/>
                    </a:cubicBezTo>
                    <a:cubicBezTo>
                      <a:pt x="468349" y="539826"/>
                      <a:pt x="499305" y="489819"/>
                      <a:pt x="515309" y="426382"/>
                    </a:cubicBezTo>
                    <a:cubicBezTo>
                      <a:pt x="532261" y="359707"/>
                      <a:pt x="537214" y="277697"/>
                      <a:pt x="526164" y="182543"/>
                    </a:cubicBezTo>
                    <a:cubicBezTo>
                      <a:pt x="526164" y="182543"/>
                      <a:pt x="514067" y="124154"/>
                      <a:pt x="505495" y="10986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56F563E3-23D3-4C6A-9034-7822FB7A5667}"/>
                  </a:ext>
                </a:extLst>
              </p:cNvPr>
              <p:cNvSpPr/>
              <p:nvPr/>
            </p:nvSpPr>
            <p:spPr>
              <a:xfrm>
                <a:off x="1718839" y="7114832"/>
                <a:ext cx="551259" cy="652470"/>
              </a:xfrm>
              <a:custGeom>
                <a:avLst/>
                <a:gdLst>
                  <a:gd name="connsiteX0" fmla="*/ 365080 w 551259"/>
                  <a:gd name="connsiteY0" fmla="*/ 653828 h 652470"/>
                  <a:gd name="connsiteX1" fmla="*/ 272114 w 551259"/>
                  <a:gd name="connsiteY1" fmla="*/ 614585 h 652470"/>
                  <a:gd name="connsiteX2" fmla="*/ 323645 w 551259"/>
                  <a:gd name="connsiteY2" fmla="*/ 623634 h 652470"/>
                  <a:gd name="connsiteX3" fmla="*/ 435373 w 551259"/>
                  <a:gd name="connsiteY3" fmla="*/ 605251 h 652470"/>
                  <a:gd name="connsiteX4" fmla="*/ 527098 w 551259"/>
                  <a:gd name="connsiteY4" fmla="*/ 354934 h 652470"/>
                  <a:gd name="connsiteX5" fmla="*/ 467855 w 551259"/>
                  <a:gd name="connsiteY5" fmla="*/ 112523 h 652470"/>
                  <a:gd name="connsiteX6" fmla="*/ 452233 w 551259"/>
                  <a:gd name="connsiteY6" fmla="*/ 116523 h 652470"/>
                  <a:gd name="connsiteX7" fmla="*/ 418421 w 551259"/>
                  <a:gd name="connsiteY7" fmla="*/ 122428 h 652470"/>
                  <a:gd name="connsiteX8" fmla="*/ 350695 w 551259"/>
                  <a:gd name="connsiteY8" fmla="*/ 116999 h 652470"/>
                  <a:gd name="connsiteX9" fmla="*/ 207439 w 551259"/>
                  <a:gd name="connsiteY9" fmla="*/ 134050 h 652470"/>
                  <a:gd name="connsiteX10" fmla="*/ 213727 w 551259"/>
                  <a:gd name="connsiteY10" fmla="*/ 179959 h 652470"/>
                  <a:gd name="connsiteX11" fmla="*/ 213727 w 551259"/>
                  <a:gd name="connsiteY11" fmla="*/ 201200 h 652470"/>
                  <a:gd name="connsiteX12" fmla="*/ 147907 w 551259"/>
                  <a:gd name="connsiteY12" fmla="*/ 210439 h 652470"/>
                  <a:gd name="connsiteX13" fmla="*/ 142387 w 551259"/>
                  <a:gd name="connsiteY13" fmla="*/ 231585 h 652470"/>
                  <a:gd name="connsiteX14" fmla="*/ 147335 w 551259"/>
                  <a:gd name="connsiteY14" fmla="*/ 328645 h 652470"/>
                  <a:gd name="connsiteX15" fmla="*/ 147335 w 551259"/>
                  <a:gd name="connsiteY15" fmla="*/ 328645 h 652470"/>
                  <a:gd name="connsiteX16" fmla="*/ 138099 w 551259"/>
                  <a:gd name="connsiteY16" fmla="*/ 371888 h 652470"/>
                  <a:gd name="connsiteX17" fmla="*/ 104952 w 551259"/>
                  <a:gd name="connsiteY17" fmla="*/ 358553 h 652470"/>
                  <a:gd name="connsiteX18" fmla="*/ 103905 w 551259"/>
                  <a:gd name="connsiteY18" fmla="*/ 359506 h 652470"/>
                  <a:gd name="connsiteX19" fmla="*/ 108668 w 551259"/>
                  <a:gd name="connsiteY19" fmla="*/ 369889 h 652470"/>
                  <a:gd name="connsiteX20" fmla="*/ 73805 w 551259"/>
                  <a:gd name="connsiteY20" fmla="*/ 359696 h 652470"/>
                  <a:gd name="connsiteX21" fmla="*/ 36370 w 551259"/>
                  <a:gd name="connsiteY21" fmla="*/ 430563 h 652470"/>
                  <a:gd name="connsiteX22" fmla="*/ 84474 w 551259"/>
                  <a:gd name="connsiteY22" fmla="*/ 446660 h 652470"/>
                  <a:gd name="connsiteX23" fmla="*/ 99999 w 551259"/>
                  <a:gd name="connsiteY23" fmla="*/ 465805 h 652470"/>
                  <a:gd name="connsiteX24" fmla="*/ 147907 w 551259"/>
                  <a:gd name="connsiteY24" fmla="*/ 519812 h 652470"/>
                  <a:gd name="connsiteX25" fmla="*/ 187151 w 551259"/>
                  <a:gd name="connsiteY25" fmla="*/ 559435 h 652470"/>
                  <a:gd name="connsiteX26" fmla="*/ 200583 w 551259"/>
                  <a:gd name="connsiteY26" fmla="*/ 570485 h 652470"/>
                  <a:gd name="connsiteX27" fmla="*/ 172390 w 551259"/>
                  <a:gd name="connsiteY27" fmla="*/ 585249 h 652470"/>
                  <a:gd name="connsiteX28" fmla="*/ 122002 w 551259"/>
                  <a:gd name="connsiteY28" fmla="*/ 526479 h 652470"/>
                  <a:gd name="connsiteX29" fmla="*/ 93427 w 551259"/>
                  <a:gd name="connsiteY29" fmla="*/ 469520 h 652470"/>
                  <a:gd name="connsiteX30" fmla="*/ 14939 w 551259"/>
                  <a:gd name="connsiteY30" fmla="*/ 438754 h 652470"/>
                  <a:gd name="connsiteX31" fmla="*/ 33133 w 551259"/>
                  <a:gd name="connsiteY31" fmla="*/ 350839 h 652470"/>
                  <a:gd name="connsiteX32" fmla="*/ 50848 w 551259"/>
                  <a:gd name="connsiteY32" fmla="*/ 137192 h 652470"/>
                  <a:gd name="connsiteX33" fmla="*/ 279546 w 551259"/>
                  <a:gd name="connsiteY33" fmla="*/ 1461 h 652470"/>
                  <a:gd name="connsiteX34" fmla="*/ 440801 w 551259"/>
                  <a:gd name="connsiteY34" fmla="*/ 51181 h 652470"/>
                  <a:gd name="connsiteX35" fmla="*/ 483761 w 551259"/>
                  <a:gd name="connsiteY35" fmla="*/ 104998 h 652470"/>
                  <a:gd name="connsiteX36" fmla="*/ 489379 w 551259"/>
                  <a:gd name="connsiteY36" fmla="*/ 109665 h 652470"/>
                  <a:gd name="connsiteX37" fmla="*/ 485854 w 551259"/>
                  <a:gd name="connsiteY37" fmla="*/ 117856 h 652470"/>
                  <a:gd name="connsiteX38" fmla="*/ 483854 w 551259"/>
                  <a:gd name="connsiteY38" fmla="*/ 118904 h 652470"/>
                  <a:gd name="connsiteX39" fmla="*/ 526335 w 551259"/>
                  <a:gd name="connsiteY39" fmla="*/ 172911 h 652470"/>
                  <a:gd name="connsiteX40" fmla="*/ 555961 w 551259"/>
                  <a:gd name="connsiteY40" fmla="*/ 378175 h 652470"/>
                  <a:gd name="connsiteX41" fmla="*/ 494142 w 551259"/>
                  <a:gd name="connsiteY41" fmla="*/ 591820 h 652470"/>
                  <a:gd name="connsiteX42" fmla="*/ 365080 w 551259"/>
                  <a:gd name="connsiteY42" fmla="*/ 653828 h 652470"/>
                  <a:gd name="connsiteX43" fmla="*/ 104952 w 551259"/>
                  <a:gd name="connsiteY43" fmla="*/ 417703 h 652470"/>
                  <a:gd name="connsiteX44" fmla="*/ 99710 w 551259"/>
                  <a:gd name="connsiteY44" fmla="*/ 416180 h 652470"/>
                  <a:gd name="connsiteX45" fmla="*/ 72377 w 551259"/>
                  <a:gd name="connsiteY45" fmla="*/ 403226 h 652470"/>
                  <a:gd name="connsiteX46" fmla="*/ 46848 w 551259"/>
                  <a:gd name="connsiteY46" fmla="*/ 402654 h 652470"/>
                  <a:gd name="connsiteX47" fmla="*/ 46374 w 551259"/>
                  <a:gd name="connsiteY47" fmla="*/ 402749 h 652470"/>
                  <a:gd name="connsiteX48" fmla="*/ 51136 w 551259"/>
                  <a:gd name="connsiteY48" fmla="*/ 390557 h 652470"/>
                  <a:gd name="connsiteX49" fmla="*/ 106380 w 551259"/>
                  <a:gd name="connsiteY49" fmla="*/ 397606 h 652470"/>
                  <a:gd name="connsiteX50" fmla="*/ 108379 w 551259"/>
                  <a:gd name="connsiteY50" fmla="*/ 397987 h 652470"/>
                  <a:gd name="connsiteX51" fmla="*/ 113430 w 551259"/>
                  <a:gd name="connsiteY51" fmla="*/ 411608 h 652470"/>
                  <a:gd name="connsiteX52" fmla="*/ 104952 w 551259"/>
                  <a:gd name="connsiteY52" fmla="*/ 417703 h 652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551259" h="652470">
                    <a:moveTo>
                      <a:pt x="365080" y="653828"/>
                    </a:moveTo>
                    <a:cubicBezTo>
                      <a:pt x="349365" y="654781"/>
                      <a:pt x="245729" y="642113"/>
                      <a:pt x="272114" y="614585"/>
                    </a:cubicBezTo>
                    <a:cubicBezTo>
                      <a:pt x="287829" y="607632"/>
                      <a:pt x="307358" y="621634"/>
                      <a:pt x="323645" y="623634"/>
                    </a:cubicBezTo>
                    <a:cubicBezTo>
                      <a:pt x="361555" y="632492"/>
                      <a:pt x="403082" y="628016"/>
                      <a:pt x="435373" y="605251"/>
                    </a:cubicBezTo>
                    <a:cubicBezTo>
                      <a:pt x="511955" y="553434"/>
                      <a:pt x="524717" y="454375"/>
                      <a:pt x="527098" y="354934"/>
                    </a:cubicBezTo>
                    <a:cubicBezTo>
                      <a:pt x="529670" y="257875"/>
                      <a:pt x="515764" y="186817"/>
                      <a:pt x="467855" y="112523"/>
                    </a:cubicBezTo>
                    <a:cubicBezTo>
                      <a:pt x="462804" y="114523"/>
                      <a:pt x="457567" y="115856"/>
                      <a:pt x="452233" y="116523"/>
                    </a:cubicBezTo>
                    <a:cubicBezTo>
                      <a:pt x="442136" y="122523"/>
                      <a:pt x="429848" y="122523"/>
                      <a:pt x="418421" y="122428"/>
                    </a:cubicBezTo>
                    <a:cubicBezTo>
                      <a:pt x="397748" y="122523"/>
                      <a:pt x="372317" y="119762"/>
                      <a:pt x="350695" y="116999"/>
                    </a:cubicBezTo>
                    <a:cubicBezTo>
                      <a:pt x="307358" y="111094"/>
                      <a:pt x="240492" y="104521"/>
                      <a:pt x="207439" y="134050"/>
                    </a:cubicBezTo>
                    <a:cubicBezTo>
                      <a:pt x="194295" y="148051"/>
                      <a:pt x="202202" y="170244"/>
                      <a:pt x="213727" y="179959"/>
                    </a:cubicBezTo>
                    <a:cubicBezTo>
                      <a:pt x="220680" y="184817"/>
                      <a:pt x="222298" y="197200"/>
                      <a:pt x="213727" y="201200"/>
                    </a:cubicBezTo>
                    <a:cubicBezTo>
                      <a:pt x="200485" y="209677"/>
                      <a:pt x="160958" y="204820"/>
                      <a:pt x="147907" y="210439"/>
                    </a:cubicBezTo>
                    <a:cubicBezTo>
                      <a:pt x="142670" y="215964"/>
                      <a:pt x="142480" y="224251"/>
                      <a:pt x="142387" y="231585"/>
                    </a:cubicBezTo>
                    <a:cubicBezTo>
                      <a:pt x="141433" y="263971"/>
                      <a:pt x="142763" y="296545"/>
                      <a:pt x="147335" y="328645"/>
                    </a:cubicBezTo>
                    <a:lnTo>
                      <a:pt x="147335" y="328645"/>
                    </a:lnTo>
                    <a:cubicBezTo>
                      <a:pt x="146959" y="338932"/>
                      <a:pt x="160674" y="383795"/>
                      <a:pt x="138099" y="371888"/>
                    </a:cubicBezTo>
                    <a:cubicBezTo>
                      <a:pt x="128383" y="363030"/>
                      <a:pt x="114951" y="361791"/>
                      <a:pt x="104952" y="358553"/>
                    </a:cubicBezTo>
                    <a:cubicBezTo>
                      <a:pt x="104952" y="358553"/>
                      <a:pt x="102952" y="357792"/>
                      <a:pt x="103905" y="359506"/>
                    </a:cubicBezTo>
                    <a:cubicBezTo>
                      <a:pt x="104287" y="360364"/>
                      <a:pt x="111049" y="368364"/>
                      <a:pt x="108668" y="369889"/>
                    </a:cubicBezTo>
                    <a:cubicBezTo>
                      <a:pt x="98092" y="363602"/>
                      <a:pt x="86283" y="359792"/>
                      <a:pt x="73805" y="359696"/>
                    </a:cubicBezTo>
                    <a:cubicBezTo>
                      <a:pt x="33705" y="358172"/>
                      <a:pt x="12748" y="399796"/>
                      <a:pt x="36370" y="430563"/>
                    </a:cubicBezTo>
                    <a:cubicBezTo>
                      <a:pt x="48276" y="445707"/>
                      <a:pt x="66661" y="446183"/>
                      <a:pt x="84474" y="446660"/>
                    </a:cubicBezTo>
                    <a:cubicBezTo>
                      <a:pt x="96380" y="445040"/>
                      <a:pt x="107905" y="453232"/>
                      <a:pt x="99999" y="465805"/>
                    </a:cubicBezTo>
                    <a:cubicBezTo>
                      <a:pt x="117332" y="481807"/>
                      <a:pt x="133620" y="500667"/>
                      <a:pt x="147907" y="519812"/>
                    </a:cubicBezTo>
                    <a:cubicBezTo>
                      <a:pt x="158767" y="534384"/>
                      <a:pt x="168957" y="554768"/>
                      <a:pt x="187151" y="559435"/>
                    </a:cubicBezTo>
                    <a:cubicBezTo>
                      <a:pt x="194677" y="561246"/>
                      <a:pt x="199058" y="564865"/>
                      <a:pt x="200583" y="570485"/>
                    </a:cubicBezTo>
                    <a:cubicBezTo>
                      <a:pt x="203820" y="586010"/>
                      <a:pt x="183724" y="591630"/>
                      <a:pt x="172390" y="585249"/>
                    </a:cubicBezTo>
                    <a:cubicBezTo>
                      <a:pt x="148005" y="574104"/>
                      <a:pt x="134955" y="548482"/>
                      <a:pt x="122002" y="526479"/>
                    </a:cubicBezTo>
                    <a:cubicBezTo>
                      <a:pt x="111430" y="508667"/>
                      <a:pt x="101045" y="489141"/>
                      <a:pt x="93427" y="469520"/>
                    </a:cubicBezTo>
                    <a:cubicBezTo>
                      <a:pt x="64661" y="472663"/>
                      <a:pt x="30468" y="465710"/>
                      <a:pt x="14939" y="438754"/>
                    </a:cubicBezTo>
                    <a:cubicBezTo>
                      <a:pt x="-2684" y="410655"/>
                      <a:pt x="2177" y="367221"/>
                      <a:pt x="33133" y="350839"/>
                    </a:cubicBezTo>
                    <a:cubicBezTo>
                      <a:pt x="1414" y="284164"/>
                      <a:pt x="16655" y="201486"/>
                      <a:pt x="50848" y="137192"/>
                    </a:cubicBezTo>
                    <a:cubicBezTo>
                      <a:pt x="94855" y="54135"/>
                      <a:pt x="185249" y="-539"/>
                      <a:pt x="279546" y="1461"/>
                    </a:cubicBezTo>
                    <a:cubicBezTo>
                      <a:pt x="336598" y="1461"/>
                      <a:pt x="393846" y="18511"/>
                      <a:pt x="440801" y="51181"/>
                    </a:cubicBezTo>
                    <a:cubicBezTo>
                      <a:pt x="451759" y="60420"/>
                      <a:pt x="498904" y="90520"/>
                      <a:pt x="483761" y="104998"/>
                    </a:cubicBezTo>
                    <a:cubicBezTo>
                      <a:pt x="485663" y="106522"/>
                      <a:pt x="487570" y="108141"/>
                      <a:pt x="489379" y="109665"/>
                    </a:cubicBezTo>
                    <a:cubicBezTo>
                      <a:pt x="492523" y="112523"/>
                      <a:pt x="489952" y="117952"/>
                      <a:pt x="485854" y="117856"/>
                    </a:cubicBezTo>
                    <a:cubicBezTo>
                      <a:pt x="483952" y="117761"/>
                      <a:pt x="480427" y="116047"/>
                      <a:pt x="483854" y="118904"/>
                    </a:cubicBezTo>
                    <a:cubicBezTo>
                      <a:pt x="502332" y="134239"/>
                      <a:pt x="516145" y="152623"/>
                      <a:pt x="526335" y="172911"/>
                    </a:cubicBezTo>
                    <a:cubicBezTo>
                      <a:pt x="556724" y="233014"/>
                      <a:pt x="556343" y="310357"/>
                      <a:pt x="555961" y="378175"/>
                    </a:cubicBezTo>
                    <a:cubicBezTo>
                      <a:pt x="557008" y="452089"/>
                      <a:pt x="539483" y="536099"/>
                      <a:pt x="494142" y="591820"/>
                    </a:cubicBezTo>
                    <a:cubicBezTo>
                      <a:pt x="464139" y="628682"/>
                      <a:pt x="422039" y="653067"/>
                      <a:pt x="365080" y="653828"/>
                    </a:cubicBezTo>
                    <a:close/>
                    <a:moveTo>
                      <a:pt x="104952" y="417703"/>
                    </a:moveTo>
                    <a:cubicBezTo>
                      <a:pt x="103143" y="417608"/>
                      <a:pt x="101333" y="417132"/>
                      <a:pt x="99710" y="416180"/>
                    </a:cubicBezTo>
                    <a:cubicBezTo>
                      <a:pt x="90855" y="411036"/>
                      <a:pt x="81423" y="407989"/>
                      <a:pt x="72377" y="403226"/>
                    </a:cubicBezTo>
                    <a:cubicBezTo>
                      <a:pt x="64089" y="399130"/>
                      <a:pt x="51327" y="390843"/>
                      <a:pt x="46848" y="402654"/>
                    </a:cubicBezTo>
                    <a:cubicBezTo>
                      <a:pt x="46755" y="402940"/>
                      <a:pt x="46467" y="402940"/>
                      <a:pt x="46374" y="402749"/>
                    </a:cubicBezTo>
                    <a:cubicBezTo>
                      <a:pt x="44941" y="396272"/>
                      <a:pt x="47039" y="392463"/>
                      <a:pt x="51136" y="390557"/>
                    </a:cubicBezTo>
                    <a:cubicBezTo>
                      <a:pt x="63805" y="384652"/>
                      <a:pt x="95710" y="395510"/>
                      <a:pt x="106380" y="397606"/>
                    </a:cubicBezTo>
                    <a:cubicBezTo>
                      <a:pt x="106761" y="397701"/>
                      <a:pt x="108096" y="397892"/>
                      <a:pt x="108379" y="397987"/>
                    </a:cubicBezTo>
                    <a:cubicBezTo>
                      <a:pt x="114951" y="399607"/>
                      <a:pt x="115812" y="406464"/>
                      <a:pt x="113430" y="411608"/>
                    </a:cubicBezTo>
                    <a:cubicBezTo>
                      <a:pt x="111807" y="415037"/>
                      <a:pt x="108761" y="417608"/>
                      <a:pt x="104952" y="4177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168" name="Graphic 4" descr="Man in business attire">
              <a:extLst>
                <a:ext uri="{FF2B5EF4-FFF2-40B4-BE49-F238E27FC236}">
                  <a16:creationId xmlns:a16="http://schemas.microsoft.com/office/drawing/2014/main" id="{F64164C8-C96F-4FFB-9F7E-0F2C2E8820FE}"/>
                </a:ext>
              </a:extLst>
            </p:cNvPr>
            <p:cNvGrpSpPr/>
            <p:nvPr/>
          </p:nvGrpSpPr>
          <p:grpSpPr>
            <a:xfrm>
              <a:off x="1936256" y="7325310"/>
              <a:ext cx="245840" cy="340710"/>
              <a:chOff x="1936256" y="7325310"/>
              <a:chExt cx="245840" cy="340710"/>
            </a:xfrm>
            <a:solidFill>
              <a:srgbClr val="000000"/>
            </a:solidFill>
          </p:grpSpPr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78EA9334-C436-4911-9CCA-92F78BCB9BEF}"/>
                  </a:ext>
                </a:extLst>
              </p:cNvPr>
              <p:cNvSpPr/>
              <p:nvPr/>
            </p:nvSpPr>
            <p:spPr>
              <a:xfrm>
                <a:off x="2054926" y="7640547"/>
                <a:ext cx="70809" cy="25473"/>
              </a:xfrm>
              <a:custGeom>
                <a:avLst/>
                <a:gdLst>
                  <a:gd name="connsiteX0" fmla="*/ 44544 w 70809"/>
                  <a:gd name="connsiteY0" fmla="*/ 26299 h 25473"/>
                  <a:gd name="connsiteX1" fmla="*/ 3015 w 70809"/>
                  <a:gd name="connsiteY1" fmla="*/ 13926 h 25473"/>
                  <a:gd name="connsiteX2" fmla="*/ 2157 w 70809"/>
                  <a:gd name="connsiteY2" fmla="*/ 10993 h 25473"/>
                  <a:gd name="connsiteX3" fmla="*/ 4347 w 70809"/>
                  <a:gd name="connsiteY3" fmla="*/ 8773 h 25473"/>
                  <a:gd name="connsiteX4" fmla="*/ 22350 w 70809"/>
                  <a:gd name="connsiteY4" fmla="*/ 6602 h 25473"/>
                  <a:gd name="connsiteX5" fmla="*/ 34733 w 70809"/>
                  <a:gd name="connsiteY5" fmla="*/ 5392 h 25473"/>
                  <a:gd name="connsiteX6" fmla="*/ 44258 w 70809"/>
                  <a:gd name="connsiteY6" fmla="*/ 3297 h 25473"/>
                  <a:gd name="connsiteX7" fmla="*/ 58545 w 70809"/>
                  <a:gd name="connsiteY7" fmla="*/ 829 h 25473"/>
                  <a:gd name="connsiteX8" fmla="*/ 67403 w 70809"/>
                  <a:gd name="connsiteY8" fmla="*/ 2744 h 25473"/>
                  <a:gd name="connsiteX9" fmla="*/ 72451 w 70809"/>
                  <a:gd name="connsiteY9" fmla="*/ 9564 h 25473"/>
                  <a:gd name="connsiteX10" fmla="*/ 63308 w 70809"/>
                  <a:gd name="connsiteY10" fmla="*/ 23966 h 25473"/>
                  <a:gd name="connsiteX11" fmla="*/ 53115 w 70809"/>
                  <a:gd name="connsiteY11" fmla="*/ 25937 h 25473"/>
                  <a:gd name="connsiteX12" fmla="*/ 44544 w 70809"/>
                  <a:gd name="connsiteY12" fmla="*/ 26299 h 25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809" h="25473">
                    <a:moveTo>
                      <a:pt x="44544" y="26299"/>
                    </a:moveTo>
                    <a:cubicBezTo>
                      <a:pt x="29970" y="26042"/>
                      <a:pt x="14444" y="23518"/>
                      <a:pt x="3015" y="13926"/>
                    </a:cubicBezTo>
                    <a:cubicBezTo>
                      <a:pt x="2157" y="13183"/>
                      <a:pt x="1872" y="12040"/>
                      <a:pt x="2157" y="10993"/>
                    </a:cubicBezTo>
                    <a:cubicBezTo>
                      <a:pt x="2443" y="9907"/>
                      <a:pt x="3300" y="9040"/>
                      <a:pt x="4347" y="8773"/>
                    </a:cubicBezTo>
                    <a:cubicBezTo>
                      <a:pt x="10253" y="7659"/>
                      <a:pt x="16254" y="6935"/>
                      <a:pt x="22350" y="6602"/>
                    </a:cubicBezTo>
                    <a:cubicBezTo>
                      <a:pt x="26351" y="6287"/>
                      <a:pt x="30636" y="5963"/>
                      <a:pt x="34733" y="5392"/>
                    </a:cubicBezTo>
                    <a:cubicBezTo>
                      <a:pt x="37876" y="4877"/>
                      <a:pt x="41115" y="4173"/>
                      <a:pt x="44258" y="3297"/>
                    </a:cubicBezTo>
                    <a:cubicBezTo>
                      <a:pt x="48925" y="1887"/>
                      <a:pt x="53687" y="1058"/>
                      <a:pt x="58545" y="829"/>
                    </a:cubicBezTo>
                    <a:cubicBezTo>
                      <a:pt x="61593" y="772"/>
                      <a:pt x="64641" y="1429"/>
                      <a:pt x="67403" y="2744"/>
                    </a:cubicBezTo>
                    <a:cubicBezTo>
                      <a:pt x="69975" y="4173"/>
                      <a:pt x="71880" y="6669"/>
                      <a:pt x="72451" y="9564"/>
                    </a:cubicBezTo>
                    <a:cubicBezTo>
                      <a:pt x="74452" y="15965"/>
                      <a:pt x="68736" y="21585"/>
                      <a:pt x="63308" y="23966"/>
                    </a:cubicBezTo>
                    <a:cubicBezTo>
                      <a:pt x="60070" y="25156"/>
                      <a:pt x="56545" y="25813"/>
                      <a:pt x="53115" y="25937"/>
                    </a:cubicBezTo>
                    <a:cubicBezTo>
                      <a:pt x="50068" y="26176"/>
                      <a:pt x="47210" y="26299"/>
                      <a:pt x="44544" y="262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9F0B0C52-100C-4ED7-BB88-2BC1A3FD9F26}"/>
                  </a:ext>
                </a:extLst>
              </p:cNvPr>
              <p:cNvSpPr/>
              <p:nvPr/>
            </p:nvSpPr>
            <p:spPr>
              <a:xfrm>
                <a:off x="2067737" y="7485045"/>
                <a:ext cx="75529" cy="67653"/>
              </a:xfrm>
              <a:custGeom>
                <a:avLst/>
                <a:gdLst>
                  <a:gd name="connsiteX0" fmla="*/ 43734 w 75529"/>
                  <a:gd name="connsiteY0" fmla="*/ 68454 h 67653"/>
                  <a:gd name="connsiteX1" fmla="*/ 6110 w 75529"/>
                  <a:gd name="connsiteY1" fmla="*/ 38060 h 67653"/>
                  <a:gd name="connsiteX2" fmla="*/ 11540 w 75529"/>
                  <a:gd name="connsiteY2" fmla="*/ 35917 h 67653"/>
                  <a:gd name="connsiteX3" fmla="*/ 15826 w 75529"/>
                  <a:gd name="connsiteY3" fmla="*/ 37222 h 67653"/>
                  <a:gd name="connsiteX4" fmla="*/ 58879 w 75529"/>
                  <a:gd name="connsiteY4" fmla="*/ 46757 h 67653"/>
                  <a:gd name="connsiteX5" fmla="*/ 43258 w 75529"/>
                  <a:gd name="connsiteY5" fmla="*/ 8647 h 67653"/>
                  <a:gd name="connsiteX6" fmla="*/ 42210 w 75529"/>
                  <a:gd name="connsiteY6" fmla="*/ 4523 h 67653"/>
                  <a:gd name="connsiteX7" fmla="*/ 47448 w 75529"/>
                  <a:gd name="connsiteY7" fmla="*/ 827 h 67653"/>
                  <a:gd name="connsiteX8" fmla="*/ 77357 w 75529"/>
                  <a:gd name="connsiteY8" fmla="*/ 36784 h 67653"/>
                  <a:gd name="connsiteX9" fmla="*/ 43734 w 75529"/>
                  <a:gd name="connsiteY9" fmla="*/ 68454 h 67653"/>
                  <a:gd name="connsiteX10" fmla="*/ 43734 w 75529"/>
                  <a:gd name="connsiteY10" fmla="*/ 68454 h 67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529" h="67653">
                    <a:moveTo>
                      <a:pt x="43734" y="68454"/>
                    </a:moveTo>
                    <a:cubicBezTo>
                      <a:pt x="31828" y="68883"/>
                      <a:pt x="-11225" y="54138"/>
                      <a:pt x="6110" y="38060"/>
                    </a:cubicBezTo>
                    <a:cubicBezTo>
                      <a:pt x="7634" y="36717"/>
                      <a:pt x="9539" y="35965"/>
                      <a:pt x="11540" y="35917"/>
                    </a:cubicBezTo>
                    <a:cubicBezTo>
                      <a:pt x="13063" y="35927"/>
                      <a:pt x="14587" y="36384"/>
                      <a:pt x="15826" y="37222"/>
                    </a:cubicBezTo>
                    <a:cubicBezTo>
                      <a:pt x="26398" y="45738"/>
                      <a:pt x="46116" y="60597"/>
                      <a:pt x="58879" y="46757"/>
                    </a:cubicBezTo>
                    <a:cubicBezTo>
                      <a:pt x="71261" y="31698"/>
                      <a:pt x="51926" y="12943"/>
                      <a:pt x="43258" y="8647"/>
                    </a:cubicBezTo>
                    <a:cubicBezTo>
                      <a:pt x="42019" y="7628"/>
                      <a:pt x="41638" y="5961"/>
                      <a:pt x="42210" y="4523"/>
                    </a:cubicBezTo>
                    <a:cubicBezTo>
                      <a:pt x="42972" y="2275"/>
                      <a:pt x="45067" y="779"/>
                      <a:pt x="47448" y="827"/>
                    </a:cubicBezTo>
                    <a:cubicBezTo>
                      <a:pt x="65261" y="2189"/>
                      <a:pt x="79549" y="18867"/>
                      <a:pt x="77357" y="36784"/>
                    </a:cubicBezTo>
                    <a:cubicBezTo>
                      <a:pt x="76309" y="54005"/>
                      <a:pt x="61355" y="69188"/>
                      <a:pt x="43734" y="68454"/>
                    </a:cubicBezTo>
                    <a:lnTo>
                      <a:pt x="43734" y="68454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52A39ACD-B0D3-4CBD-8442-F3247DF0910D}"/>
                  </a:ext>
                </a:extLst>
              </p:cNvPr>
              <p:cNvSpPr/>
              <p:nvPr/>
            </p:nvSpPr>
            <p:spPr>
              <a:xfrm>
                <a:off x="2146187" y="7419770"/>
                <a:ext cx="35909" cy="60161"/>
              </a:xfrm>
              <a:custGeom>
                <a:avLst/>
                <a:gdLst>
                  <a:gd name="connsiteX0" fmla="*/ 19957 w 35909"/>
                  <a:gd name="connsiteY0" fmla="*/ 60987 h 60161"/>
                  <a:gd name="connsiteX1" fmla="*/ 2050 w 35909"/>
                  <a:gd name="connsiteY1" fmla="*/ 30755 h 60161"/>
                  <a:gd name="connsiteX2" fmla="*/ 37959 w 35909"/>
                  <a:gd name="connsiteY2" fmla="*/ 30755 h 60161"/>
                  <a:gd name="connsiteX3" fmla="*/ 19957 w 35909"/>
                  <a:gd name="connsiteY3" fmla="*/ 60987 h 60161"/>
                  <a:gd name="connsiteX4" fmla="*/ 19957 w 35909"/>
                  <a:gd name="connsiteY4" fmla="*/ 60987 h 60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909" h="60161">
                    <a:moveTo>
                      <a:pt x="19957" y="60987"/>
                    </a:moveTo>
                    <a:cubicBezTo>
                      <a:pt x="6240" y="59749"/>
                      <a:pt x="2050" y="42318"/>
                      <a:pt x="2050" y="30755"/>
                    </a:cubicBezTo>
                    <a:cubicBezTo>
                      <a:pt x="2526" y="-9193"/>
                      <a:pt x="37483" y="-9107"/>
                      <a:pt x="37959" y="30755"/>
                    </a:cubicBezTo>
                    <a:cubicBezTo>
                      <a:pt x="37864" y="42309"/>
                      <a:pt x="33768" y="59768"/>
                      <a:pt x="19957" y="60987"/>
                    </a:cubicBezTo>
                    <a:lnTo>
                      <a:pt x="19957" y="6098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95882EC0-EF53-40F1-A8E1-1C830C66FEEA}"/>
                  </a:ext>
                </a:extLst>
              </p:cNvPr>
              <p:cNvSpPr/>
              <p:nvPr/>
            </p:nvSpPr>
            <p:spPr>
              <a:xfrm>
                <a:off x="1936256" y="7427200"/>
                <a:ext cx="127068" cy="52540"/>
              </a:xfrm>
              <a:custGeom>
                <a:avLst/>
                <a:gdLst>
                  <a:gd name="connsiteX0" fmla="*/ 68725 w 127068"/>
                  <a:gd name="connsiteY0" fmla="*/ 53366 h 52540"/>
                  <a:gd name="connsiteX1" fmla="*/ 57200 w 127068"/>
                  <a:gd name="connsiteY1" fmla="*/ 44651 h 52540"/>
                  <a:gd name="connsiteX2" fmla="*/ 58248 w 127068"/>
                  <a:gd name="connsiteY2" fmla="*/ 21743 h 52540"/>
                  <a:gd name="connsiteX3" fmla="*/ 58534 w 127068"/>
                  <a:gd name="connsiteY3" fmla="*/ 21239 h 52540"/>
                  <a:gd name="connsiteX4" fmla="*/ 58438 w 127068"/>
                  <a:gd name="connsiteY4" fmla="*/ 19991 h 52540"/>
                  <a:gd name="connsiteX5" fmla="*/ 27862 w 127068"/>
                  <a:gd name="connsiteY5" fmla="*/ 16943 h 52540"/>
                  <a:gd name="connsiteX6" fmla="*/ 2145 w 127068"/>
                  <a:gd name="connsiteY6" fmla="*/ 10485 h 52540"/>
                  <a:gd name="connsiteX7" fmla="*/ 2050 w 127068"/>
                  <a:gd name="connsiteY7" fmla="*/ 10180 h 52540"/>
                  <a:gd name="connsiteX8" fmla="*/ 2241 w 127068"/>
                  <a:gd name="connsiteY8" fmla="*/ 9856 h 52540"/>
                  <a:gd name="connsiteX9" fmla="*/ 26435 w 127068"/>
                  <a:gd name="connsiteY9" fmla="*/ 7342 h 52540"/>
                  <a:gd name="connsiteX10" fmla="*/ 68820 w 127068"/>
                  <a:gd name="connsiteY10" fmla="*/ 5465 h 52540"/>
                  <a:gd name="connsiteX11" fmla="*/ 79870 w 127068"/>
                  <a:gd name="connsiteY11" fmla="*/ 4703 h 52540"/>
                  <a:gd name="connsiteX12" fmla="*/ 100158 w 127068"/>
                  <a:gd name="connsiteY12" fmla="*/ 2951 h 52540"/>
                  <a:gd name="connsiteX13" fmla="*/ 117970 w 127068"/>
                  <a:gd name="connsiteY13" fmla="*/ 827 h 52540"/>
                  <a:gd name="connsiteX14" fmla="*/ 126732 w 127068"/>
                  <a:gd name="connsiteY14" fmla="*/ 15895 h 52540"/>
                  <a:gd name="connsiteX15" fmla="*/ 111588 w 127068"/>
                  <a:gd name="connsiteY15" fmla="*/ 20391 h 52540"/>
                  <a:gd name="connsiteX16" fmla="*/ 91395 w 127068"/>
                  <a:gd name="connsiteY16" fmla="*/ 20867 h 52540"/>
                  <a:gd name="connsiteX17" fmla="*/ 74060 w 127068"/>
                  <a:gd name="connsiteY17" fmla="*/ 51500 h 52540"/>
                  <a:gd name="connsiteX18" fmla="*/ 68725 w 127068"/>
                  <a:gd name="connsiteY18" fmla="*/ 53366 h 52540"/>
                  <a:gd name="connsiteX19" fmla="*/ 68725 w 127068"/>
                  <a:gd name="connsiteY19" fmla="*/ 53366 h 52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27068" h="52540">
                    <a:moveTo>
                      <a:pt x="68725" y="53366"/>
                    </a:moveTo>
                    <a:cubicBezTo>
                      <a:pt x="63581" y="53366"/>
                      <a:pt x="58819" y="48938"/>
                      <a:pt x="57200" y="44651"/>
                    </a:cubicBezTo>
                    <a:cubicBezTo>
                      <a:pt x="54819" y="37326"/>
                      <a:pt x="54342" y="28639"/>
                      <a:pt x="58248" y="21743"/>
                    </a:cubicBezTo>
                    <a:lnTo>
                      <a:pt x="58534" y="21239"/>
                    </a:lnTo>
                    <a:cubicBezTo>
                      <a:pt x="58534" y="20896"/>
                      <a:pt x="58438" y="20324"/>
                      <a:pt x="58438" y="19991"/>
                    </a:cubicBezTo>
                    <a:cubicBezTo>
                      <a:pt x="49104" y="19429"/>
                      <a:pt x="38435" y="18353"/>
                      <a:pt x="27862" y="16943"/>
                    </a:cubicBezTo>
                    <a:cubicBezTo>
                      <a:pt x="19480" y="15857"/>
                      <a:pt x="8623" y="15562"/>
                      <a:pt x="2145" y="10485"/>
                    </a:cubicBezTo>
                    <a:cubicBezTo>
                      <a:pt x="2050" y="10409"/>
                      <a:pt x="2050" y="10295"/>
                      <a:pt x="2050" y="10180"/>
                    </a:cubicBezTo>
                    <a:cubicBezTo>
                      <a:pt x="2050" y="10047"/>
                      <a:pt x="2145" y="9923"/>
                      <a:pt x="2241" y="9856"/>
                    </a:cubicBezTo>
                    <a:cubicBezTo>
                      <a:pt x="9766" y="6647"/>
                      <a:pt x="18528" y="8180"/>
                      <a:pt x="26435" y="7342"/>
                    </a:cubicBezTo>
                    <a:cubicBezTo>
                      <a:pt x="41102" y="6923"/>
                      <a:pt x="55390" y="6275"/>
                      <a:pt x="68820" y="5465"/>
                    </a:cubicBezTo>
                    <a:cubicBezTo>
                      <a:pt x="72249" y="4018"/>
                      <a:pt x="76250" y="3532"/>
                      <a:pt x="79870" y="4703"/>
                    </a:cubicBezTo>
                    <a:cubicBezTo>
                      <a:pt x="86441" y="4218"/>
                      <a:pt x="93490" y="3503"/>
                      <a:pt x="100158" y="2951"/>
                    </a:cubicBezTo>
                    <a:cubicBezTo>
                      <a:pt x="106159" y="2798"/>
                      <a:pt x="112064" y="1265"/>
                      <a:pt x="117970" y="827"/>
                    </a:cubicBezTo>
                    <a:cubicBezTo>
                      <a:pt x="125494" y="750"/>
                      <a:pt x="133114" y="8456"/>
                      <a:pt x="126732" y="15895"/>
                    </a:cubicBezTo>
                    <a:cubicBezTo>
                      <a:pt x="122255" y="21172"/>
                      <a:pt x="117398" y="20191"/>
                      <a:pt x="111588" y="20391"/>
                    </a:cubicBezTo>
                    <a:cubicBezTo>
                      <a:pt x="104825" y="20657"/>
                      <a:pt x="98157" y="20867"/>
                      <a:pt x="91395" y="20867"/>
                    </a:cubicBezTo>
                    <a:cubicBezTo>
                      <a:pt x="91776" y="33373"/>
                      <a:pt x="83774" y="44346"/>
                      <a:pt x="74060" y="51500"/>
                    </a:cubicBezTo>
                    <a:cubicBezTo>
                      <a:pt x="72535" y="52700"/>
                      <a:pt x="70630" y="53357"/>
                      <a:pt x="68725" y="53366"/>
                    </a:cubicBezTo>
                    <a:lnTo>
                      <a:pt x="68725" y="53366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FE9BE3CB-4C6F-4BF4-AF21-04F64BED7E62}"/>
                  </a:ext>
                </a:extLst>
              </p:cNvPr>
              <p:cNvSpPr/>
              <p:nvPr/>
            </p:nvSpPr>
            <p:spPr>
              <a:xfrm>
                <a:off x="2092049" y="7325310"/>
                <a:ext cx="86751" cy="60999"/>
              </a:xfrm>
              <a:custGeom>
                <a:avLst/>
                <a:gdLst>
                  <a:gd name="connsiteX0" fmla="*/ 12183 w 86751"/>
                  <a:gd name="connsiteY0" fmla="*/ 61825 h 60999"/>
                  <a:gd name="connsiteX1" fmla="*/ 2754 w 86751"/>
                  <a:gd name="connsiteY1" fmla="*/ 50072 h 60999"/>
                  <a:gd name="connsiteX2" fmla="*/ 2849 w 86751"/>
                  <a:gd name="connsiteY2" fmla="*/ 33993 h 60999"/>
                  <a:gd name="connsiteX3" fmla="*/ 25232 w 86751"/>
                  <a:gd name="connsiteY3" fmla="*/ 5285 h 60999"/>
                  <a:gd name="connsiteX4" fmla="*/ 88668 w 86751"/>
                  <a:gd name="connsiteY4" fmla="*/ 36260 h 60999"/>
                  <a:gd name="connsiteX5" fmla="*/ 84192 w 86751"/>
                  <a:gd name="connsiteY5" fmla="*/ 43185 h 60999"/>
                  <a:gd name="connsiteX6" fmla="*/ 76668 w 86751"/>
                  <a:gd name="connsiteY6" fmla="*/ 45404 h 60999"/>
                  <a:gd name="connsiteX7" fmla="*/ 63428 w 86751"/>
                  <a:gd name="connsiteY7" fmla="*/ 34707 h 60999"/>
                  <a:gd name="connsiteX8" fmla="*/ 31613 w 86751"/>
                  <a:gd name="connsiteY8" fmla="*/ 29164 h 60999"/>
                  <a:gd name="connsiteX9" fmla="*/ 18946 w 86751"/>
                  <a:gd name="connsiteY9" fmla="*/ 45214 h 60999"/>
                  <a:gd name="connsiteX10" fmla="*/ 16850 w 86751"/>
                  <a:gd name="connsiteY10" fmla="*/ 51595 h 60999"/>
                  <a:gd name="connsiteX11" fmla="*/ 12563 w 86751"/>
                  <a:gd name="connsiteY11" fmla="*/ 61673 h 60999"/>
                  <a:gd name="connsiteX12" fmla="*/ 12183 w 86751"/>
                  <a:gd name="connsiteY12" fmla="*/ 61825 h 60999"/>
                  <a:gd name="connsiteX13" fmla="*/ 12183 w 86751"/>
                  <a:gd name="connsiteY13" fmla="*/ 61825 h 60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6751" h="60999">
                    <a:moveTo>
                      <a:pt x="12183" y="61825"/>
                    </a:moveTo>
                    <a:cubicBezTo>
                      <a:pt x="6182" y="60587"/>
                      <a:pt x="3706" y="54681"/>
                      <a:pt x="2754" y="50072"/>
                    </a:cubicBezTo>
                    <a:cubicBezTo>
                      <a:pt x="1800" y="44756"/>
                      <a:pt x="1800" y="39298"/>
                      <a:pt x="2849" y="33993"/>
                    </a:cubicBezTo>
                    <a:cubicBezTo>
                      <a:pt x="5706" y="21782"/>
                      <a:pt x="13992" y="10895"/>
                      <a:pt x="25232" y="5285"/>
                    </a:cubicBezTo>
                    <a:cubicBezTo>
                      <a:pt x="47616" y="-6869"/>
                      <a:pt x="91526" y="6599"/>
                      <a:pt x="88668" y="36260"/>
                    </a:cubicBezTo>
                    <a:cubicBezTo>
                      <a:pt x="88193" y="39070"/>
                      <a:pt x="86573" y="41546"/>
                      <a:pt x="84192" y="43185"/>
                    </a:cubicBezTo>
                    <a:cubicBezTo>
                      <a:pt x="82001" y="44680"/>
                      <a:pt x="79334" y="45451"/>
                      <a:pt x="76668" y="45404"/>
                    </a:cubicBezTo>
                    <a:cubicBezTo>
                      <a:pt x="70476" y="45538"/>
                      <a:pt x="63808" y="41260"/>
                      <a:pt x="63428" y="34707"/>
                    </a:cubicBezTo>
                    <a:cubicBezTo>
                      <a:pt x="57141" y="25649"/>
                      <a:pt x="41424" y="22906"/>
                      <a:pt x="31613" y="29164"/>
                    </a:cubicBezTo>
                    <a:cubicBezTo>
                      <a:pt x="26471" y="32336"/>
                      <a:pt x="22279" y="37736"/>
                      <a:pt x="18946" y="45214"/>
                    </a:cubicBezTo>
                    <a:cubicBezTo>
                      <a:pt x="18089" y="47290"/>
                      <a:pt x="17421" y="49423"/>
                      <a:pt x="16850" y="51595"/>
                    </a:cubicBezTo>
                    <a:cubicBezTo>
                      <a:pt x="15803" y="55139"/>
                      <a:pt x="14755" y="58806"/>
                      <a:pt x="12563" y="61673"/>
                    </a:cubicBezTo>
                    <a:cubicBezTo>
                      <a:pt x="12468" y="61778"/>
                      <a:pt x="12374" y="61835"/>
                      <a:pt x="12183" y="61825"/>
                    </a:cubicBezTo>
                    <a:lnTo>
                      <a:pt x="12183" y="6182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1648E15-474C-477C-B2D6-AF7D9E929479}"/>
              </a:ext>
            </a:extLst>
          </p:cNvPr>
          <p:cNvSpPr txBox="1"/>
          <p:nvPr/>
        </p:nvSpPr>
        <p:spPr>
          <a:xfrm>
            <a:off x="912941" y="17577742"/>
            <a:ext cx="10649898" cy="279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The general results of the experiment show a disproportion in the rate of effective rentals between black and white guests</a:t>
            </a:r>
            <a:r>
              <a:rPr lang="en-US" sz="24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; </a:t>
            </a:r>
            <a:r>
              <a:rPr lang="en-US" sz="2400" b="1" dirty="0">
                <a:solidFill>
                  <a:srgbClr val="72DBDE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with</a:t>
            </a:r>
            <a:r>
              <a:rPr lang="en-GB" sz="2400" b="1" dirty="0">
                <a:solidFill>
                  <a:srgbClr val="72DBDE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 a positive response rate of 48,78% white guests positive response rate are 7,96 pp** higher than those of black guests</a:t>
            </a:r>
            <a:r>
              <a:rPr lang="en-GB" sz="24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.  </a:t>
            </a:r>
            <a:r>
              <a:rPr lang="en-GB" sz="2400" dirty="0">
                <a:solidFill>
                  <a:srgbClr val="FE595C"/>
                </a:solidFill>
                <a:latin typeface="Avenir Next LT Pro Demi" panose="020B0704020202020204" pitchFamily="34" charset="0"/>
                <a:cs typeface="Arial" panose="020B0604020202020204" pitchFamily="34" charset="0"/>
              </a:rPr>
              <a:t>That is, a </a:t>
            </a:r>
            <a:r>
              <a:rPr lang="en-US" sz="2400" dirty="0">
                <a:solidFill>
                  <a:srgbClr val="FE595C"/>
                </a:solidFill>
                <a:latin typeface="Avenir Next LT Pro Demi" panose="020B0704020202020204" pitchFamily="34" charset="0"/>
                <a:cs typeface="Arial" panose="020B0604020202020204" pitchFamily="34" charset="0"/>
              </a:rPr>
              <a:t>16% differential in acceptance rates</a:t>
            </a:r>
            <a:r>
              <a:rPr lang="en-US" sz="2400" dirty="0">
                <a:solidFill>
                  <a:schemeClr val="bg1"/>
                </a:solidFill>
                <a:latin typeface="Avenir Next LT Pro Demi" panose="020B07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against African Americans.</a:t>
            </a:r>
            <a:endParaRPr lang="en-GB" sz="2400" dirty="0">
              <a:solidFill>
                <a:schemeClr val="bg1"/>
              </a:solidFill>
              <a:latin typeface="Avenir Next LT Pro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C2D0F3A-92E5-4075-A683-5C86C097FC4A}"/>
              </a:ext>
            </a:extLst>
          </p:cNvPr>
          <p:cNvSpPr txBox="1"/>
          <p:nvPr/>
        </p:nvSpPr>
        <p:spPr>
          <a:xfrm>
            <a:off x="421351" y="2780596"/>
            <a:ext cx="12373876" cy="335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disruptive role of sharing economies within previously regulated areas of economic life has brought considerable interest in the characteristics of these new market structures. Nevertheless, little </a:t>
            </a:r>
            <a:r>
              <a:rPr lang="en-US" sz="2400" b="1" dirty="0">
                <a:solidFill>
                  <a:srgbClr val="72DBDE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emphasis has been placed on understanding the dynamics of discrimination </a:t>
            </a:r>
            <a:r>
              <a:rPr lang="en-US" sz="2400" dirty="0">
                <a:solidFill>
                  <a:schemeClr val="bg1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them</a:t>
            </a:r>
            <a:r>
              <a:rPr lang="en-US" sz="2400" dirty="0">
                <a:solidFill>
                  <a:schemeClr val="bg1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US" sz="2400" dirty="0">
                <a:solidFill>
                  <a:schemeClr val="bg1"/>
                </a:solidFill>
                <a:latin typeface="Avenir Next LT Pro" panose="020B05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face this issue, </a:t>
            </a:r>
            <a:r>
              <a:rPr lang="en-GB" sz="2400" b="1" dirty="0">
                <a:solidFill>
                  <a:srgbClr val="72DBDE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B. Edelman et al. (2017) </a:t>
            </a:r>
            <a:r>
              <a:rPr lang="en-US" sz="2400" b="1" dirty="0">
                <a:solidFill>
                  <a:srgbClr val="72DBDE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use a </a:t>
            </a:r>
            <a:r>
              <a:rPr lang="en-US" sz="2400" b="1" dirty="0">
                <a:solidFill>
                  <a:srgbClr val="FE595C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quasi-experimental approach</a:t>
            </a:r>
            <a:r>
              <a:rPr lang="en-US" sz="2400" b="1" dirty="0">
                <a:solidFill>
                  <a:schemeClr val="bg1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, grounded on web scrapping,</a:t>
            </a:r>
            <a:r>
              <a:rPr lang="en-US" sz="2400" b="1" dirty="0">
                <a:solidFill>
                  <a:srgbClr val="FE595C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to identify racial based discrimination in the rental market of </a:t>
            </a:r>
            <a:r>
              <a:rPr lang="en-US" sz="2400" b="1" dirty="0">
                <a:solidFill>
                  <a:srgbClr val="FD595D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Airbnb</a:t>
            </a:r>
            <a:r>
              <a:rPr lang="en-US" sz="2400" b="1" dirty="0">
                <a:solidFill>
                  <a:schemeClr val="bg1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.</a:t>
            </a:r>
            <a:endParaRPr lang="en-GB" sz="2400" dirty="0">
              <a:solidFill>
                <a:schemeClr val="bg1"/>
              </a:solidFill>
              <a:effectLst/>
              <a:latin typeface="Avenir Next LT Pro" panose="020B05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ABCDC62-94E8-4420-AB16-063839480589}"/>
              </a:ext>
            </a:extLst>
          </p:cNvPr>
          <p:cNvGrpSpPr/>
          <p:nvPr/>
        </p:nvGrpSpPr>
        <p:grpSpPr>
          <a:xfrm>
            <a:off x="19899525" y="24276505"/>
            <a:ext cx="7755477" cy="373631"/>
            <a:chOff x="1883319" y="28408089"/>
            <a:chExt cx="7755477" cy="373631"/>
          </a:xfrm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097F65F7-27AC-4934-99BE-2B46121EC45A}"/>
                </a:ext>
              </a:extLst>
            </p:cNvPr>
            <p:cNvSpPr/>
            <p:nvPr/>
          </p:nvSpPr>
          <p:spPr>
            <a:xfrm>
              <a:off x="1883319" y="28420789"/>
              <a:ext cx="360000" cy="360000"/>
            </a:xfrm>
            <a:prstGeom prst="ellipse">
              <a:avLst/>
            </a:prstGeom>
            <a:solidFill>
              <a:srgbClr val="BC7A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E77FBD4E-4B6E-417B-B24F-14E96368C88D}"/>
                </a:ext>
              </a:extLst>
            </p:cNvPr>
            <p:cNvSpPr txBox="1"/>
            <p:nvPr/>
          </p:nvSpPr>
          <p:spPr>
            <a:xfrm>
              <a:off x="2243319" y="28443166"/>
              <a:ext cx="23728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venir Next LT Pro" panose="020B0504020202020204" pitchFamily="34" charset="0"/>
                  <a:cs typeface="Arial" panose="020B0604020202020204" pitchFamily="34" charset="0"/>
                </a:rPr>
                <a:t>Female AA</a:t>
              </a:r>
              <a:endParaRPr lang="en-GB" sz="16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7B43045B-7460-4212-835B-CA4E05BEB1F4}"/>
                </a:ext>
              </a:extLst>
            </p:cNvPr>
            <p:cNvSpPr/>
            <p:nvPr/>
          </p:nvSpPr>
          <p:spPr>
            <a:xfrm>
              <a:off x="3621450" y="28420789"/>
              <a:ext cx="360000" cy="360000"/>
            </a:xfrm>
            <a:prstGeom prst="ellipse">
              <a:avLst/>
            </a:prstGeom>
            <a:solidFill>
              <a:srgbClr val="EA92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19EB9F8-3E5C-4560-BA22-98CE625C3F0D}"/>
                </a:ext>
              </a:extLst>
            </p:cNvPr>
            <p:cNvSpPr txBox="1"/>
            <p:nvPr/>
          </p:nvSpPr>
          <p:spPr>
            <a:xfrm>
              <a:off x="3981450" y="28443166"/>
              <a:ext cx="23728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venir Next LT Pro" panose="020B0504020202020204" pitchFamily="34" charset="0"/>
                  <a:cs typeface="Arial" panose="020B0604020202020204" pitchFamily="34" charset="0"/>
                </a:rPr>
                <a:t>Male AA</a:t>
              </a:r>
              <a:endParaRPr lang="en-GB" sz="16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25053D5F-E346-4D0F-A903-D1F99A17398C}"/>
                </a:ext>
              </a:extLst>
            </p:cNvPr>
            <p:cNvSpPr/>
            <p:nvPr/>
          </p:nvSpPr>
          <p:spPr>
            <a:xfrm>
              <a:off x="5125194" y="28420789"/>
              <a:ext cx="360000" cy="360000"/>
            </a:xfrm>
            <a:prstGeom prst="ellipse">
              <a:avLst/>
            </a:prstGeom>
            <a:solidFill>
              <a:srgbClr val="FDC6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6CE8CB07-80F3-43FE-BFF7-48829C7A2524}"/>
                </a:ext>
              </a:extLst>
            </p:cNvPr>
            <p:cNvSpPr txBox="1"/>
            <p:nvPr/>
          </p:nvSpPr>
          <p:spPr>
            <a:xfrm>
              <a:off x="5527855" y="28418812"/>
              <a:ext cx="23728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venir Next LT Pro" panose="020B0504020202020204" pitchFamily="34" charset="0"/>
                  <a:cs typeface="Arial" panose="020B0604020202020204" pitchFamily="34" charset="0"/>
                </a:rPr>
                <a:t>Male white</a:t>
              </a:r>
              <a:endParaRPr lang="en-GB" sz="16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54DEBFB3-F2EB-4454-8589-1626B9B5B02A}"/>
                </a:ext>
              </a:extLst>
            </p:cNvPr>
            <p:cNvSpPr/>
            <p:nvPr/>
          </p:nvSpPr>
          <p:spPr>
            <a:xfrm>
              <a:off x="6905986" y="28408089"/>
              <a:ext cx="360000" cy="360000"/>
            </a:xfrm>
            <a:prstGeom prst="ellipse">
              <a:avLst/>
            </a:prstGeom>
            <a:solidFill>
              <a:srgbClr val="F6B2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92AF841-BC8B-40A3-98E4-D18638467CC7}"/>
                </a:ext>
              </a:extLst>
            </p:cNvPr>
            <p:cNvSpPr txBox="1"/>
            <p:nvPr/>
          </p:nvSpPr>
          <p:spPr>
            <a:xfrm>
              <a:off x="7265986" y="28430466"/>
              <a:ext cx="23728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Avenir Next LT Pro" panose="020B0504020202020204" pitchFamily="34" charset="0"/>
                  <a:cs typeface="Arial" panose="020B0604020202020204" pitchFamily="34" charset="0"/>
                </a:rPr>
                <a:t>Female white</a:t>
              </a:r>
              <a:endParaRPr lang="en-GB" sz="16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7729A3A9-AFCE-4EF6-BB92-587A22A44711}"/>
              </a:ext>
            </a:extLst>
          </p:cNvPr>
          <p:cNvGrpSpPr/>
          <p:nvPr/>
        </p:nvGrpSpPr>
        <p:grpSpPr>
          <a:xfrm>
            <a:off x="11880612" y="16291346"/>
            <a:ext cx="2231981" cy="4004231"/>
            <a:chOff x="12322700" y="17020380"/>
            <a:chExt cx="2231981" cy="4004231"/>
          </a:xfrm>
        </p:grpSpPr>
        <p:grpSp>
          <p:nvGrpSpPr>
            <p:cNvPr id="125" name="Graphic 52" descr="Woman holding sign">
              <a:extLst>
                <a:ext uri="{FF2B5EF4-FFF2-40B4-BE49-F238E27FC236}">
                  <a16:creationId xmlns:a16="http://schemas.microsoft.com/office/drawing/2014/main" id="{502832A7-6429-4522-AFA6-027F6F200594}"/>
                </a:ext>
              </a:extLst>
            </p:cNvPr>
            <p:cNvGrpSpPr/>
            <p:nvPr/>
          </p:nvGrpSpPr>
          <p:grpSpPr>
            <a:xfrm flipH="1">
              <a:off x="12322700" y="17020380"/>
              <a:ext cx="2231981" cy="4004231"/>
              <a:chOff x="12322700" y="17020380"/>
              <a:chExt cx="2231981" cy="4004231"/>
            </a:xfrm>
          </p:grpSpPr>
          <p:grpSp>
            <p:nvGrpSpPr>
              <p:cNvPr id="126" name="Graphic 52" descr="Woman holding sign">
                <a:extLst>
                  <a:ext uri="{FF2B5EF4-FFF2-40B4-BE49-F238E27FC236}">
                    <a16:creationId xmlns:a16="http://schemas.microsoft.com/office/drawing/2014/main" id="{6692E12F-E5F7-44A9-A258-7761CC2A7A65}"/>
                  </a:ext>
                </a:extLst>
              </p:cNvPr>
              <p:cNvGrpSpPr/>
              <p:nvPr/>
            </p:nvGrpSpPr>
            <p:grpSpPr>
              <a:xfrm>
                <a:off x="12322700" y="17592423"/>
                <a:ext cx="2231981" cy="3432188"/>
                <a:chOff x="12322700" y="17592423"/>
                <a:chExt cx="2231981" cy="3432188"/>
              </a:xfrm>
            </p:grpSpPr>
            <p:sp>
              <p:nvSpPr>
                <p:cNvPr id="127" name="Freeform: Shape 126">
                  <a:extLst>
                    <a:ext uri="{FF2B5EF4-FFF2-40B4-BE49-F238E27FC236}">
                      <a16:creationId xmlns:a16="http://schemas.microsoft.com/office/drawing/2014/main" id="{11340875-E4CE-4133-8D7B-61C65B3F8E0E}"/>
                    </a:ext>
                  </a:extLst>
                </p:cNvPr>
                <p:cNvSpPr/>
                <p:nvPr/>
              </p:nvSpPr>
              <p:spPr>
                <a:xfrm>
                  <a:off x="12329835" y="17592423"/>
                  <a:ext cx="2217436" cy="3419438"/>
                </a:xfrm>
                <a:custGeom>
                  <a:avLst/>
                  <a:gdLst>
                    <a:gd name="connsiteX0" fmla="*/ 2204077 w 2217436"/>
                    <a:gd name="connsiteY0" fmla="*/ 285014 h 3419438"/>
                    <a:gd name="connsiteX1" fmla="*/ 1883016 w 2217436"/>
                    <a:gd name="connsiteY1" fmla="*/ 293431 h 3419438"/>
                    <a:gd name="connsiteX2" fmla="*/ 1875370 w 2217436"/>
                    <a:gd name="connsiteY2" fmla="*/ 221790 h 3419438"/>
                    <a:gd name="connsiteX3" fmla="*/ 1828594 w 2217436"/>
                    <a:gd name="connsiteY3" fmla="*/ 218156 h 3419438"/>
                    <a:gd name="connsiteX4" fmla="*/ 1792581 w 2217436"/>
                    <a:gd name="connsiteY4" fmla="*/ 221924 h 3419438"/>
                    <a:gd name="connsiteX5" fmla="*/ 1757816 w 2217436"/>
                    <a:gd name="connsiteY5" fmla="*/ 219579 h 3419438"/>
                    <a:gd name="connsiteX6" fmla="*/ 1720848 w 2217436"/>
                    <a:gd name="connsiteY6" fmla="*/ 209228 h 3419438"/>
                    <a:gd name="connsiteX7" fmla="*/ 1706041 w 2217436"/>
                    <a:gd name="connsiteY7" fmla="*/ 163533 h 3419438"/>
                    <a:gd name="connsiteX8" fmla="*/ 1678487 w 2217436"/>
                    <a:gd name="connsiteY8" fmla="*/ 238105 h 3419438"/>
                    <a:gd name="connsiteX9" fmla="*/ 1681058 w 2217436"/>
                    <a:gd name="connsiteY9" fmla="*/ 299679 h 3419438"/>
                    <a:gd name="connsiteX10" fmla="*/ 1562550 w 2217436"/>
                    <a:gd name="connsiteY10" fmla="*/ 304285 h 3419438"/>
                    <a:gd name="connsiteX11" fmla="*/ 1459536 w 2217436"/>
                    <a:gd name="connsiteY11" fmla="*/ 195409 h 3419438"/>
                    <a:gd name="connsiteX12" fmla="*/ 1347409 w 2217436"/>
                    <a:gd name="connsiteY12" fmla="*/ 156406 h 3419438"/>
                    <a:gd name="connsiteX13" fmla="*/ 1219161 w 2217436"/>
                    <a:gd name="connsiteY13" fmla="*/ 182528 h 3419438"/>
                    <a:gd name="connsiteX14" fmla="*/ 1220434 w 2217436"/>
                    <a:gd name="connsiteY14" fmla="*/ 131330 h 3419438"/>
                    <a:gd name="connsiteX15" fmla="*/ 1104698 w 2217436"/>
                    <a:gd name="connsiteY15" fmla="*/ 0 h 3419438"/>
                    <a:gd name="connsiteX16" fmla="*/ 999071 w 2217436"/>
                    <a:gd name="connsiteY16" fmla="*/ 52495 h 3419438"/>
                    <a:gd name="connsiteX17" fmla="*/ 998786 w 2217436"/>
                    <a:gd name="connsiteY17" fmla="*/ 172846 h 3419438"/>
                    <a:gd name="connsiteX18" fmla="*/ 990135 w 2217436"/>
                    <a:gd name="connsiteY18" fmla="*/ 180292 h 3419438"/>
                    <a:gd name="connsiteX19" fmla="*/ 870672 w 2217436"/>
                    <a:gd name="connsiteY19" fmla="*/ 162553 h 3419438"/>
                    <a:gd name="connsiteX20" fmla="*/ 718236 w 2217436"/>
                    <a:gd name="connsiteY20" fmla="*/ 239721 h 3419438"/>
                    <a:gd name="connsiteX21" fmla="*/ 632541 w 2217436"/>
                    <a:gd name="connsiteY21" fmla="*/ 324076 h 3419438"/>
                    <a:gd name="connsiteX22" fmla="*/ 603564 w 2217436"/>
                    <a:gd name="connsiteY22" fmla="*/ 326454 h 3419438"/>
                    <a:gd name="connsiteX23" fmla="*/ 602483 w 2217436"/>
                    <a:gd name="connsiteY23" fmla="*/ 272619 h 3419438"/>
                    <a:gd name="connsiteX24" fmla="*/ 587299 w 2217436"/>
                    <a:gd name="connsiteY24" fmla="*/ 227712 h 3419438"/>
                    <a:gd name="connsiteX25" fmla="*/ 567693 w 2217436"/>
                    <a:gd name="connsiteY25" fmla="*/ 196715 h 3419438"/>
                    <a:gd name="connsiteX26" fmla="*/ 558916 w 2217436"/>
                    <a:gd name="connsiteY26" fmla="*/ 241430 h 3419438"/>
                    <a:gd name="connsiteX27" fmla="*/ 524712 w 2217436"/>
                    <a:gd name="connsiteY27" fmla="*/ 259009 h 3419438"/>
                    <a:gd name="connsiteX28" fmla="*/ 486094 w 2217436"/>
                    <a:gd name="connsiteY28" fmla="*/ 261874 h 3419438"/>
                    <a:gd name="connsiteX29" fmla="*/ 456999 w 2217436"/>
                    <a:gd name="connsiteY29" fmla="*/ 263775 h 3419438"/>
                    <a:gd name="connsiteX30" fmla="*/ 407033 w 2217436"/>
                    <a:gd name="connsiteY30" fmla="*/ 277694 h 3419438"/>
                    <a:gd name="connsiteX31" fmla="*/ 405131 w 2217436"/>
                    <a:gd name="connsiteY31" fmla="*/ 333355 h 3419438"/>
                    <a:gd name="connsiteX32" fmla="*/ 12689 w 2217436"/>
                    <a:gd name="connsiteY32" fmla="*/ 336806 h 3419438"/>
                    <a:gd name="connsiteX33" fmla="*/ 1 w 2217436"/>
                    <a:gd name="connsiteY33" fmla="*/ 349779 h 3419438"/>
                    <a:gd name="connsiteX34" fmla="*/ 14800 w 2217436"/>
                    <a:gd name="connsiteY34" fmla="*/ 1435975 h 3419438"/>
                    <a:gd name="connsiteX35" fmla="*/ 26776 w 2217436"/>
                    <a:gd name="connsiteY35" fmla="*/ 1447684 h 3419438"/>
                    <a:gd name="connsiteX36" fmla="*/ 820639 w 2217436"/>
                    <a:gd name="connsiteY36" fmla="*/ 1440833 h 3419438"/>
                    <a:gd name="connsiteX37" fmla="*/ 825982 w 2217436"/>
                    <a:gd name="connsiteY37" fmla="*/ 1823024 h 3419438"/>
                    <a:gd name="connsiteX38" fmla="*/ 874667 w 2217436"/>
                    <a:gd name="connsiteY38" fmla="*/ 2313471 h 3419438"/>
                    <a:gd name="connsiteX39" fmla="*/ 880605 w 2217436"/>
                    <a:gd name="connsiteY39" fmla="*/ 2629348 h 3419438"/>
                    <a:gd name="connsiteX40" fmla="*/ 935227 w 2217436"/>
                    <a:gd name="connsiteY40" fmla="*/ 2860912 h 3419438"/>
                    <a:gd name="connsiteX41" fmla="*/ 930479 w 2217436"/>
                    <a:gd name="connsiteY41" fmla="*/ 2933349 h 3419438"/>
                    <a:gd name="connsiteX42" fmla="*/ 975487 w 2217436"/>
                    <a:gd name="connsiteY42" fmla="*/ 2968449 h 3419438"/>
                    <a:gd name="connsiteX43" fmla="*/ 960286 w 2217436"/>
                    <a:gd name="connsiteY43" fmla="*/ 3016899 h 3419438"/>
                    <a:gd name="connsiteX44" fmla="*/ 967873 w 2217436"/>
                    <a:gd name="connsiteY44" fmla="*/ 3080868 h 3419438"/>
                    <a:gd name="connsiteX45" fmla="*/ 891291 w 2217436"/>
                    <a:gd name="connsiteY45" fmla="*/ 3324049 h 3419438"/>
                    <a:gd name="connsiteX46" fmla="*/ 1110979 w 2217436"/>
                    <a:gd name="connsiteY46" fmla="*/ 3409550 h 3419438"/>
                    <a:gd name="connsiteX47" fmla="*/ 1137102 w 2217436"/>
                    <a:gd name="connsiteY47" fmla="*/ 3353738 h 3419438"/>
                    <a:gd name="connsiteX48" fmla="*/ 1103953 w 2217436"/>
                    <a:gd name="connsiteY48" fmla="*/ 3256570 h 3419438"/>
                    <a:gd name="connsiteX49" fmla="*/ 1085050 w 2217436"/>
                    <a:gd name="connsiteY49" fmla="*/ 3203422 h 3419438"/>
                    <a:gd name="connsiteX50" fmla="*/ 1086365 w 2217436"/>
                    <a:gd name="connsiteY50" fmla="*/ 3191613 h 3419438"/>
                    <a:gd name="connsiteX51" fmla="*/ 1091281 w 2217436"/>
                    <a:gd name="connsiteY51" fmla="*/ 3189443 h 3419438"/>
                    <a:gd name="connsiteX52" fmla="*/ 1179128 w 2217436"/>
                    <a:gd name="connsiteY52" fmla="*/ 3269317 h 3419438"/>
                    <a:gd name="connsiteX53" fmla="*/ 1453665 w 2217436"/>
                    <a:gd name="connsiteY53" fmla="*/ 3323756 h 3419438"/>
                    <a:gd name="connsiteX54" fmla="*/ 1447057 w 2217436"/>
                    <a:gd name="connsiteY54" fmla="*/ 3237358 h 3419438"/>
                    <a:gd name="connsiteX55" fmla="*/ 1336497 w 2217436"/>
                    <a:gd name="connsiteY55" fmla="*/ 3191386 h 3419438"/>
                    <a:gd name="connsiteX56" fmla="*/ 1230777 w 2217436"/>
                    <a:gd name="connsiteY56" fmla="*/ 3030634 h 3419438"/>
                    <a:gd name="connsiteX57" fmla="*/ 1257645 w 2217436"/>
                    <a:gd name="connsiteY57" fmla="*/ 2972251 h 3419438"/>
                    <a:gd name="connsiteX58" fmla="*/ 1293742 w 2217436"/>
                    <a:gd name="connsiteY58" fmla="*/ 2951347 h 3419438"/>
                    <a:gd name="connsiteX59" fmla="*/ 1336488 w 2217436"/>
                    <a:gd name="connsiteY59" fmla="*/ 2801248 h 3419438"/>
                    <a:gd name="connsiteX60" fmla="*/ 1489795 w 2217436"/>
                    <a:gd name="connsiteY60" fmla="*/ 2520095 h 3419438"/>
                    <a:gd name="connsiteX61" fmla="*/ 1519485 w 2217436"/>
                    <a:gd name="connsiteY61" fmla="*/ 2362156 h 3419438"/>
                    <a:gd name="connsiteX62" fmla="*/ 1544543 w 2217436"/>
                    <a:gd name="connsiteY62" fmla="*/ 1975685 h 3419438"/>
                    <a:gd name="connsiteX63" fmla="*/ 1536110 w 2217436"/>
                    <a:gd name="connsiteY63" fmla="*/ 1719708 h 3419438"/>
                    <a:gd name="connsiteX64" fmla="*/ 1505591 w 2217436"/>
                    <a:gd name="connsiteY64" fmla="*/ 1437977 h 3419438"/>
                    <a:gd name="connsiteX65" fmla="*/ 1556419 w 2217436"/>
                    <a:gd name="connsiteY65" fmla="*/ 1436922 h 3419438"/>
                    <a:gd name="connsiteX66" fmla="*/ 2193499 w 2217436"/>
                    <a:gd name="connsiteY66" fmla="*/ 1433295 h 3419438"/>
                    <a:gd name="connsiteX67" fmla="*/ 2204931 w 2217436"/>
                    <a:gd name="connsiteY67" fmla="*/ 1421930 h 3419438"/>
                    <a:gd name="connsiteX68" fmla="*/ 2217435 w 2217436"/>
                    <a:gd name="connsiteY68" fmla="*/ 298222 h 3419438"/>
                    <a:gd name="connsiteX69" fmla="*/ 2204077 w 2217436"/>
                    <a:gd name="connsiteY69" fmla="*/ 285014 h 3419438"/>
                    <a:gd name="connsiteX70" fmla="*/ 1260492 w 2217436"/>
                    <a:gd name="connsiteY70" fmla="*/ 2461142 h 3419438"/>
                    <a:gd name="connsiteX71" fmla="*/ 1209195 w 2217436"/>
                    <a:gd name="connsiteY71" fmla="*/ 2615043 h 3419438"/>
                    <a:gd name="connsiteX72" fmla="*/ 1115209 w 2217436"/>
                    <a:gd name="connsiteY72" fmla="*/ 2944806 h 3419438"/>
                    <a:gd name="connsiteX73" fmla="*/ 1101842 w 2217436"/>
                    <a:gd name="connsiteY73" fmla="*/ 2940895 h 3419438"/>
                    <a:gd name="connsiteX74" fmla="*/ 1133190 w 2217436"/>
                    <a:gd name="connsiteY74" fmla="*/ 2424090 h 3419438"/>
                    <a:gd name="connsiteX75" fmla="*/ 1158843 w 2217436"/>
                    <a:gd name="connsiteY75" fmla="*/ 2077335 h 3419438"/>
                    <a:gd name="connsiteX76" fmla="*/ 1191565 w 2217436"/>
                    <a:gd name="connsiteY76" fmla="*/ 1828509 h 3419438"/>
                    <a:gd name="connsiteX77" fmla="*/ 1206565 w 2217436"/>
                    <a:gd name="connsiteY77" fmla="*/ 1827630 h 3419438"/>
                    <a:gd name="connsiteX78" fmla="*/ 1277594 w 2217436"/>
                    <a:gd name="connsiteY78" fmla="*/ 2266387 h 3419438"/>
                    <a:gd name="connsiteX79" fmla="*/ 1260492 w 2217436"/>
                    <a:gd name="connsiteY79" fmla="*/ 2461142 h 34194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</a:cxnLst>
                  <a:rect l="l" t="t" r="r" b="b"/>
                  <a:pathLst>
                    <a:path w="2217436" h="3419438">
                      <a:moveTo>
                        <a:pt x="2204077" y="285014"/>
                      </a:moveTo>
                      <a:lnTo>
                        <a:pt x="1883016" y="293431"/>
                      </a:lnTo>
                      <a:cubicBezTo>
                        <a:pt x="1883016" y="293431"/>
                        <a:pt x="1884163" y="225559"/>
                        <a:pt x="1875370" y="221790"/>
                      </a:cubicBezTo>
                      <a:cubicBezTo>
                        <a:pt x="1866576" y="218022"/>
                        <a:pt x="1841576" y="213130"/>
                        <a:pt x="1828594" y="218156"/>
                      </a:cubicBezTo>
                      <a:cubicBezTo>
                        <a:pt x="1828594" y="218156"/>
                        <a:pt x="1808913" y="214387"/>
                        <a:pt x="1792581" y="221924"/>
                      </a:cubicBezTo>
                      <a:cubicBezTo>
                        <a:pt x="1792581" y="221924"/>
                        <a:pt x="1784617" y="214554"/>
                        <a:pt x="1757816" y="219579"/>
                      </a:cubicBezTo>
                      <a:cubicBezTo>
                        <a:pt x="1757816" y="219579"/>
                        <a:pt x="1729224" y="208809"/>
                        <a:pt x="1720848" y="209228"/>
                      </a:cubicBezTo>
                      <a:cubicBezTo>
                        <a:pt x="1720848" y="209228"/>
                        <a:pt x="1720698" y="169814"/>
                        <a:pt x="1706041" y="163533"/>
                      </a:cubicBezTo>
                      <a:cubicBezTo>
                        <a:pt x="1706041" y="163533"/>
                        <a:pt x="1675974" y="207955"/>
                        <a:pt x="1678487" y="238105"/>
                      </a:cubicBezTo>
                      <a:cubicBezTo>
                        <a:pt x="1680999" y="268256"/>
                        <a:pt x="1681058" y="299679"/>
                        <a:pt x="1681058" y="299679"/>
                      </a:cubicBezTo>
                      <a:lnTo>
                        <a:pt x="1562550" y="304285"/>
                      </a:lnTo>
                      <a:lnTo>
                        <a:pt x="1459536" y="195409"/>
                      </a:lnTo>
                      <a:cubicBezTo>
                        <a:pt x="1459536" y="195409"/>
                        <a:pt x="1423405" y="149756"/>
                        <a:pt x="1347409" y="156406"/>
                      </a:cubicBezTo>
                      <a:cubicBezTo>
                        <a:pt x="1286640" y="161724"/>
                        <a:pt x="1219161" y="182528"/>
                        <a:pt x="1219161" y="182528"/>
                      </a:cubicBezTo>
                      <a:lnTo>
                        <a:pt x="1220434" y="131330"/>
                      </a:lnTo>
                      <a:cubicBezTo>
                        <a:pt x="1220434" y="131330"/>
                        <a:pt x="1214756" y="0"/>
                        <a:pt x="1104698" y="0"/>
                      </a:cubicBezTo>
                      <a:cubicBezTo>
                        <a:pt x="994640" y="0"/>
                        <a:pt x="999071" y="52495"/>
                        <a:pt x="999071" y="52495"/>
                      </a:cubicBezTo>
                      <a:lnTo>
                        <a:pt x="998786" y="172846"/>
                      </a:lnTo>
                      <a:cubicBezTo>
                        <a:pt x="998778" y="177444"/>
                        <a:pt x="994682" y="180970"/>
                        <a:pt x="990135" y="180292"/>
                      </a:cubicBezTo>
                      <a:lnTo>
                        <a:pt x="870672" y="162553"/>
                      </a:lnTo>
                      <a:cubicBezTo>
                        <a:pt x="870672" y="162553"/>
                        <a:pt x="782121" y="152436"/>
                        <a:pt x="718236" y="239721"/>
                      </a:cubicBezTo>
                      <a:lnTo>
                        <a:pt x="632541" y="324076"/>
                      </a:lnTo>
                      <a:lnTo>
                        <a:pt x="603564" y="326454"/>
                      </a:lnTo>
                      <a:cubicBezTo>
                        <a:pt x="603564" y="326454"/>
                        <a:pt x="601219" y="281472"/>
                        <a:pt x="602483" y="272619"/>
                      </a:cubicBezTo>
                      <a:cubicBezTo>
                        <a:pt x="603748" y="263766"/>
                        <a:pt x="599317" y="241623"/>
                        <a:pt x="587299" y="227712"/>
                      </a:cubicBezTo>
                      <a:cubicBezTo>
                        <a:pt x="575281" y="213800"/>
                        <a:pt x="572668" y="197134"/>
                        <a:pt x="567693" y="196715"/>
                      </a:cubicBezTo>
                      <a:cubicBezTo>
                        <a:pt x="562710" y="196305"/>
                        <a:pt x="551956" y="210434"/>
                        <a:pt x="558916" y="241430"/>
                      </a:cubicBezTo>
                      <a:cubicBezTo>
                        <a:pt x="558916" y="241430"/>
                        <a:pt x="531671" y="253314"/>
                        <a:pt x="524712" y="259009"/>
                      </a:cubicBezTo>
                      <a:lnTo>
                        <a:pt x="486094" y="261874"/>
                      </a:lnTo>
                      <a:lnTo>
                        <a:pt x="456999" y="263775"/>
                      </a:lnTo>
                      <a:cubicBezTo>
                        <a:pt x="456999" y="263775"/>
                        <a:pt x="410190" y="265676"/>
                        <a:pt x="407033" y="277694"/>
                      </a:cubicBezTo>
                      <a:cubicBezTo>
                        <a:pt x="403867" y="289713"/>
                        <a:pt x="405131" y="333355"/>
                        <a:pt x="405131" y="333355"/>
                      </a:cubicBezTo>
                      <a:lnTo>
                        <a:pt x="12689" y="336806"/>
                      </a:lnTo>
                      <a:cubicBezTo>
                        <a:pt x="5596" y="336865"/>
                        <a:pt x="-91" y="342685"/>
                        <a:pt x="1" y="349779"/>
                      </a:cubicBezTo>
                      <a:lnTo>
                        <a:pt x="14800" y="1435975"/>
                      </a:lnTo>
                      <a:cubicBezTo>
                        <a:pt x="14884" y="1442516"/>
                        <a:pt x="20235" y="1447751"/>
                        <a:pt x="26776" y="1447684"/>
                      </a:cubicBezTo>
                      <a:cubicBezTo>
                        <a:pt x="126332" y="1446679"/>
                        <a:pt x="820706" y="1439727"/>
                        <a:pt x="820639" y="1440833"/>
                      </a:cubicBezTo>
                      <a:cubicBezTo>
                        <a:pt x="814148" y="1557524"/>
                        <a:pt x="807657" y="1609935"/>
                        <a:pt x="825982" y="1823024"/>
                      </a:cubicBezTo>
                      <a:cubicBezTo>
                        <a:pt x="834500" y="1922085"/>
                        <a:pt x="866953" y="2206638"/>
                        <a:pt x="874667" y="2313471"/>
                      </a:cubicBezTo>
                      <a:cubicBezTo>
                        <a:pt x="882388" y="2420296"/>
                        <a:pt x="875973" y="2560999"/>
                        <a:pt x="880605" y="2629348"/>
                      </a:cubicBezTo>
                      <a:cubicBezTo>
                        <a:pt x="885236" y="2697698"/>
                        <a:pt x="930127" y="2837931"/>
                        <a:pt x="935227" y="2860912"/>
                      </a:cubicBezTo>
                      <a:cubicBezTo>
                        <a:pt x="940328" y="2883893"/>
                        <a:pt x="919675" y="2906800"/>
                        <a:pt x="930479" y="2933349"/>
                      </a:cubicBezTo>
                      <a:cubicBezTo>
                        <a:pt x="941282" y="2959898"/>
                        <a:pt x="974850" y="2959580"/>
                        <a:pt x="975487" y="2968449"/>
                      </a:cubicBezTo>
                      <a:cubicBezTo>
                        <a:pt x="976123" y="2977318"/>
                        <a:pt x="963150" y="2992804"/>
                        <a:pt x="960286" y="3016899"/>
                      </a:cubicBezTo>
                      <a:cubicBezTo>
                        <a:pt x="957421" y="3040994"/>
                        <a:pt x="967396" y="3071044"/>
                        <a:pt x="967873" y="3080868"/>
                      </a:cubicBezTo>
                      <a:cubicBezTo>
                        <a:pt x="968837" y="3100500"/>
                        <a:pt x="883092" y="3294886"/>
                        <a:pt x="891291" y="3324049"/>
                      </a:cubicBezTo>
                      <a:cubicBezTo>
                        <a:pt x="899482" y="3353211"/>
                        <a:pt x="959021" y="3450430"/>
                        <a:pt x="1110979" y="3409550"/>
                      </a:cubicBezTo>
                      <a:cubicBezTo>
                        <a:pt x="1110979" y="3409550"/>
                        <a:pt x="1141155" y="3406912"/>
                        <a:pt x="1137102" y="3353738"/>
                      </a:cubicBezTo>
                      <a:cubicBezTo>
                        <a:pt x="1137102" y="3353738"/>
                        <a:pt x="1142730" y="3312458"/>
                        <a:pt x="1103953" y="3256570"/>
                      </a:cubicBezTo>
                      <a:cubicBezTo>
                        <a:pt x="1093032" y="3240833"/>
                        <a:pt x="1084506" y="3222567"/>
                        <a:pt x="1085050" y="3203422"/>
                      </a:cubicBezTo>
                      <a:lnTo>
                        <a:pt x="1086365" y="3191613"/>
                      </a:lnTo>
                      <a:cubicBezTo>
                        <a:pt x="1086633" y="3189234"/>
                        <a:pt x="1089355" y="3188028"/>
                        <a:pt x="1091281" y="3189443"/>
                      </a:cubicBezTo>
                      <a:cubicBezTo>
                        <a:pt x="1105477" y="3199829"/>
                        <a:pt x="1151289" y="3234527"/>
                        <a:pt x="1179128" y="3269317"/>
                      </a:cubicBezTo>
                      <a:cubicBezTo>
                        <a:pt x="1212377" y="3310883"/>
                        <a:pt x="1335224" y="3364291"/>
                        <a:pt x="1453665" y="3323756"/>
                      </a:cubicBezTo>
                      <a:cubicBezTo>
                        <a:pt x="1453665" y="3323756"/>
                        <a:pt x="1501872" y="3299099"/>
                        <a:pt x="1447057" y="3237358"/>
                      </a:cubicBezTo>
                      <a:cubicBezTo>
                        <a:pt x="1411865" y="3197727"/>
                        <a:pt x="1359160" y="3200583"/>
                        <a:pt x="1336497" y="3191386"/>
                      </a:cubicBezTo>
                      <a:cubicBezTo>
                        <a:pt x="1299881" y="3176529"/>
                        <a:pt x="1255425" y="3115382"/>
                        <a:pt x="1230777" y="3030634"/>
                      </a:cubicBezTo>
                      <a:cubicBezTo>
                        <a:pt x="1230777" y="3030634"/>
                        <a:pt x="1286145" y="3013097"/>
                        <a:pt x="1257645" y="2972251"/>
                      </a:cubicBezTo>
                      <a:cubicBezTo>
                        <a:pt x="1257645" y="2972251"/>
                        <a:pt x="1278901" y="2965174"/>
                        <a:pt x="1293742" y="2951347"/>
                      </a:cubicBezTo>
                      <a:cubicBezTo>
                        <a:pt x="1308582" y="2937520"/>
                        <a:pt x="1307636" y="2855209"/>
                        <a:pt x="1336488" y="2801248"/>
                      </a:cubicBezTo>
                      <a:cubicBezTo>
                        <a:pt x="1365341" y="2747287"/>
                        <a:pt x="1474000" y="2558143"/>
                        <a:pt x="1489795" y="2520095"/>
                      </a:cubicBezTo>
                      <a:cubicBezTo>
                        <a:pt x="1505591" y="2482046"/>
                        <a:pt x="1505825" y="2443671"/>
                        <a:pt x="1519485" y="2362156"/>
                      </a:cubicBezTo>
                      <a:cubicBezTo>
                        <a:pt x="1533145" y="2280641"/>
                        <a:pt x="1544543" y="1975685"/>
                        <a:pt x="1544543" y="1975685"/>
                      </a:cubicBezTo>
                      <a:cubicBezTo>
                        <a:pt x="1544543" y="1975685"/>
                        <a:pt x="1542734" y="1854992"/>
                        <a:pt x="1536110" y="1719708"/>
                      </a:cubicBezTo>
                      <a:cubicBezTo>
                        <a:pt x="1529343" y="1581435"/>
                        <a:pt x="1521738" y="1550078"/>
                        <a:pt x="1505591" y="1437977"/>
                      </a:cubicBezTo>
                      <a:cubicBezTo>
                        <a:pt x="1505457" y="1437064"/>
                        <a:pt x="1556419" y="1436922"/>
                        <a:pt x="1556419" y="1436922"/>
                      </a:cubicBezTo>
                      <a:lnTo>
                        <a:pt x="2193499" y="1433295"/>
                      </a:lnTo>
                      <a:cubicBezTo>
                        <a:pt x="2199772" y="1433262"/>
                        <a:pt x="2204864" y="1428203"/>
                        <a:pt x="2204931" y="1421930"/>
                      </a:cubicBezTo>
                      <a:lnTo>
                        <a:pt x="2217435" y="298222"/>
                      </a:lnTo>
                      <a:cubicBezTo>
                        <a:pt x="2217536" y="290818"/>
                        <a:pt x="2211472" y="284822"/>
                        <a:pt x="2204077" y="285014"/>
                      </a:cubicBezTo>
                      <a:close/>
                      <a:moveTo>
                        <a:pt x="1260492" y="2461142"/>
                      </a:moveTo>
                      <a:cubicBezTo>
                        <a:pt x="1249605" y="2488068"/>
                        <a:pt x="1224714" y="2570672"/>
                        <a:pt x="1209195" y="2615043"/>
                      </a:cubicBezTo>
                      <a:cubicBezTo>
                        <a:pt x="1167553" y="2734113"/>
                        <a:pt x="1132629" y="2874882"/>
                        <a:pt x="1115209" y="2944806"/>
                      </a:cubicBezTo>
                      <a:cubicBezTo>
                        <a:pt x="1113953" y="2949848"/>
                        <a:pt x="1101574" y="2946087"/>
                        <a:pt x="1101842" y="2940895"/>
                      </a:cubicBezTo>
                      <a:lnTo>
                        <a:pt x="1133190" y="2424090"/>
                      </a:lnTo>
                      <a:lnTo>
                        <a:pt x="1158843" y="2077335"/>
                      </a:lnTo>
                      <a:lnTo>
                        <a:pt x="1191565" y="1828509"/>
                      </a:lnTo>
                      <a:cubicBezTo>
                        <a:pt x="1192361" y="1819816"/>
                        <a:pt x="1204781" y="1819087"/>
                        <a:pt x="1206565" y="1827630"/>
                      </a:cubicBezTo>
                      <a:cubicBezTo>
                        <a:pt x="1220267" y="1893157"/>
                        <a:pt x="1238650" y="2006087"/>
                        <a:pt x="1277594" y="2266387"/>
                      </a:cubicBezTo>
                      <a:cubicBezTo>
                        <a:pt x="1281824" y="2294695"/>
                        <a:pt x="1278541" y="2416486"/>
                        <a:pt x="1260492" y="246114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3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268D74CA-DC8B-4153-90A3-39FB803ED9D8}"/>
                    </a:ext>
                  </a:extLst>
                </p:cNvPr>
                <p:cNvSpPr/>
                <p:nvPr/>
              </p:nvSpPr>
              <p:spPr>
                <a:xfrm>
                  <a:off x="13226041" y="20533529"/>
                  <a:ext cx="577237" cy="474342"/>
                </a:xfrm>
                <a:custGeom>
                  <a:avLst/>
                  <a:gdLst>
                    <a:gd name="connsiteX0" fmla="*/ 576529 w 577237"/>
                    <a:gd name="connsiteY0" fmla="*/ 346871 h 474342"/>
                    <a:gd name="connsiteX1" fmla="*/ 572467 w 577237"/>
                    <a:gd name="connsiteY1" fmla="*/ 333270 h 474342"/>
                    <a:gd name="connsiteX2" fmla="*/ 538614 w 577237"/>
                    <a:gd name="connsiteY2" fmla="*/ 284795 h 474342"/>
                    <a:gd name="connsiteX3" fmla="*/ 511261 w 577237"/>
                    <a:gd name="connsiteY3" fmla="*/ 269058 h 474342"/>
                    <a:gd name="connsiteX4" fmla="*/ 385818 w 577237"/>
                    <a:gd name="connsiteY4" fmla="*/ 201755 h 474342"/>
                    <a:gd name="connsiteX5" fmla="*/ 337218 w 577237"/>
                    <a:gd name="connsiteY5" fmla="*/ 100969 h 474342"/>
                    <a:gd name="connsiteX6" fmla="*/ 358675 w 577237"/>
                    <a:gd name="connsiteY6" fmla="*/ 70115 h 474342"/>
                    <a:gd name="connsiteX7" fmla="*/ 353021 w 577237"/>
                    <a:gd name="connsiteY7" fmla="*/ 40567 h 474342"/>
                    <a:gd name="connsiteX8" fmla="*/ 316037 w 577237"/>
                    <a:gd name="connsiteY8" fmla="*/ 44403 h 474342"/>
                    <a:gd name="connsiteX9" fmla="*/ 307369 w 577237"/>
                    <a:gd name="connsiteY9" fmla="*/ 43222 h 474342"/>
                    <a:gd name="connsiteX10" fmla="*/ 226532 w 577237"/>
                    <a:gd name="connsiteY10" fmla="*/ 3591 h 474342"/>
                    <a:gd name="connsiteX11" fmla="*/ 173802 w 577237"/>
                    <a:gd name="connsiteY11" fmla="*/ 54420 h 474342"/>
                    <a:gd name="connsiteX12" fmla="*/ 150703 w 577237"/>
                    <a:gd name="connsiteY12" fmla="*/ 62326 h 474342"/>
                    <a:gd name="connsiteX13" fmla="*/ 105092 w 577237"/>
                    <a:gd name="connsiteY13" fmla="*/ 52477 h 474342"/>
                    <a:gd name="connsiteX14" fmla="*/ 87010 w 577237"/>
                    <a:gd name="connsiteY14" fmla="*/ 45500 h 474342"/>
                    <a:gd name="connsiteX15" fmla="*/ 78066 w 577237"/>
                    <a:gd name="connsiteY15" fmla="*/ 46103 h 474342"/>
                    <a:gd name="connsiteX16" fmla="*/ 74867 w 577237"/>
                    <a:gd name="connsiteY16" fmla="*/ 115332 h 474342"/>
                    <a:gd name="connsiteX17" fmla="*/ 66073 w 577237"/>
                    <a:gd name="connsiteY17" fmla="*/ 199879 h 474342"/>
                    <a:gd name="connsiteX18" fmla="*/ 40528 w 577237"/>
                    <a:gd name="connsiteY18" fmla="*/ 264887 h 474342"/>
                    <a:gd name="connsiteX19" fmla="*/ 29884 w 577237"/>
                    <a:gd name="connsiteY19" fmla="*/ 287165 h 474342"/>
                    <a:gd name="connsiteX20" fmla="*/ 4708 w 577237"/>
                    <a:gd name="connsiteY20" fmla="*/ 398788 h 474342"/>
                    <a:gd name="connsiteX21" fmla="*/ 149581 w 577237"/>
                    <a:gd name="connsiteY21" fmla="*/ 474315 h 474342"/>
                    <a:gd name="connsiteX22" fmla="*/ 239831 w 577237"/>
                    <a:gd name="connsiteY22" fmla="*/ 443897 h 474342"/>
                    <a:gd name="connsiteX23" fmla="*/ 241724 w 577237"/>
                    <a:gd name="connsiteY23" fmla="*/ 413989 h 474342"/>
                    <a:gd name="connsiteX24" fmla="*/ 216616 w 577237"/>
                    <a:gd name="connsiteY24" fmla="*/ 328379 h 474342"/>
                    <a:gd name="connsiteX25" fmla="*/ 192537 w 577237"/>
                    <a:gd name="connsiteY25" fmla="*/ 287734 h 474342"/>
                    <a:gd name="connsiteX26" fmla="*/ 190670 w 577237"/>
                    <a:gd name="connsiteY26" fmla="*/ 248095 h 474342"/>
                    <a:gd name="connsiteX27" fmla="*/ 329378 w 577237"/>
                    <a:gd name="connsiteY27" fmla="*/ 363596 h 474342"/>
                    <a:gd name="connsiteX28" fmla="*/ 575691 w 577237"/>
                    <a:gd name="connsiteY28" fmla="*/ 359384 h 474342"/>
                    <a:gd name="connsiteX29" fmla="*/ 576529 w 577237"/>
                    <a:gd name="connsiteY29" fmla="*/ 346871 h 4743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577237" h="474342">
                      <a:moveTo>
                        <a:pt x="576529" y="346871"/>
                      </a:moveTo>
                      <a:cubicBezTo>
                        <a:pt x="576026" y="343178"/>
                        <a:pt x="573472" y="335590"/>
                        <a:pt x="572467" y="333270"/>
                      </a:cubicBezTo>
                      <a:cubicBezTo>
                        <a:pt x="568388" y="323965"/>
                        <a:pt x="551437" y="295238"/>
                        <a:pt x="538614" y="284795"/>
                      </a:cubicBezTo>
                      <a:cubicBezTo>
                        <a:pt x="525792" y="274342"/>
                        <a:pt x="517358" y="273354"/>
                        <a:pt x="511261" y="269058"/>
                      </a:cubicBezTo>
                      <a:cubicBezTo>
                        <a:pt x="463624" y="254301"/>
                        <a:pt x="416488" y="247316"/>
                        <a:pt x="385818" y="201755"/>
                      </a:cubicBezTo>
                      <a:cubicBezTo>
                        <a:pt x="378340" y="186755"/>
                        <a:pt x="340308" y="106086"/>
                        <a:pt x="337218" y="100969"/>
                      </a:cubicBezTo>
                      <a:cubicBezTo>
                        <a:pt x="331598" y="87100"/>
                        <a:pt x="345643" y="80785"/>
                        <a:pt x="358675" y="70115"/>
                      </a:cubicBezTo>
                      <a:cubicBezTo>
                        <a:pt x="368725" y="63071"/>
                        <a:pt x="369738" y="38675"/>
                        <a:pt x="353021" y="40567"/>
                      </a:cubicBezTo>
                      <a:cubicBezTo>
                        <a:pt x="341405" y="44328"/>
                        <a:pt x="328968" y="45626"/>
                        <a:pt x="316037" y="44403"/>
                      </a:cubicBezTo>
                      <a:cubicBezTo>
                        <a:pt x="314211" y="44244"/>
                        <a:pt x="309144" y="43540"/>
                        <a:pt x="307369" y="43222"/>
                      </a:cubicBezTo>
                      <a:cubicBezTo>
                        <a:pt x="256046" y="36296"/>
                        <a:pt x="233307" y="-13628"/>
                        <a:pt x="226532" y="3591"/>
                      </a:cubicBezTo>
                      <a:cubicBezTo>
                        <a:pt x="219463" y="32544"/>
                        <a:pt x="195536" y="48239"/>
                        <a:pt x="173802" y="54420"/>
                      </a:cubicBezTo>
                      <a:cubicBezTo>
                        <a:pt x="172604" y="54813"/>
                        <a:pt x="158752" y="60508"/>
                        <a:pt x="150703" y="62326"/>
                      </a:cubicBezTo>
                      <a:cubicBezTo>
                        <a:pt x="134229" y="63892"/>
                        <a:pt x="118258" y="60483"/>
                        <a:pt x="105092" y="52477"/>
                      </a:cubicBezTo>
                      <a:cubicBezTo>
                        <a:pt x="103242" y="51346"/>
                        <a:pt x="93057" y="49671"/>
                        <a:pt x="87010" y="45500"/>
                      </a:cubicBezTo>
                      <a:cubicBezTo>
                        <a:pt x="83920" y="43365"/>
                        <a:pt x="79799" y="42762"/>
                        <a:pt x="78066" y="46103"/>
                      </a:cubicBezTo>
                      <a:cubicBezTo>
                        <a:pt x="65855" y="68021"/>
                        <a:pt x="69548" y="93364"/>
                        <a:pt x="74867" y="115332"/>
                      </a:cubicBezTo>
                      <a:cubicBezTo>
                        <a:pt x="76064" y="143933"/>
                        <a:pt x="78334" y="174109"/>
                        <a:pt x="66073" y="199879"/>
                      </a:cubicBezTo>
                      <a:cubicBezTo>
                        <a:pt x="57513" y="221512"/>
                        <a:pt x="48929" y="242978"/>
                        <a:pt x="40528" y="264887"/>
                      </a:cubicBezTo>
                      <a:cubicBezTo>
                        <a:pt x="38560" y="269560"/>
                        <a:pt x="33518" y="282508"/>
                        <a:pt x="29884" y="287165"/>
                      </a:cubicBezTo>
                      <a:cubicBezTo>
                        <a:pt x="21182" y="311009"/>
                        <a:pt x="-12193" y="362390"/>
                        <a:pt x="4708" y="398788"/>
                      </a:cubicBezTo>
                      <a:cubicBezTo>
                        <a:pt x="26550" y="445832"/>
                        <a:pt x="95260" y="475371"/>
                        <a:pt x="149581" y="474315"/>
                      </a:cubicBezTo>
                      <a:cubicBezTo>
                        <a:pt x="181851" y="473034"/>
                        <a:pt x="218877" y="464609"/>
                        <a:pt x="239831" y="443897"/>
                      </a:cubicBezTo>
                      <a:cubicBezTo>
                        <a:pt x="239530" y="435849"/>
                        <a:pt x="242001" y="422013"/>
                        <a:pt x="241724" y="413989"/>
                      </a:cubicBezTo>
                      <a:cubicBezTo>
                        <a:pt x="240577" y="380304"/>
                        <a:pt x="231222" y="352734"/>
                        <a:pt x="216616" y="328379"/>
                      </a:cubicBezTo>
                      <a:cubicBezTo>
                        <a:pt x="209932" y="321402"/>
                        <a:pt x="209991" y="319911"/>
                        <a:pt x="192537" y="287734"/>
                      </a:cubicBezTo>
                      <a:cubicBezTo>
                        <a:pt x="191716" y="271160"/>
                        <a:pt x="190979" y="250440"/>
                        <a:pt x="190670" y="248095"/>
                      </a:cubicBezTo>
                      <a:cubicBezTo>
                        <a:pt x="246389" y="274099"/>
                        <a:pt x="277511" y="331779"/>
                        <a:pt x="329378" y="363596"/>
                      </a:cubicBezTo>
                      <a:cubicBezTo>
                        <a:pt x="385550" y="385380"/>
                        <a:pt x="519452" y="423839"/>
                        <a:pt x="575691" y="359384"/>
                      </a:cubicBezTo>
                      <a:cubicBezTo>
                        <a:pt x="578338" y="355866"/>
                        <a:pt x="576855" y="351126"/>
                        <a:pt x="576529" y="3468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3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7A72E837-9DB7-4719-8428-5F7081CB6706}"/>
                    </a:ext>
                  </a:extLst>
                </p:cNvPr>
                <p:cNvSpPr/>
                <p:nvPr/>
              </p:nvSpPr>
              <p:spPr>
                <a:xfrm>
                  <a:off x="13052475" y="17748472"/>
                  <a:ext cx="747291" cy="168194"/>
                </a:xfrm>
                <a:custGeom>
                  <a:avLst/>
                  <a:gdLst>
                    <a:gd name="connsiteX0" fmla="*/ 745431 w 747291"/>
                    <a:gd name="connsiteY0" fmla="*/ 51185 h 168194"/>
                    <a:gd name="connsiteX1" fmla="*/ 505181 w 747291"/>
                    <a:gd name="connsiteY1" fmla="*/ 23899 h 168194"/>
                    <a:gd name="connsiteX2" fmla="*/ 506153 w 747291"/>
                    <a:gd name="connsiteY2" fmla="*/ 46386 h 168194"/>
                    <a:gd name="connsiteX3" fmla="*/ 471982 w 747291"/>
                    <a:gd name="connsiteY3" fmla="*/ 83957 h 168194"/>
                    <a:gd name="connsiteX4" fmla="*/ 288257 w 747291"/>
                    <a:gd name="connsiteY4" fmla="*/ 42458 h 168194"/>
                    <a:gd name="connsiteX5" fmla="*/ 267696 w 747291"/>
                    <a:gd name="connsiteY5" fmla="*/ 24728 h 168194"/>
                    <a:gd name="connsiteX6" fmla="*/ 187018 w 747291"/>
                    <a:gd name="connsiteY6" fmla="*/ 15097 h 168194"/>
                    <a:gd name="connsiteX7" fmla="*/ 4993 w 747291"/>
                    <a:gd name="connsiteY7" fmla="*/ 75674 h 168194"/>
                    <a:gd name="connsiteX8" fmla="*/ 3243 w 747291"/>
                    <a:gd name="connsiteY8" fmla="*/ 80808 h 168194"/>
                    <a:gd name="connsiteX9" fmla="*/ 59038 w 747291"/>
                    <a:gd name="connsiteY9" fmla="*/ 168194 h 168194"/>
                    <a:gd name="connsiteX10" fmla="*/ 716922 w 747291"/>
                    <a:gd name="connsiteY10" fmla="*/ 149752 h 168194"/>
                    <a:gd name="connsiteX11" fmla="*/ 739007 w 747291"/>
                    <a:gd name="connsiteY11" fmla="*/ 77399 h 168194"/>
                    <a:gd name="connsiteX12" fmla="*/ 744241 w 747291"/>
                    <a:gd name="connsiteY12" fmla="*/ 62349 h 168194"/>
                    <a:gd name="connsiteX13" fmla="*/ 745431 w 747291"/>
                    <a:gd name="connsiteY13" fmla="*/ 51185 h 168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747291" h="168194">
                      <a:moveTo>
                        <a:pt x="745431" y="51185"/>
                      </a:moveTo>
                      <a:cubicBezTo>
                        <a:pt x="686009" y="-28287"/>
                        <a:pt x="587651" y="3304"/>
                        <a:pt x="505181" y="23899"/>
                      </a:cubicBezTo>
                      <a:cubicBezTo>
                        <a:pt x="495927" y="27726"/>
                        <a:pt x="505332" y="39795"/>
                        <a:pt x="506153" y="46386"/>
                      </a:cubicBezTo>
                      <a:cubicBezTo>
                        <a:pt x="506304" y="48220"/>
                        <a:pt x="500022" y="63907"/>
                        <a:pt x="471982" y="83957"/>
                      </a:cubicBezTo>
                      <a:cubicBezTo>
                        <a:pt x="402955" y="150983"/>
                        <a:pt x="347411" y="82416"/>
                        <a:pt x="288257" y="42458"/>
                      </a:cubicBezTo>
                      <a:cubicBezTo>
                        <a:pt x="284178" y="40055"/>
                        <a:pt x="273843" y="23857"/>
                        <a:pt x="267696" y="24728"/>
                      </a:cubicBezTo>
                      <a:cubicBezTo>
                        <a:pt x="240686" y="24669"/>
                        <a:pt x="213819" y="18321"/>
                        <a:pt x="187018" y="15097"/>
                      </a:cubicBezTo>
                      <a:cubicBezTo>
                        <a:pt x="112111" y="-2491"/>
                        <a:pt x="56417" y="20331"/>
                        <a:pt x="4993" y="75674"/>
                      </a:cubicBezTo>
                      <a:cubicBezTo>
                        <a:pt x="3544" y="76939"/>
                        <a:pt x="2841" y="78907"/>
                        <a:pt x="3243" y="80808"/>
                      </a:cubicBezTo>
                      <a:cubicBezTo>
                        <a:pt x="-14035" y="102181"/>
                        <a:pt x="42573" y="160087"/>
                        <a:pt x="59038" y="168194"/>
                      </a:cubicBezTo>
                      <a:cubicBezTo>
                        <a:pt x="287101" y="163303"/>
                        <a:pt x="521454" y="161310"/>
                        <a:pt x="716922" y="149752"/>
                      </a:cubicBezTo>
                      <a:cubicBezTo>
                        <a:pt x="729551" y="129141"/>
                        <a:pt x="732550" y="99401"/>
                        <a:pt x="739007" y="77399"/>
                      </a:cubicBezTo>
                      <a:cubicBezTo>
                        <a:pt x="740464" y="72433"/>
                        <a:pt x="739635" y="64711"/>
                        <a:pt x="744241" y="62349"/>
                      </a:cubicBezTo>
                      <a:cubicBezTo>
                        <a:pt x="746997" y="60934"/>
                        <a:pt x="748864" y="54468"/>
                        <a:pt x="745431" y="51185"/>
                      </a:cubicBezTo>
                      <a:close/>
                    </a:path>
                  </a:pathLst>
                </a:custGeom>
                <a:solidFill>
                  <a:srgbClr val="72DBDE"/>
                </a:solidFill>
                <a:ln w="83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0" name="Freeform: Shape 129">
                  <a:extLst>
                    <a:ext uri="{FF2B5EF4-FFF2-40B4-BE49-F238E27FC236}">
                      <a16:creationId xmlns:a16="http://schemas.microsoft.com/office/drawing/2014/main" id="{2E7CD010-8E8C-4245-AAB3-534427C39DA9}"/>
                    </a:ext>
                  </a:extLst>
                </p:cNvPr>
                <p:cNvSpPr/>
                <p:nvPr/>
              </p:nvSpPr>
              <p:spPr>
                <a:xfrm>
                  <a:off x="12335112" y="17881983"/>
                  <a:ext cx="2208263" cy="1155117"/>
                </a:xfrm>
                <a:custGeom>
                  <a:avLst/>
                  <a:gdLst>
                    <a:gd name="connsiteX0" fmla="*/ 2206664 w 2208263"/>
                    <a:gd name="connsiteY0" fmla="*/ 1543 h 1155117"/>
                    <a:gd name="connsiteX1" fmla="*/ 2202795 w 2208263"/>
                    <a:gd name="connsiteY1" fmla="*/ 2 h 1155117"/>
                    <a:gd name="connsiteX2" fmla="*/ 2130584 w 2208263"/>
                    <a:gd name="connsiteY2" fmla="*/ 1543 h 1155117"/>
                    <a:gd name="connsiteX3" fmla="*/ 1822631 w 2208263"/>
                    <a:gd name="connsiteY3" fmla="*/ 7757 h 1155117"/>
                    <a:gd name="connsiteX4" fmla="*/ 1818828 w 2208263"/>
                    <a:gd name="connsiteY4" fmla="*/ 9441 h 1155117"/>
                    <a:gd name="connsiteX5" fmla="*/ 1817388 w 2208263"/>
                    <a:gd name="connsiteY5" fmla="*/ 13335 h 1155117"/>
                    <a:gd name="connsiteX6" fmla="*/ 1807204 w 2208263"/>
                    <a:gd name="connsiteY6" fmla="*/ 48318 h 1155117"/>
                    <a:gd name="connsiteX7" fmla="*/ 1796651 w 2208263"/>
                    <a:gd name="connsiteY7" fmla="*/ 53620 h 1155117"/>
                    <a:gd name="connsiteX8" fmla="*/ 1787807 w 2208263"/>
                    <a:gd name="connsiteY8" fmla="*/ 42079 h 1155117"/>
                    <a:gd name="connsiteX9" fmla="*/ 1783703 w 2208263"/>
                    <a:gd name="connsiteY9" fmla="*/ 38318 h 1155117"/>
                    <a:gd name="connsiteX10" fmla="*/ 1778485 w 2208263"/>
                    <a:gd name="connsiteY10" fmla="*/ 40253 h 1155117"/>
                    <a:gd name="connsiteX11" fmla="*/ 1769072 w 2208263"/>
                    <a:gd name="connsiteY11" fmla="*/ 43896 h 1155117"/>
                    <a:gd name="connsiteX12" fmla="*/ 1758159 w 2208263"/>
                    <a:gd name="connsiteY12" fmla="*/ 37799 h 1155117"/>
                    <a:gd name="connsiteX13" fmla="*/ 1752020 w 2208263"/>
                    <a:gd name="connsiteY13" fmla="*/ 19416 h 1155117"/>
                    <a:gd name="connsiteX14" fmla="*/ 1751157 w 2208263"/>
                    <a:gd name="connsiteY14" fmla="*/ 15722 h 1155117"/>
                    <a:gd name="connsiteX15" fmla="*/ 1746191 w 2208263"/>
                    <a:gd name="connsiteY15" fmla="*/ 11627 h 1155117"/>
                    <a:gd name="connsiteX16" fmla="*/ 1740889 w 2208263"/>
                    <a:gd name="connsiteY16" fmla="*/ 15278 h 1155117"/>
                    <a:gd name="connsiteX17" fmla="*/ 1727129 w 2208263"/>
                    <a:gd name="connsiteY17" fmla="*/ 26208 h 1155117"/>
                    <a:gd name="connsiteX18" fmla="*/ 1718293 w 2208263"/>
                    <a:gd name="connsiteY18" fmla="*/ 16811 h 1155117"/>
                    <a:gd name="connsiteX19" fmla="*/ 1715345 w 2208263"/>
                    <a:gd name="connsiteY19" fmla="*/ 13101 h 1155117"/>
                    <a:gd name="connsiteX20" fmla="*/ 1710605 w 2208263"/>
                    <a:gd name="connsiteY20" fmla="*/ 13193 h 1155117"/>
                    <a:gd name="connsiteX21" fmla="*/ 1707724 w 2208263"/>
                    <a:gd name="connsiteY21" fmla="*/ 13930 h 1155117"/>
                    <a:gd name="connsiteX22" fmla="*/ 790002 w 2208263"/>
                    <a:gd name="connsiteY22" fmla="*/ 39709 h 1155117"/>
                    <a:gd name="connsiteX23" fmla="*/ 756325 w 2208263"/>
                    <a:gd name="connsiteY23" fmla="*/ 40437 h 1155117"/>
                    <a:gd name="connsiteX24" fmla="*/ 568990 w 2208263"/>
                    <a:gd name="connsiteY24" fmla="*/ 40839 h 1155117"/>
                    <a:gd name="connsiteX25" fmla="*/ 565104 w 2208263"/>
                    <a:gd name="connsiteY25" fmla="*/ 42305 h 1155117"/>
                    <a:gd name="connsiteX26" fmla="*/ 563438 w 2208263"/>
                    <a:gd name="connsiteY26" fmla="*/ 46107 h 1155117"/>
                    <a:gd name="connsiteX27" fmla="*/ 555515 w 2208263"/>
                    <a:gd name="connsiteY27" fmla="*/ 60487 h 1155117"/>
                    <a:gd name="connsiteX28" fmla="*/ 539903 w 2208263"/>
                    <a:gd name="connsiteY28" fmla="*/ 51543 h 1155117"/>
                    <a:gd name="connsiteX29" fmla="*/ 534150 w 2208263"/>
                    <a:gd name="connsiteY29" fmla="*/ 49080 h 1155117"/>
                    <a:gd name="connsiteX30" fmla="*/ 530004 w 2208263"/>
                    <a:gd name="connsiteY30" fmla="*/ 53771 h 1155117"/>
                    <a:gd name="connsiteX31" fmla="*/ 529862 w 2208263"/>
                    <a:gd name="connsiteY31" fmla="*/ 55203 h 1155117"/>
                    <a:gd name="connsiteX32" fmla="*/ 526093 w 2208263"/>
                    <a:gd name="connsiteY32" fmla="*/ 75487 h 1155117"/>
                    <a:gd name="connsiteX33" fmla="*/ 515465 w 2208263"/>
                    <a:gd name="connsiteY33" fmla="*/ 83485 h 1155117"/>
                    <a:gd name="connsiteX34" fmla="*/ 506059 w 2208263"/>
                    <a:gd name="connsiteY34" fmla="*/ 81191 h 1155117"/>
                    <a:gd name="connsiteX35" fmla="*/ 500683 w 2208263"/>
                    <a:gd name="connsiteY35" fmla="*/ 79792 h 1155117"/>
                    <a:gd name="connsiteX36" fmla="*/ 496972 w 2208263"/>
                    <a:gd name="connsiteY36" fmla="*/ 83929 h 1155117"/>
                    <a:gd name="connsiteX37" fmla="*/ 489041 w 2208263"/>
                    <a:gd name="connsiteY37" fmla="*/ 96785 h 1155117"/>
                    <a:gd name="connsiteX38" fmla="*/ 473849 w 2208263"/>
                    <a:gd name="connsiteY38" fmla="*/ 87707 h 1155117"/>
                    <a:gd name="connsiteX39" fmla="*/ 463832 w 2208263"/>
                    <a:gd name="connsiteY39" fmla="*/ 56568 h 1155117"/>
                    <a:gd name="connsiteX40" fmla="*/ 458648 w 2208263"/>
                    <a:gd name="connsiteY40" fmla="*/ 51559 h 1155117"/>
                    <a:gd name="connsiteX41" fmla="*/ 449075 w 2208263"/>
                    <a:gd name="connsiteY41" fmla="*/ 46878 h 1155117"/>
                    <a:gd name="connsiteX42" fmla="*/ 445549 w 2208263"/>
                    <a:gd name="connsiteY42" fmla="*/ 45722 h 1155117"/>
                    <a:gd name="connsiteX43" fmla="*/ 215928 w 2208263"/>
                    <a:gd name="connsiteY43" fmla="*/ 50077 h 1155117"/>
                    <a:gd name="connsiteX44" fmla="*/ 5168 w 2208263"/>
                    <a:gd name="connsiteY44" fmla="*/ 53779 h 1155117"/>
                    <a:gd name="connsiteX45" fmla="*/ 0 w 2208263"/>
                    <a:gd name="connsiteY45" fmla="*/ 59181 h 1155117"/>
                    <a:gd name="connsiteX46" fmla="*/ 7052 w 2208263"/>
                    <a:gd name="connsiteY46" fmla="*/ 597878 h 1155117"/>
                    <a:gd name="connsiteX47" fmla="*/ 14263 w 2208263"/>
                    <a:gd name="connsiteY47" fmla="*/ 1149833 h 1155117"/>
                    <a:gd name="connsiteX48" fmla="*/ 19607 w 2208263"/>
                    <a:gd name="connsiteY48" fmla="*/ 1155117 h 1155117"/>
                    <a:gd name="connsiteX49" fmla="*/ 19640 w 2208263"/>
                    <a:gd name="connsiteY49" fmla="*/ 1155117 h 1155117"/>
                    <a:gd name="connsiteX50" fmla="*/ 652825 w 2208263"/>
                    <a:gd name="connsiteY50" fmla="*/ 1150645 h 1155117"/>
                    <a:gd name="connsiteX51" fmla="*/ 851911 w 2208263"/>
                    <a:gd name="connsiteY51" fmla="*/ 1149096 h 1155117"/>
                    <a:gd name="connsiteX52" fmla="*/ 852087 w 2208263"/>
                    <a:gd name="connsiteY52" fmla="*/ 1149087 h 1155117"/>
                    <a:gd name="connsiteX53" fmla="*/ 1619425 w 2208263"/>
                    <a:gd name="connsiteY53" fmla="*/ 1141633 h 1155117"/>
                    <a:gd name="connsiteX54" fmla="*/ 2190157 w 2208263"/>
                    <a:gd name="connsiteY54" fmla="*/ 1139632 h 1155117"/>
                    <a:gd name="connsiteX55" fmla="*/ 2195391 w 2208263"/>
                    <a:gd name="connsiteY55" fmla="*/ 1134389 h 1155117"/>
                    <a:gd name="connsiteX56" fmla="*/ 2201178 w 2208263"/>
                    <a:gd name="connsiteY56" fmla="*/ 671788 h 1155117"/>
                    <a:gd name="connsiteX57" fmla="*/ 2204219 w 2208263"/>
                    <a:gd name="connsiteY57" fmla="*/ 385225 h 1155117"/>
                    <a:gd name="connsiteX58" fmla="*/ 2205441 w 2208263"/>
                    <a:gd name="connsiteY58" fmla="*/ 271223 h 1155117"/>
                    <a:gd name="connsiteX59" fmla="*/ 2208264 w 2208263"/>
                    <a:gd name="connsiteY59" fmla="*/ 5396 h 1155117"/>
                    <a:gd name="connsiteX60" fmla="*/ 2206664 w 2208263"/>
                    <a:gd name="connsiteY60" fmla="*/ 1543 h 1155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</a:cxnLst>
                  <a:rect l="l" t="t" r="r" b="b"/>
                  <a:pathLst>
                    <a:path w="2208263" h="1155117">
                      <a:moveTo>
                        <a:pt x="2206664" y="1543"/>
                      </a:moveTo>
                      <a:cubicBezTo>
                        <a:pt x="2205634" y="530"/>
                        <a:pt x="2204227" y="-40"/>
                        <a:pt x="2202795" y="2"/>
                      </a:cubicBezTo>
                      <a:cubicBezTo>
                        <a:pt x="2178725" y="513"/>
                        <a:pt x="2154655" y="1024"/>
                        <a:pt x="2130584" y="1543"/>
                      </a:cubicBezTo>
                      <a:cubicBezTo>
                        <a:pt x="2029656" y="3704"/>
                        <a:pt x="1925285" y="5932"/>
                        <a:pt x="1822631" y="7757"/>
                      </a:cubicBezTo>
                      <a:cubicBezTo>
                        <a:pt x="1821190" y="7783"/>
                        <a:pt x="1819817" y="8386"/>
                        <a:pt x="1818828" y="9441"/>
                      </a:cubicBezTo>
                      <a:cubicBezTo>
                        <a:pt x="1817840" y="10488"/>
                        <a:pt x="1817321" y="11895"/>
                        <a:pt x="1817388" y="13335"/>
                      </a:cubicBezTo>
                      <a:cubicBezTo>
                        <a:pt x="1817848" y="23754"/>
                        <a:pt x="1816467" y="38268"/>
                        <a:pt x="1807204" y="48318"/>
                      </a:cubicBezTo>
                      <a:cubicBezTo>
                        <a:pt x="1805076" y="50714"/>
                        <a:pt x="1800864" y="54583"/>
                        <a:pt x="1796651" y="53620"/>
                      </a:cubicBezTo>
                      <a:cubicBezTo>
                        <a:pt x="1792966" y="52791"/>
                        <a:pt x="1789658" y="48469"/>
                        <a:pt x="1787807" y="42079"/>
                      </a:cubicBezTo>
                      <a:cubicBezTo>
                        <a:pt x="1787246" y="40153"/>
                        <a:pt x="1785663" y="38704"/>
                        <a:pt x="1783703" y="38318"/>
                      </a:cubicBezTo>
                      <a:cubicBezTo>
                        <a:pt x="1781735" y="37933"/>
                        <a:pt x="1779725" y="38678"/>
                        <a:pt x="1778485" y="40253"/>
                      </a:cubicBezTo>
                      <a:cubicBezTo>
                        <a:pt x="1776467" y="42807"/>
                        <a:pt x="1773050" y="44139"/>
                        <a:pt x="1769072" y="43896"/>
                      </a:cubicBezTo>
                      <a:cubicBezTo>
                        <a:pt x="1764465" y="43620"/>
                        <a:pt x="1760286" y="41283"/>
                        <a:pt x="1758159" y="37799"/>
                      </a:cubicBezTo>
                      <a:cubicBezTo>
                        <a:pt x="1755094" y="32799"/>
                        <a:pt x="1753536" y="25990"/>
                        <a:pt x="1752020" y="19416"/>
                      </a:cubicBezTo>
                      <a:cubicBezTo>
                        <a:pt x="1751735" y="18168"/>
                        <a:pt x="1751450" y="16937"/>
                        <a:pt x="1751157" y="15722"/>
                      </a:cubicBezTo>
                      <a:cubicBezTo>
                        <a:pt x="1750604" y="13402"/>
                        <a:pt x="1748569" y="11736"/>
                        <a:pt x="1746191" y="11627"/>
                      </a:cubicBezTo>
                      <a:cubicBezTo>
                        <a:pt x="1743821" y="11518"/>
                        <a:pt x="1741643" y="13017"/>
                        <a:pt x="1740889" y="15278"/>
                      </a:cubicBezTo>
                      <a:cubicBezTo>
                        <a:pt x="1738385" y="22808"/>
                        <a:pt x="1732037" y="26468"/>
                        <a:pt x="1727129" y="26208"/>
                      </a:cubicBezTo>
                      <a:cubicBezTo>
                        <a:pt x="1722682" y="25965"/>
                        <a:pt x="1719549" y="22623"/>
                        <a:pt x="1718293" y="16811"/>
                      </a:cubicBezTo>
                      <a:cubicBezTo>
                        <a:pt x="1717941" y="15186"/>
                        <a:pt x="1716853" y="13813"/>
                        <a:pt x="1715345" y="13101"/>
                      </a:cubicBezTo>
                      <a:cubicBezTo>
                        <a:pt x="1713838" y="12389"/>
                        <a:pt x="1712087" y="12422"/>
                        <a:pt x="1710605" y="13193"/>
                      </a:cubicBezTo>
                      <a:cubicBezTo>
                        <a:pt x="1709817" y="13603"/>
                        <a:pt x="1708846" y="13846"/>
                        <a:pt x="1707724" y="13930"/>
                      </a:cubicBezTo>
                      <a:cubicBezTo>
                        <a:pt x="1410088" y="25303"/>
                        <a:pt x="1090753" y="33042"/>
                        <a:pt x="790002" y="39709"/>
                      </a:cubicBezTo>
                      <a:cubicBezTo>
                        <a:pt x="778846" y="39935"/>
                        <a:pt x="767607" y="40186"/>
                        <a:pt x="756325" y="40437"/>
                      </a:cubicBezTo>
                      <a:cubicBezTo>
                        <a:pt x="694668" y="41819"/>
                        <a:pt x="630908" y="43243"/>
                        <a:pt x="568990" y="40839"/>
                      </a:cubicBezTo>
                      <a:cubicBezTo>
                        <a:pt x="567558" y="40789"/>
                        <a:pt x="566151" y="41308"/>
                        <a:pt x="565104" y="42305"/>
                      </a:cubicBezTo>
                      <a:cubicBezTo>
                        <a:pt x="564057" y="43293"/>
                        <a:pt x="563463" y="44667"/>
                        <a:pt x="563438" y="46107"/>
                      </a:cubicBezTo>
                      <a:cubicBezTo>
                        <a:pt x="563329" y="53796"/>
                        <a:pt x="560372" y="59172"/>
                        <a:pt x="555515" y="60487"/>
                      </a:cubicBezTo>
                      <a:cubicBezTo>
                        <a:pt x="551134" y="61677"/>
                        <a:pt x="544602" y="59365"/>
                        <a:pt x="539903" y="51543"/>
                      </a:cubicBezTo>
                      <a:cubicBezTo>
                        <a:pt x="538714" y="49566"/>
                        <a:pt x="536394" y="48570"/>
                        <a:pt x="534150" y="49080"/>
                      </a:cubicBezTo>
                      <a:cubicBezTo>
                        <a:pt x="531905" y="49583"/>
                        <a:pt x="530230" y="51476"/>
                        <a:pt x="530004" y="53771"/>
                      </a:cubicBezTo>
                      <a:lnTo>
                        <a:pt x="529862" y="55203"/>
                      </a:lnTo>
                      <a:cubicBezTo>
                        <a:pt x="529175" y="62305"/>
                        <a:pt x="528455" y="69650"/>
                        <a:pt x="526093" y="75487"/>
                      </a:cubicBezTo>
                      <a:cubicBezTo>
                        <a:pt x="524535" y="79331"/>
                        <a:pt x="520264" y="82547"/>
                        <a:pt x="515465" y="83485"/>
                      </a:cubicBezTo>
                      <a:cubicBezTo>
                        <a:pt x="513647" y="83837"/>
                        <a:pt x="509108" y="84323"/>
                        <a:pt x="506059" y="81191"/>
                      </a:cubicBezTo>
                      <a:cubicBezTo>
                        <a:pt x="504669" y="79759"/>
                        <a:pt x="502601" y="79223"/>
                        <a:pt x="500683" y="79792"/>
                      </a:cubicBezTo>
                      <a:cubicBezTo>
                        <a:pt x="498773" y="80370"/>
                        <a:pt x="497341" y="81961"/>
                        <a:pt x="496972" y="83929"/>
                      </a:cubicBezTo>
                      <a:cubicBezTo>
                        <a:pt x="495616" y="91207"/>
                        <a:pt x="492726" y="95889"/>
                        <a:pt x="489041" y="96785"/>
                      </a:cubicBezTo>
                      <a:cubicBezTo>
                        <a:pt x="484820" y="97790"/>
                        <a:pt x="479016" y="94348"/>
                        <a:pt x="473849" y="87707"/>
                      </a:cubicBezTo>
                      <a:cubicBezTo>
                        <a:pt x="467953" y="80278"/>
                        <a:pt x="464670" y="70094"/>
                        <a:pt x="463832" y="56568"/>
                      </a:cubicBezTo>
                      <a:cubicBezTo>
                        <a:pt x="463665" y="53804"/>
                        <a:pt x="461412" y="51635"/>
                        <a:pt x="458648" y="51559"/>
                      </a:cubicBezTo>
                      <a:cubicBezTo>
                        <a:pt x="456294" y="51492"/>
                        <a:pt x="452626" y="49700"/>
                        <a:pt x="449075" y="46878"/>
                      </a:cubicBezTo>
                      <a:cubicBezTo>
                        <a:pt x="448078" y="46082"/>
                        <a:pt x="446822" y="45672"/>
                        <a:pt x="445549" y="45722"/>
                      </a:cubicBezTo>
                      <a:cubicBezTo>
                        <a:pt x="369143" y="48511"/>
                        <a:pt x="291254" y="49307"/>
                        <a:pt x="215928" y="50077"/>
                      </a:cubicBezTo>
                      <a:cubicBezTo>
                        <a:pt x="146833" y="50781"/>
                        <a:pt x="75385" y="51518"/>
                        <a:pt x="5168" y="53779"/>
                      </a:cubicBezTo>
                      <a:cubicBezTo>
                        <a:pt x="2262" y="53871"/>
                        <a:pt x="-33" y="56275"/>
                        <a:pt x="0" y="59181"/>
                      </a:cubicBezTo>
                      <a:cubicBezTo>
                        <a:pt x="2111" y="238744"/>
                        <a:pt x="4623" y="421313"/>
                        <a:pt x="7052" y="597878"/>
                      </a:cubicBezTo>
                      <a:cubicBezTo>
                        <a:pt x="9540" y="778781"/>
                        <a:pt x="12119" y="965848"/>
                        <a:pt x="14263" y="1149833"/>
                      </a:cubicBezTo>
                      <a:cubicBezTo>
                        <a:pt x="14297" y="1152764"/>
                        <a:pt x="16684" y="1155117"/>
                        <a:pt x="19607" y="1155117"/>
                      </a:cubicBezTo>
                      <a:cubicBezTo>
                        <a:pt x="19615" y="1155117"/>
                        <a:pt x="19623" y="1155117"/>
                        <a:pt x="19640" y="1155117"/>
                      </a:cubicBezTo>
                      <a:cubicBezTo>
                        <a:pt x="230685" y="1153962"/>
                        <a:pt x="445290" y="1152278"/>
                        <a:pt x="652825" y="1150645"/>
                      </a:cubicBezTo>
                      <a:cubicBezTo>
                        <a:pt x="719190" y="1150126"/>
                        <a:pt x="785554" y="1149606"/>
                        <a:pt x="851911" y="1149096"/>
                      </a:cubicBezTo>
                      <a:cubicBezTo>
                        <a:pt x="851969" y="1149096"/>
                        <a:pt x="852028" y="1149096"/>
                        <a:pt x="852087" y="1149087"/>
                      </a:cubicBezTo>
                      <a:cubicBezTo>
                        <a:pt x="1098374" y="1139263"/>
                        <a:pt x="1363263" y="1140469"/>
                        <a:pt x="1619425" y="1141633"/>
                      </a:cubicBezTo>
                      <a:cubicBezTo>
                        <a:pt x="1809641" y="1142496"/>
                        <a:pt x="2006331" y="1143392"/>
                        <a:pt x="2190157" y="1139632"/>
                      </a:cubicBezTo>
                      <a:cubicBezTo>
                        <a:pt x="2193029" y="1139573"/>
                        <a:pt x="2195341" y="1137262"/>
                        <a:pt x="2195391" y="1134389"/>
                      </a:cubicBezTo>
                      <a:cubicBezTo>
                        <a:pt x="2198280" y="980194"/>
                        <a:pt x="2199754" y="823412"/>
                        <a:pt x="2201178" y="671788"/>
                      </a:cubicBezTo>
                      <a:cubicBezTo>
                        <a:pt x="2202058" y="577870"/>
                        <a:pt x="2202971" y="480752"/>
                        <a:pt x="2204219" y="385225"/>
                      </a:cubicBezTo>
                      <a:lnTo>
                        <a:pt x="2205441" y="271223"/>
                      </a:lnTo>
                      <a:cubicBezTo>
                        <a:pt x="2206396" y="182614"/>
                        <a:pt x="2207351" y="94005"/>
                        <a:pt x="2208264" y="5396"/>
                      </a:cubicBezTo>
                      <a:cubicBezTo>
                        <a:pt x="2208272" y="3947"/>
                        <a:pt x="2207694" y="2557"/>
                        <a:pt x="2206664" y="1543"/>
                      </a:cubicBezTo>
                      <a:close/>
                    </a:path>
                  </a:pathLst>
                </a:custGeom>
                <a:solidFill>
                  <a:srgbClr val="FD595D"/>
                </a:solidFill>
                <a:ln w="8352" cap="flat">
                  <a:solidFill>
                    <a:schemeClr val="bg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  <a:latin typeface="Avenir Next LT Pro" panose="020B0504020202020204" pitchFamily="34" charset="0"/>
                    </a:rPr>
                    <a:t>16%</a:t>
                  </a:r>
                  <a:endParaRPr lang="en-GB" dirty="0">
                    <a:solidFill>
                      <a:schemeClr val="bg1"/>
                    </a:solidFill>
                    <a:latin typeface="Avenir Next LT Pro" panose="020B0504020202020204" pitchFamily="34" charset="0"/>
                  </a:endParaRPr>
                </a:p>
              </p:txBody>
            </p:sp>
            <p:sp>
              <p:nvSpPr>
                <p:cNvPr id="131" name="Freeform: Shape 130">
                  <a:extLst>
                    <a:ext uri="{FF2B5EF4-FFF2-40B4-BE49-F238E27FC236}">
                      <a16:creationId xmlns:a16="http://schemas.microsoft.com/office/drawing/2014/main" id="{57C58ADE-5A47-4A60-8013-1925ABD83997}"/>
                    </a:ext>
                  </a:extLst>
                </p:cNvPr>
                <p:cNvSpPr/>
                <p:nvPr/>
              </p:nvSpPr>
              <p:spPr>
                <a:xfrm>
                  <a:off x="12322700" y="17632362"/>
                  <a:ext cx="2231981" cy="3392249"/>
                </a:xfrm>
                <a:custGeom>
                  <a:avLst/>
                  <a:gdLst>
                    <a:gd name="connsiteX0" fmla="*/ 2223900 w 2231981"/>
                    <a:gd name="connsiteY0" fmla="*/ 238768 h 3392249"/>
                    <a:gd name="connsiteX1" fmla="*/ 1852597 w 2231981"/>
                    <a:gd name="connsiteY1" fmla="*/ 246541 h 3392249"/>
                    <a:gd name="connsiteX2" fmla="*/ 1865461 w 2231981"/>
                    <a:gd name="connsiteY2" fmla="*/ 211022 h 3392249"/>
                    <a:gd name="connsiteX3" fmla="*/ 1856441 w 2231981"/>
                    <a:gd name="connsiteY3" fmla="*/ 208576 h 3392249"/>
                    <a:gd name="connsiteX4" fmla="*/ 1834590 w 2231981"/>
                    <a:gd name="connsiteY4" fmla="*/ 247018 h 3392249"/>
                    <a:gd name="connsiteX5" fmla="*/ 1833586 w 2231981"/>
                    <a:gd name="connsiteY5" fmla="*/ 247269 h 3392249"/>
                    <a:gd name="connsiteX6" fmla="*/ 1833183 w 2231981"/>
                    <a:gd name="connsiteY6" fmla="*/ 224037 h 3392249"/>
                    <a:gd name="connsiteX7" fmla="*/ 1849281 w 2231981"/>
                    <a:gd name="connsiteY7" fmla="*/ 183132 h 3392249"/>
                    <a:gd name="connsiteX8" fmla="*/ 1876567 w 2231981"/>
                    <a:gd name="connsiteY8" fmla="*/ 186625 h 3392249"/>
                    <a:gd name="connsiteX9" fmla="*/ 1882831 w 2231981"/>
                    <a:gd name="connsiteY9" fmla="*/ 210980 h 3392249"/>
                    <a:gd name="connsiteX10" fmla="*/ 1885662 w 2231981"/>
                    <a:gd name="connsiteY10" fmla="*/ 241331 h 3392249"/>
                    <a:gd name="connsiteX11" fmla="*/ 1894892 w 2231981"/>
                    <a:gd name="connsiteY11" fmla="*/ 241331 h 3392249"/>
                    <a:gd name="connsiteX12" fmla="*/ 1895670 w 2231981"/>
                    <a:gd name="connsiteY12" fmla="*/ 208744 h 3392249"/>
                    <a:gd name="connsiteX13" fmla="*/ 1890034 w 2231981"/>
                    <a:gd name="connsiteY13" fmla="*/ 181910 h 3392249"/>
                    <a:gd name="connsiteX14" fmla="*/ 1833225 w 2231981"/>
                    <a:gd name="connsiteY14" fmla="*/ 173493 h 3392249"/>
                    <a:gd name="connsiteX15" fmla="*/ 1804147 w 2231981"/>
                    <a:gd name="connsiteY15" fmla="*/ 174540 h 3392249"/>
                    <a:gd name="connsiteX16" fmla="*/ 1764993 w 2231981"/>
                    <a:gd name="connsiteY16" fmla="*/ 176927 h 3392249"/>
                    <a:gd name="connsiteX17" fmla="*/ 1731392 w 2231981"/>
                    <a:gd name="connsiteY17" fmla="*/ 165051 h 3392249"/>
                    <a:gd name="connsiteX18" fmla="*/ 1718352 w 2231981"/>
                    <a:gd name="connsiteY18" fmla="*/ 119289 h 3392249"/>
                    <a:gd name="connsiteX19" fmla="*/ 1710722 w 2231981"/>
                    <a:gd name="connsiteY19" fmla="*/ 119289 h 3392249"/>
                    <a:gd name="connsiteX20" fmla="*/ 1692858 w 2231981"/>
                    <a:gd name="connsiteY20" fmla="*/ 153577 h 3392249"/>
                    <a:gd name="connsiteX21" fmla="*/ 1682590 w 2231981"/>
                    <a:gd name="connsiteY21" fmla="*/ 190352 h 3392249"/>
                    <a:gd name="connsiteX22" fmla="*/ 1683738 w 2231981"/>
                    <a:gd name="connsiteY22" fmla="*/ 252135 h 3392249"/>
                    <a:gd name="connsiteX23" fmla="*/ 1575154 w 2231981"/>
                    <a:gd name="connsiteY23" fmla="*/ 255686 h 3392249"/>
                    <a:gd name="connsiteX24" fmla="*/ 1497801 w 2231981"/>
                    <a:gd name="connsiteY24" fmla="*/ 176365 h 3392249"/>
                    <a:gd name="connsiteX25" fmla="*/ 1420415 w 2231981"/>
                    <a:gd name="connsiteY25" fmla="*/ 116341 h 3392249"/>
                    <a:gd name="connsiteX26" fmla="*/ 1235040 w 2231981"/>
                    <a:gd name="connsiteY26" fmla="*/ 136089 h 3392249"/>
                    <a:gd name="connsiteX27" fmla="*/ 1226439 w 2231981"/>
                    <a:gd name="connsiteY27" fmla="*/ 97237 h 3392249"/>
                    <a:gd name="connsiteX28" fmla="*/ 1229294 w 2231981"/>
                    <a:gd name="connsiteY28" fmla="*/ 169238 h 3392249"/>
                    <a:gd name="connsiteX29" fmla="*/ 1161556 w 2231981"/>
                    <a:gd name="connsiteY29" fmla="*/ 218785 h 3392249"/>
                    <a:gd name="connsiteX30" fmla="*/ 1097956 w 2231981"/>
                    <a:gd name="connsiteY30" fmla="*/ 205025 h 3392249"/>
                    <a:gd name="connsiteX31" fmla="*/ 1014129 w 2231981"/>
                    <a:gd name="connsiteY31" fmla="*/ 148719 h 3392249"/>
                    <a:gd name="connsiteX32" fmla="*/ 1018023 w 2231981"/>
                    <a:gd name="connsiteY32" fmla="*/ 116408 h 3392249"/>
                    <a:gd name="connsiteX33" fmla="*/ 1018911 w 2231981"/>
                    <a:gd name="connsiteY33" fmla="*/ 78837 h 3392249"/>
                    <a:gd name="connsiteX34" fmla="*/ 1009313 w 2231981"/>
                    <a:gd name="connsiteY34" fmla="*/ 5010 h 3392249"/>
                    <a:gd name="connsiteX35" fmla="*/ 995787 w 2231981"/>
                    <a:gd name="connsiteY35" fmla="*/ 8737 h 3392249"/>
                    <a:gd name="connsiteX36" fmla="*/ 997504 w 2231981"/>
                    <a:gd name="connsiteY36" fmla="*/ 133300 h 3392249"/>
                    <a:gd name="connsiteX37" fmla="*/ 947471 w 2231981"/>
                    <a:gd name="connsiteY37" fmla="*/ 124180 h 3392249"/>
                    <a:gd name="connsiteX38" fmla="*/ 834080 w 2231981"/>
                    <a:gd name="connsiteY38" fmla="*/ 118242 h 3392249"/>
                    <a:gd name="connsiteX39" fmla="*/ 736476 w 2231981"/>
                    <a:gd name="connsiteY39" fmla="*/ 178836 h 3392249"/>
                    <a:gd name="connsiteX40" fmla="*/ 641787 w 2231981"/>
                    <a:gd name="connsiteY40" fmla="*/ 277897 h 3392249"/>
                    <a:gd name="connsiteX41" fmla="*/ 615757 w 2231981"/>
                    <a:gd name="connsiteY41" fmla="*/ 278768 h 3392249"/>
                    <a:gd name="connsiteX42" fmla="*/ 614334 w 2231981"/>
                    <a:gd name="connsiteY42" fmla="*/ 262085 h 3392249"/>
                    <a:gd name="connsiteX43" fmla="*/ 612374 w 2231981"/>
                    <a:gd name="connsiteY43" fmla="*/ 211340 h 3392249"/>
                    <a:gd name="connsiteX44" fmla="*/ 597851 w 2231981"/>
                    <a:gd name="connsiteY44" fmla="*/ 180536 h 3392249"/>
                    <a:gd name="connsiteX45" fmla="*/ 569074 w 2231981"/>
                    <a:gd name="connsiteY45" fmla="*/ 152630 h 3392249"/>
                    <a:gd name="connsiteX46" fmla="*/ 562408 w 2231981"/>
                    <a:gd name="connsiteY46" fmla="*/ 199137 h 3392249"/>
                    <a:gd name="connsiteX47" fmla="*/ 530406 w 2231981"/>
                    <a:gd name="connsiteY47" fmla="*/ 215167 h 3392249"/>
                    <a:gd name="connsiteX48" fmla="*/ 491470 w 2231981"/>
                    <a:gd name="connsiteY48" fmla="*/ 217940 h 3392249"/>
                    <a:gd name="connsiteX49" fmla="*/ 462576 w 2231981"/>
                    <a:gd name="connsiteY49" fmla="*/ 220561 h 3392249"/>
                    <a:gd name="connsiteX50" fmla="*/ 411136 w 2231981"/>
                    <a:gd name="connsiteY50" fmla="*/ 230494 h 3392249"/>
                    <a:gd name="connsiteX51" fmla="*/ 405022 w 2231981"/>
                    <a:gd name="connsiteY51" fmla="*/ 260477 h 3392249"/>
                    <a:gd name="connsiteX52" fmla="*/ 407719 w 2231981"/>
                    <a:gd name="connsiteY52" fmla="*/ 288617 h 3392249"/>
                    <a:gd name="connsiteX53" fmla="*/ 8878 w 2231981"/>
                    <a:gd name="connsiteY53" fmla="*/ 291163 h 3392249"/>
                    <a:gd name="connsiteX54" fmla="*/ 1 w 2231981"/>
                    <a:gd name="connsiteY54" fmla="*/ 300041 h 3392249"/>
                    <a:gd name="connsiteX55" fmla="*/ 11826 w 2231981"/>
                    <a:gd name="connsiteY55" fmla="*/ 1272595 h 3392249"/>
                    <a:gd name="connsiteX56" fmla="*/ 12999 w 2231981"/>
                    <a:gd name="connsiteY56" fmla="*/ 1364102 h 3392249"/>
                    <a:gd name="connsiteX57" fmla="*/ 13552 w 2231981"/>
                    <a:gd name="connsiteY57" fmla="*/ 1407502 h 3392249"/>
                    <a:gd name="connsiteX58" fmla="*/ 23091 w 2231981"/>
                    <a:gd name="connsiteY58" fmla="*/ 1418900 h 3392249"/>
                    <a:gd name="connsiteX59" fmla="*/ 819365 w 2231981"/>
                    <a:gd name="connsiteY59" fmla="*/ 1412761 h 3392249"/>
                    <a:gd name="connsiteX60" fmla="*/ 870914 w 2231981"/>
                    <a:gd name="connsiteY60" fmla="*/ 2544426 h 3392249"/>
                    <a:gd name="connsiteX61" fmla="*/ 923485 w 2231981"/>
                    <a:gd name="connsiteY61" fmla="*/ 2791752 h 3392249"/>
                    <a:gd name="connsiteX62" fmla="*/ 973627 w 2231981"/>
                    <a:gd name="connsiteY62" fmla="*/ 2935562 h 3392249"/>
                    <a:gd name="connsiteX63" fmla="*/ 959866 w 2231981"/>
                    <a:gd name="connsiteY63" fmla="*/ 3016005 h 3392249"/>
                    <a:gd name="connsiteX64" fmla="*/ 933903 w 2231981"/>
                    <a:gd name="connsiteY64" fmla="*/ 3136154 h 3392249"/>
                    <a:gd name="connsiteX65" fmla="*/ 891014 w 2231981"/>
                    <a:gd name="connsiteY65" fmla="*/ 3262761 h 3392249"/>
                    <a:gd name="connsiteX66" fmla="*/ 1129153 w 2231981"/>
                    <a:gd name="connsiteY66" fmla="*/ 3372894 h 3392249"/>
                    <a:gd name="connsiteX67" fmla="*/ 1148190 w 2231981"/>
                    <a:gd name="connsiteY67" fmla="*/ 3347702 h 3392249"/>
                    <a:gd name="connsiteX68" fmla="*/ 1109882 w 2231981"/>
                    <a:gd name="connsiteY68" fmla="*/ 3197887 h 3392249"/>
                    <a:gd name="connsiteX69" fmla="*/ 1102428 w 2231981"/>
                    <a:gd name="connsiteY69" fmla="*/ 3182377 h 3392249"/>
                    <a:gd name="connsiteX70" fmla="*/ 1098567 w 2231981"/>
                    <a:gd name="connsiteY70" fmla="*/ 3156539 h 3392249"/>
                    <a:gd name="connsiteX71" fmla="*/ 1250442 w 2231981"/>
                    <a:gd name="connsiteY71" fmla="*/ 3282091 h 3392249"/>
                    <a:gd name="connsiteX72" fmla="*/ 1487090 w 2231981"/>
                    <a:gd name="connsiteY72" fmla="*/ 3252678 h 3392249"/>
                    <a:gd name="connsiteX73" fmla="*/ 1400817 w 2231981"/>
                    <a:gd name="connsiteY73" fmla="*/ 3156062 h 3392249"/>
                    <a:gd name="connsiteX74" fmla="*/ 1358171 w 2231981"/>
                    <a:gd name="connsiteY74" fmla="*/ 3145652 h 3392249"/>
                    <a:gd name="connsiteX75" fmla="*/ 1246564 w 2231981"/>
                    <a:gd name="connsiteY75" fmla="*/ 2994313 h 3392249"/>
                    <a:gd name="connsiteX76" fmla="*/ 1276488 w 2231981"/>
                    <a:gd name="connsiteY76" fmla="*/ 2939255 h 3392249"/>
                    <a:gd name="connsiteX77" fmla="*/ 1324168 w 2231981"/>
                    <a:gd name="connsiteY77" fmla="*/ 2885302 h 3392249"/>
                    <a:gd name="connsiteX78" fmla="*/ 1376848 w 2231981"/>
                    <a:gd name="connsiteY78" fmla="*/ 2720898 h 3392249"/>
                    <a:gd name="connsiteX79" fmla="*/ 1528094 w 2231981"/>
                    <a:gd name="connsiteY79" fmla="*/ 2408020 h 3392249"/>
                    <a:gd name="connsiteX80" fmla="*/ 1521067 w 2231981"/>
                    <a:gd name="connsiteY80" fmla="*/ 1407418 h 3392249"/>
                    <a:gd name="connsiteX81" fmla="*/ 2204043 w 2231981"/>
                    <a:gd name="connsiteY81" fmla="*/ 1402058 h 3392249"/>
                    <a:gd name="connsiteX82" fmla="*/ 2221765 w 2231981"/>
                    <a:gd name="connsiteY82" fmla="*/ 1392954 h 3392249"/>
                    <a:gd name="connsiteX83" fmla="*/ 2231882 w 2231981"/>
                    <a:gd name="connsiteY83" fmla="*/ 248794 h 3392249"/>
                    <a:gd name="connsiteX84" fmla="*/ 2223900 w 2231981"/>
                    <a:gd name="connsiteY84" fmla="*/ 238768 h 3392249"/>
                    <a:gd name="connsiteX85" fmla="*/ 1824264 w 2231981"/>
                    <a:gd name="connsiteY85" fmla="*/ 182253 h 3392249"/>
                    <a:gd name="connsiteX86" fmla="*/ 1820529 w 2231981"/>
                    <a:gd name="connsiteY86" fmla="*/ 219975 h 3392249"/>
                    <a:gd name="connsiteX87" fmla="*/ 1822706 w 2231981"/>
                    <a:gd name="connsiteY87" fmla="*/ 253140 h 3392249"/>
                    <a:gd name="connsiteX88" fmla="*/ 1823142 w 2231981"/>
                    <a:gd name="connsiteY88" fmla="*/ 274254 h 3392249"/>
                    <a:gd name="connsiteX89" fmla="*/ 1813728 w 2231981"/>
                    <a:gd name="connsiteY89" fmla="*/ 294974 h 3392249"/>
                    <a:gd name="connsiteX90" fmla="*/ 1809775 w 2231981"/>
                    <a:gd name="connsiteY90" fmla="*/ 295435 h 3392249"/>
                    <a:gd name="connsiteX91" fmla="*/ 1803577 w 2231981"/>
                    <a:gd name="connsiteY91" fmla="*/ 278986 h 3392249"/>
                    <a:gd name="connsiteX92" fmla="*/ 1796852 w 2231981"/>
                    <a:gd name="connsiteY92" fmla="*/ 201298 h 3392249"/>
                    <a:gd name="connsiteX93" fmla="*/ 1824264 w 2231981"/>
                    <a:gd name="connsiteY93" fmla="*/ 182253 h 3392249"/>
                    <a:gd name="connsiteX94" fmla="*/ 1790998 w 2231981"/>
                    <a:gd name="connsiteY94" fmla="*/ 184238 h 3392249"/>
                    <a:gd name="connsiteX95" fmla="*/ 1787489 w 2231981"/>
                    <a:gd name="connsiteY95" fmla="*/ 234732 h 3392249"/>
                    <a:gd name="connsiteX96" fmla="*/ 1792673 w 2231981"/>
                    <a:gd name="connsiteY96" fmla="*/ 283668 h 3392249"/>
                    <a:gd name="connsiteX97" fmla="*/ 1770621 w 2231981"/>
                    <a:gd name="connsiteY97" fmla="*/ 269195 h 3392249"/>
                    <a:gd name="connsiteX98" fmla="*/ 1759700 w 2231981"/>
                    <a:gd name="connsiteY98" fmla="*/ 224137 h 3392249"/>
                    <a:gd name="connsiteX99" fmla="*/ 1790998 w 2231981"/>
                    <a:gd name="connsiteY99" fmla="*/ 184238 h 3392249"/>
                    <a:gd name="connsiteX100" fmla="*/ 1741911 w 2231981"/>
                    <a:gd name="connsiteY100" fmla="*/ 177496 h 3392249"/>
                    <a:gd name="connsiteX101" fmla="*/ 1755395 w 2231981"/>
                    <a:gd name="connsiteY101" fmla="*/ 180947 h 3392249"/>
                    <a:gd name="connsiteX102" fmla="*/ 1745689 w 2231981"/>
                    <a:gd name="connsiteY102" fmla="*/ 202755 h 3392249"/>
                    <a:gd name="connsiteX103" fmla="*/ 1756492 w 2231981"/>
                    <a:gd name="connsiteY103" fmla="*/ 257680 h 3392249"/>
                    <a:gd name="connsiteX104" fmla="*/ 1745940 w 2231981"/>
                    <a:gd name="connsiteY104" fmla="*/ 270946 h 3392249"/>
                    <a:gd name="connsiteX105" fmla="*/ 1730990 w 2231981"/>
                    <a:gd name="connsiteY105" fmla="*/ 258618 h 3392249"/>
                    <a:gd name="connsiteX106" fmla="*/ 1721359 w 2231981"/>
                    <a:gd name="connsiteY106" fmla="*/ 222864 h 3392249"/>
                    <a:gd name="connsiteX107" fmla="*/ 1730982 w 2231981"/>
                    <a:gd name="connsiteY107" fmla="*/ 175779 h 3392249"/>
                    <a:gd name="connsiteX108" fmla="*/ 1741911 w 2231981"/>
                    <a:gd name="connsiteY108" fmla="*/ 177496 h 3392249"/>
                    <a:gd name="connsiteX109" fmla="*/ 1692808 w 2231981"/>
                    <a:gd name="connsiteY109" fmla="*/ 179699 h 3392249"/>
                    <a:gd name="connsiteX110" fmla="*/ 1700873 w 2231981"/>
                    <a:gd name="connsiteY110" fmla="*/ 162094 h 3392249"/>
                    <a:gd name="connsiteX111" fmla="*/ 1714709 w 2231981"/>
                    <a:gd name="connsiteY111" fmla="*/ 132053 h 3392249"/>
                    <a:gd name="connsiteX112" fmla="*/ 1724240 w 2231981"/>
                    <a:gd name="connsiteY112" fmla="*/ 167630 h 3392249"/>
                    <a:gd name="connsiteX113" fmla="*/ 1721635 w 2231981"/>
                    <a:gd name="connsiteY113" fmla="*/ 250737 h 3392249"/>
                    <a:gd name="connsiteX114" fmla="*/ 1717439 w 2231981"/>
                    <a:gd name="connsiteY114" fmla="*/ 250737 h 3392249"/>
                    <a:gd name="connsiteX115" fmla="*/ 1696166 w 2231981"/>
                    <a:gd name="connsiteY115" fmla="*/ 251675 h 3392249"/>
                    <a:gd name="connsiteX116" fmla="*/ 1694458 w 2231981"/>
                    <a:gd name="connsiteY116" fmla="*/ 230360 h 3392249"/>
                    <a:gd name="connsiteX117" fmla="*/ 1692808 w 2231981"/>
                    <a:gd name="connsiteY117" fmla="*/ 179699 h 3392249"/>
                    <a:gd name="connsiteX118" fmla="*/ 737071 w 2231981"/>
                    <a:gd name="connsiteY118" fmla="*/ 201340 h 3392249"/>
                    <a:gd name="connsiteX119" fmla="*/ 738738 w 2231981"/>
                    <a:gd name="connsiteY119" fmla="*/ 195846 h 3392249"/>
                    <a:gd name="connsiteX120" fmla="*/ 824834 w 2231981"/>
                    <a:gd name="connsiteY120" fmla="*/ 136240 h 3392249"/>
                    <a:gd name="connsiteX121" fmla="*/ 938401 w 2231981"/>
                    <a:gd name="connsiteY121" fmla="*/ 139666 h 3392249"/>
                    <a:gd name="connsiteX122" fmla="*/ 998099 w 2231981"/>
                    <a:gd name="connsiteY122" fmla="*/ 146181 h 3392249"/>
                    <a:gd name="connsiteX123" fmla="*/ 1006474 w 2231981"/>
                    <a:gd name="connsiteY123" fmla="*/ 156190 h 3392249"/>
                    <a:gd name="connsiteX124" fmla="*/ 1096297 w 2231981"/>
                    <a:gd name="connsiteY124" fmla="*/ 220234 h 3392249"/>
                    <a:gd name="connsiteX125" fmla="*/ 1207561 w 2231981"/>
                    <a:gd name="connsiteY125" fmla="*/ 207119 h 3392249"/>
                    <a:gd name="connsiteX126" fmla="*/ 1241547 w 2231981"/>
                    <a:gd name="connsiteY126" fmla="*/ 161064 h 3392249"/>
                    <a:gd name="connsiteX127" fmla="*/ 1236665 w 2231981"/>
                    <a:gd name="connsiteY127" fmla="*/ 145210 h 3392249"/>
                    <a:gd name="connsiteX128" fmla="*/ 1407685 w 2231981"/>
                    <a:gd name="connsiteY128" fmla="*/ 127639 h 3392249"/>
                    <a:gd name="connsiteX129" fmla="*/ 1484602 w 2231981"/>
                    <a:gd name="connsiteY129" fmla="*/ 183543 h 3392249"/>
                    <a:gd name="connsiteX130" fmla="*/ 1557776 w 2231981"/>
                    <a:gd name="connsiteY130" fmla="*/ 256222 h 3392249"/>
                    <a:gd name="connsiteX131" fmla="*/ 1467902 w 2231981"/>
                    <a:gd name="connsiteY131" fmla="*/ 258819 h 3392249"/>
                    <a:gd name="connsiteX132" fmla="*/ 1479301 w 2231981"/>
                    <a:gd name="connsiteY132" fmla="*/ 179414 h 3392249"/>
                    <a:gd name="connsiteX133" fmla="*/ 1467726 w 2231981"/>
                    <a:gd name="connsiteY133" fmla="*/ 179414 h 3392249"/>
                    <a:gd name="connsiteX134" fmla="*/ 1444452 w 2231981"/>
                    <a:gd name="connsiteY134" fmla="*/ 259480 h 3392249"/>
                    <a:gd name="connsiteX135" fmla="*/ 793000 w 2231981"/>
                    <a:gd name="connsiteY135" fmla="*/ 274346 h 3392249"/>
                    <a:gd name="connsiteX136" fmla="*/ 742230 w 2231981"/>
                    <a:gd name="connsiteY136" fmla="*/ 223375 h 3392249"/>
                    <a:gd name="connsiteX137" fmla="*/ 737071 w 2231981"/>
                    <a:gd name="connsiteY137" fmla="*/ 201340 h 3392249"/>
                    <a:gd name="connsiteX138" fmla="*/ 685798 w 2231981"/>
                    <a:gd name="connsiteY138" fmla="*/ 245979 h 3392249"/>
                    <a:gd name="connsiteX139" fmla="*/ 719701 w 2231981"/>
                    <a:gd name="connsiteY139" fmla="*/ 213727 h 3392249"/>
                    <a:gd name="connsiteX140" fmla="*/ 759583 w 2231981"/>
                    <a:gd name="connsiteY140" fmla="*/ 274999 h 3392249"/>
                    <a:gd name="connsiteX141" fmla="*/ 653077 w 2231981"/>
                    <a:gd name="connsiteY141" fmla="*/ 277587 h 3392249"/>
                    <a:gd name="connsiteX142" fmla="*/ 685798 w 2231981"/>
                    <a:gd name="connsiteY142" fmla="*/ 245979 h 3392249"/>
                    <a:gd name="connsiteX143" fmla="*/ 574711 w 2231981"/>
                    <a:gd name="connsiteY143" fmla="*/ 164489 h 3392249"/>
                    <a:gd name="connsiteX144" fmla="*/ 589049 w 2231981"/>
                    <a:gd name="connsiteY144" fmla="*/ 186968 h 3392249"/>
                    <a:gd name="connsiteX145" fmla="*/ 605749 w 2231981"/>
                    <a:gd name="connsiteY145" fmla="*/ 217504 h 3392249"/>
                    <a:gd name="connsiteX146" fmla="*/ 604518 w 2231981"/>
                    <a:gd name="connsiteY146" fmla="*/ 250954 h 3392249"/>
                    <a:gd name="connsiteX147" fmla="*/ 606436 w 2231981"/>
                    <a:gd name="connsiteY147" fmla="*/ 279137 h 3392249"/>
                    <a:gd name="connsiteX148" fmla="*/ 583320 w 2231981"/>
                    <a:gd name="connsiteY148" fmla="*/ 280954 h 3392249"/>
                    <a:gd name="connsiteX149" fmla="*/ 569694 w 2231981"/>
                    <a:gd name="connsiteY149" fmla="*/ 200787 h 3392249"/>
                    <a:gd name="connsiteX150" fmla="*/ 574711 w 2231981"/>
                    <a:gd name="connsiteY150" fmla="*/ 164489 h 3392249"/>
                    <a:gd name="connsiteX151" fmla="*/ 554996 w 2231981"/>
                    <a:gd name="connsiteY151" fmla="*/ 212261 h 3392249"/>
                    <a:gd name="connsiteX152" fmla="*/ 571386 w 2231981"/>
                    <a:gd name="connsiteY152" fmla="*/ 217822 h 3392249"/>
                    <a:gd name="connsiteX153" fmla="*/ 576386 w 2231981"/>
                    <a:gd name="connsiteY153" fmla="*/ 283634 h 3392249"/>
                    <a:gd name="connsiteX154" fmla="*/ 574987 w 2231981"/>
                    <a:gd name="connsiteY154" fmla="*/ 291080 h 3392249"/>
                    <a:gd name="connsiteX155" fmla="*/ 562483 w 2231981"/>
                    <a:gd name="connsiteY155" fmla="*/ 306582 h 3392249"/>
                    <a:gd name="connsiteX156" fmla="*/ 549368 w 2231981"/>
                    <a:gd name="connsiteY156" fmla="*/ 294296 h 3392249"/>
                    <a:gd name="connsiteX157" fmla="*/ 552282 w 2231981"/>
                    <a:gd name="connsiteY157" fmla="*/ 267361 h 3392249"/>
                    <a:gd name="connsiteX158" fmla="*/ 540758 w 2231981"/>
                    <a:gd name="connsiteY158" fmla="*/ 217990 h 3392249"/>
                    <a:gd name="connsiteX159" fmla="*/ 554996 w 2231981"/>
                    <a:gd name="connsiteY159" fmla="*/ 212261 h 3392249"/>
                    <a:gd name="connsiteX160" fmla="*/ 531168 w 2231981"/>
                    <a:gd name="connsiteY160" fmla="*/ 226759 h 3392249"/>
                    <a:gd name="connsiteX161" fmla="*/ 541914 w 2231981"/>
                    <a:gd name="connsiteY161" fmla="*/ 261549 h 3392249"/>
                    <a:gd name="connsiteX162" fmla="*/ 536897 w 2231981"/>
                    <a:gd name="connsiteY162" fmla="*/ 307662 h 3392249"/>
                    <a:gd name="connsiteX163" fmla="*/ 516939 w 2231981"/>
                    <a:gd name="connsiteY163" fmla="*/ 324429 h 3392249"/>
                    <a:gd name="connsiteX164" fmla="*/ 514150 w 2231981"/>
                    <a:gd name="connsiteY164" fmla="*/ 253341 h 3392249"/>
                    <a:gd name="connsiteX165" fmla="*/ 505909 w 2231981"/>
                    <a:gd name="connsiteY165" fmla="*/ 225871 h 3392249"/>
                    <a:gd name="connsiteX166" fmla="*/ 531168 w 2231981"/>
                    <a:gd name="connsiteY166" fmla="*/ 226759 h 3392249"/>
                    <a:gd name="connsiteX167" fmla="*/ 502182 w 2231981"/>
                    <a:gd name="connsiteY167" fmla="*/ 243526 h 3392249"/>
                    <a:gd name="connsiteX168" fmla="*/ 505557 w 2231981"/>
                    <a:gd name="connsiteY168" fmla="*/ 296724 h 3392249"/>
                    <a:gd name="connsiteX169" fmla="*/ 501177 w 2231981"/>
                    <a:gd name="connsiteY169" fmla="*/ 339178 h 3392249"/>
                    <a:gd name="connsiteX170" fmla="*/ 496839 w 2231981"/>
                    <a:gd name="connsiteY170" fmla="*/ 338123 h 3392249"/>
                    <a:gd name="connsiteX171" fmla="*/ 483045 w 2231981"/>
                    <a:gd name="connsiteY171" fmla="*/ 298567 h 3392249"/>
                    <a:gd name="connsiteX172" fmla="*/ 482727 w 2231981"/>
                    <a:gd name="connsiteY172" fmla="*/ 273048 h 3392249"/>
                    <a:gd name="connsiteX173" fmla="*/ 472676 w 2231981"/>
                    <a:gd name="connsiteY173" fmla="*/ 228090 h 3392249"/>
                    <a:gd name="connsiteX174" fmla="*/ 502182 w 2231981"/>
                    <a:gd name="connsiteY174" fmla="*/ 243526 h 3392249"/>
                    <a:gd name="connsiteX175" fmla="*/ 422040 w 2231981"/>
                    <a:gd name="connsiteY175" fmla="*/ 238568 h 3392249"/>
                    <a:gd name="connsiteX176" fmla="*/ 449461 w 2231981"/>
                    <a:gd name="connsiteY176" fmla="*/ 232043 h 3392249"/>
                    <a:gd name="connsiteX177" fmla="*/ 465692 w 2231981"/>
                    <a:gd name="connsiteY177" fmla="*/ 243325 h 3392249"/>
                    <a:gd name="connsiteX178" fmla="*/ 468866 w 2231981"/>
                    <a:gd name="connsiteY178" fmla="*/ 269832 h 3392249"/>
                    <a:gd name="connsiteX179" fmla="*/ 471437 w 2231981"/>
                    <a:gd name="connsiteY179" fmla="*/ 294338 h 3392249"/>
                    <a:gd name="connsiteX180" fmla="*/ 444352 w 2231981"/>
                    <a:gd name="connsiteY180" fmla="*/ 258886 h 3392249"/>
                    <a:gd name="connsiteX181" fmla="*/ 435323 w 2231981"/>
                    <a:gd name="connsiteY181" fmla="*/ 261331 h 3392249"/>
                    <a:gd name="connsiteX182" fmla="*/ 446454 w 2231981"/>
                    <a:gd name="connsiteY182" fmla="*/ 288215 h 3392249"/>
                    <a:gd name="connsiteX183" fmla="*/ 419302 w 2231981"/>
                    <a:gd name="connsiteY183" fmla="*/ 288517 h 3392249"/>
                    <a:gd name="connsiteX184" fmla="*/ 418196 w 2231981"/>
                    <a:gd name="connsiteY184" fmla="*/ 264974 h 3392249"/>
                    <a:gd name="connsiteX185" fmla="*/ 422040 w 2231981"/>
                    <a:gd name="connsiteY185" fmla="*/ 238568 h 3392249"/>
                    <a:gd name="connsiteX186" fmla="*/ 1209445 w 2231981"/>
                    <a:gd name="connsiteY186" fmla="*/ 3087821 h 3392249"/>
                    <a:gd name="connsiteX187" fmla="*/ 1194856 w 2231981"/>
                    <a:gd name="connsiteY187" fmla="*/ 3052805 h 3392249"/>
                    <a:gd name="connsiteX188" fmla="*/ 1197000 w 2231981"/>
                    <a:gd name="connsiteY188" fmla="*/ 3052654 h 3392249"/>
                    <a:gd name="connsiteX189" fmla="*/ 1202243 w 2231981"/>
                    <a:gd name="connsiteY189" fmla="*/ 3049153 h 3392249"/>
                    <a:gd name="connsiteX190" fmla="*/ 1225166 w 2231981"/>
                    <a:gd name="connsiteY190" fmla="*/ 3051440 h 3392249"/>
                    <a:gd name="connsiteX191" fmla="*/ 1209445 w 2231981"/>
                    <a:gd name="connsiteY191" fmla="*/ 3087821 h 3392249"/>
                    <a:gd name="connsiteX192" fmla="*/ 1218817 w 2231981"/>
                    <a:gd name="connsiteY192" fmla="*/ 3094471 h 3392249"/>
                    <a:gd name="connsiteX193" fmla="*/ 1242929 w 2231981"/>
                    <a:gd name="connsiteY193" fmla="*/ 3100602 h 3392249"/>
                    <a:gd name="connsiteX194" fmla="*/ 1237536 w 2231981"/>
                    <a:gd name="connsiteY194" fmla="*/ 3127813 h 3392249"/>
                    <a:gd name="connsiteX195" fmla="*/ 1213943 w 2231981"/>
                    <a:gd name="connsiteY195" fmla="*/ 3095066 h 3392249"/>
                    <a:gd name="connsiteX196" fmla="*/ 1218817 w 2231981"/>
                    <a:gd name="connsiteY196" fmla="*/ 3094471 h 3392249"/>
                    <a:gd name="connsiteX197" fmla="*/ 1208122 w 2231981"/>
                    <a:gd name="connsiteY197" fmla="*/ 3040510 h 3392249"/>
                    <a:gd name="connsiteX198" fmla="*/ 1227360 w 2231981"/>
                    <a:gd name="connsiteY198" fmla="*/ 3009782 h 3392249"/>
                    <a:gd name="connsiteX199" fmla="*/ 1236011 w 2231981"/>
                    <a:gd name="connsiteY199" fmla="*/ 3015636 h 3392249"/>
                    <a:gd name="connsiteX200" fmla="*/ 1238767 w 2231981"/>
                    <a:gd name="connsiteY200" fmla="*/ 3016499 h 3392249"/>
                    <a:gd name="connsiteX201" fmla="*/ 1244721 w 2231981"/>
                    <a:gd name="connsiteY201" fmla="*/ 3028701 h 3392249"/>
                    <a:gd name="connsiteX202" fmla="*/ 1231866 w 2231981"/>
                    <a:gd name="connsiteY202" fmla="*/ 3042060 h 3392249"/>
                    <a:gd name="connsiteX203" fmla="*/ 1208122 w 2231981"/>
                    <a:gd name="connsiteY203" fmla="*/ 3040510 h 3392249"/>
                    <a:gd name="connsiteX204" fmla="*/ 1211397 w 2231981"/>
                    <a:gd name="connsiteY204" fmla="*/ 3009355 h 3392249"/>
                    <a:gd name="connsiteX205" fmla="*/ 1192812 w 2231981"/>
                    <a:gd name="connsiteY205" fmla="*/ 3038291 h 3392249"/>
                    <a:gd name="connsiteX206" fmla="*/ 1200141 w 2231981"/>
                    <a:gd name="connsiteY206" fmla="*/ 2993928 h 3392249"/>
                    <a:gd name="connsiteX207" fmla="*/ 1216162 w 2231981"/>
                    <a:gd name="connsiteY207" fmla="*/ 3002789 h 3392249"/>
                    <a:gd name="connsiteX208" fmla="*/ 1211397 w 2231981"/>
                    <a:gd name="connsiteY208" fmla="*/ 3009355 h 3392249"/>
                    <a:gd name="connsiteX209" fmla="*/ 1249822 w 2231981"/>
                    <a:gd name="connsiteY209" fmla="*/ 3166146 h 3392249"/>
                    <a:gd name="connsiteX210" fmla="*/ 1261195 w 2231981"/>
                    <a:gd name="connsiteY210" fmla="*/ 3231857 h 3392249"/>
                    <a:gd name="connsiteX211" fmla="*/ 1099773 w 2231981"/>
                    <a:gd name="connsiteY211" fmla="*/ 3122210 h 3392249"/>
                    <a:gd name="connsiteX212" fmla="*/ 1114965 w 2231981"/>
                    <a:gd name="connsiteY212" fmla="*/ 2992914 h 3392249"/>
                    <a:gd name="connsiteX213" fmla="*/ 1140719 w 2231981"/>
                    <a:gd name="connsiteY213" fmla="*/ 2908292 h 3392249"/>
                    <a:gd name="connsiteX214" fmla="*/ 1210249 w 2231981"/>
                    <a:gd name="connsiteY214" fmla="*/ 2949648 h 3392249"/>
                    <a:gd name="connsiteX215" fmla="*/ 1249822 w 2231981"/>
                    <a:gd name="connsiteY215" fmla="*/ 3166146 h 3392249"/>
                    <a:gd name="connsiteX216" fmla="*/ 1089296 w 2231981"/>
                    <a:gd name="connsiteY216" fmla="*/ 3150434 h 3392249"/>
                    <a:gd name="connsiteX217" fmla="*/ 1089581 w 2231981"/>
                    <a:gd name="connsiteY217" fmla="*/ 3157201 h 3392249"/>
                    <a:gd name="connsiteX218" fmla="*/ 1074790 w 2231981"/>
                    <a:gd name="connsiteY218" fmla="*/ 2964648 h 3392249"/>
                    <a:gd name="connsiteX219" fmla="*/ 1101976 w 2231981"/>
                    <a:gd name="connsiteY219" fmla="*/ 2949598 h 3392249"/>
                    <a:gd name="connsiteX220" fmla="*/ 1101842 w 2231981"/>
                    <a:gd name="connsiteY220" fmla="*/ 2992764 h 3392249"/>
                    <a:gd name="connsiteX221" fmla="*/ 1089237 w 2231981"/>
                    <a:gd name="connsiteY221" fmla="*/ 3144345 h 3392249"/>
                    <a:gd name="connsiteX222" fmla="*/ 1089296 w 2231981"/>
                    <a:gd name="connsiteY222" fmla="*/ 3150434 h 3392249"/>
                    <a:gd name="connsiteX223" fmla="*/ 1205886 w 2231981"/>
                    <a:gd name="connsiteY223" fmla="*/ 1803394 h 3392249"/>
                    <a:gd name="connsiteX224" fmla="*/ 1117746 w 2231981"/>
                    <a:gd name="connsiteY224" fmla="*/ 2889515 h 3392249"/>
                    <a:gd name="connsiteX225" fmla="*/ 1205886 w 2231981"/>
                    <a:gd name="connsiteY225" fmla="*/ 1803394 h 3392249"/>
                    <a:gd name="connsiteX226" fmla="*/ 1008132 w 2231981"/>
                    <a:gd name="connsiteY226" fmla="*/ 2986449 h 3392249"/>
                    <a:gd name="connsiteX227" fmla="*/ 1026315 w 2231981"/>
                    <a:gd name="connsiteY227" fmla="*/ 3002110 h 3392249"/>
                    <a:gd name="connsiteX228" fmla="*/ 1008350 w 2231981"/>
                    <a:gd name="connsiteY228" fmla="*/ 3019070 h 3392249"/>
                    <a:gd name="connsiteX229" fmla="*/ 1008132 w 2231981"/>
                    <a:gd name="connsiteY229" fmla="*/ 2986449 h 3392249"/>
                    <a:gd name="connsiteX230" fmla="*/ 1008174 w 2231981"/>
                    <a:gd name="connsiteY230" fmla="*/ 3036666 h 3392249"/>
                    <a:gd name="connsiteX231" fmla="*/ 1023844 w 2231981"/>
                    <a:gd name="connsiteY231" fmla="*/ 3053274 h 3392249"/>
                    <a:gd name="connsiteX232" fmla="*/ 1007303 w 2231981"/>
                    <a:gd name="connsiteY232" fmla="*/ 3066381 h 3392249"/>
                    <a:gd name="connsiteX233" fmla="*/ 1008174 w 2231981"/>
                    <a:gd name="connsiteY233" fmla="*/ 3036666 h 3392249"/>
                    <a:gd name="connsiteX234" fmla="*/ 1011256 w 2231981"/>
                    <a:gd name="connsiteY234" fmla="*/ 3028601 h 3392249"/>
                    <a:gd name="connsiteX235" fmla="*/ 1035360 w 2231981"/>
                    <a:gd name="connsiteY235" fmla="*/ 3010326 h 3392249"/>
                    <a:gd name="connsiteX236" fmla="*/ 1057722 w 2231981"/>
                    <a:gd name="connsiteY236" fmla="*/ 3032185 h 3392249"/>
                    <a:gd name="connsiteX237" fmla="*/ 1060586 w 2231981"/>
                    <a:gd name="connsiteY237" fmla="*/ 3033827 h 3392249"/>
                    <a:gd name="connsiteX238" fmla="*/ 1060561 w 2231981"/>
                    <a:gd name="connsiteY238" fmla="*/ 3035778 h 3392249"/>
                    <a:gd name="connsiteX239" fmla="*/ 1032990 w 2231981"/>
                    <a:gd name="connsiteY239" fmla="*/ 3047437 h 3392249"/>
                    <a:gd name="connsiteX240" fmla="*/ 1011256 w 2231981"/>
                    <a:gd name="connsiteY240" fmla="*/ 3028601 h 3392249"/>
                    <a:gd name="connsiteX241" fmla="*/ 1060577 w 2231981"/>
                    <a:gd name="connsiteY241" fmla="*/ 3047922 h 3392249"/>
                    <a:gd name="connsiteX242" fmla="*/ 1061214 w 2231981"/>
                    <a:gd name="connsiteY242" fmla="*/ 3071540 h 3392249"/>
                    <a:gd name="connsiteX243" fmla="*/ 1042713 w 2231981"/>
                    <a:gd name="connsiteY243" fmla="*/ 3056013 h 3392249"/>
                    <a:gd name="connsiteX244" fmla="*/ 1060577 w 2231981"/>
                    <a:gd name="connsiteY244" fmla="*/ 3047922 h 3392249"/>
                    <a:gd name="connsiteX245" fmla="*/ 1060896 w 2231981"/>
                    <a:gd name="connsiteY245" fmla="*/ 3016516 h 3392249"/>
                    <a:gd name="connsiteX246" fmla="*/ 1046976 w 2231981"/>
                    <a:gd name="connsiteY246" fmla="*/ 3003124 h 3392249"/>
                    <a:gd name="connsiteX247" fmla="*/ 1061607 w 2231981"/>
                    <a:gd name="connsiteY247" fmla="*/ 2994321 h 3392249"/>
                    <a:gd name="connsiteX248" fmla="*/ 1060896 w 2231981"/>
                    <a:gd name="connsiteY248" fmla="*/ 3016516 h 3392249"/>
                    <a:gd name="connsiteX249" fmla="*/ 1037370 w 2231981"/>
                    <a:gd name="connsiteY249" fmla="*/ 2994489 h 3392249"/>
                    <a:gd name="connsiteX250" fmla="*/ 1007370 w 2231981"/>
                    <a:gd name="connsiteY250" fmla="*/ 2971014 h 3392249"/>
                    <a:gd name="connsiteX251" fmla="*/ 1006147 w 2231981"/>
                    <a:gd name="connsiteY251" fmla="*/ 2958199 h 3392249"/>
                    <a:gd name="connsiteX252" fmla="*/ 1062638 w 2231981"/>
                    <a:gd name="connsiteY252" fmla="*/ 2967747 h 3392249"/>
                    <a:gd name="connsiteX253" fmla="*/ 1062085 w 2231981"/>
                    <a:gd name="connsiteY253" fmla="*/ 2982027 h 3392249"/>
                    <a:gd name="connsiteX254" fmla="*/ 1037370 w 2231981"/>
                    <a:gd name="connsiteY254" fmla="*/ 2994489 h 3392249"/>
                    <a:gd name="connsiteX255" fmla="*/ 1003484 w 2231981"/>
                    <a:gd name="connsiteY255" fmla="*/ 3121649 h 3392249"/>
                    <a:gd name="connsiteX256" fmla="*/ 1004950 w 2231981"/>
                    <a:gd name="connsiteY256" fmla="*/ 3104672 h 3392249"/>
                    <a:gd name="connsiteX257" fmla="*/ 1017697 w 2231981"/>
                    <a:gd name="connsiteY257" fmla="*/ 3113994 h 3392249"/>
                    <a:gd name="connsiteX258" fmla="*/ 1003333 w 2231981"/>
                    <a:gd name="connsiteY258" fmla="*/ 3123499 h 3392249"/>
                    <a:gd name="connsiteX259" fmla="*/ 1003484 w 2231981"/>
                    <a:gd name="connsiteY259" fmla="*/ 3121649 h 3392249"/>
                    <a:gd name="connsiteX260" fmla="*/ 1005737 w 2231981"/>
                    <a:gd name="connsiteY260" fmla="*/ 3093709 h 3392249"/>
                    <a:gd name="connsiteX261" fmla="*/ 1006591 w 2231981"/>
                    <a:gd name="connsiteY261" fmla="*/ 3080678 h 3392249"/>
                    <a:gd name="connsiteX262" fmla="*/ 1032630 w 2231981"/>
                    <a:gd name="connsiteY262" fmla="*/ 3061515 h 3392249"/>
                    <a:gd name="connsiteX263" fmla="*/ 1046247 w 2231981"/>
                    <a:gd name="connsiteY263" fmla="*/ 3073550 h 3392249"/>
                    <a:gd name="connsiteX264" fmla="*/ 1062010 w 2231981"/>
                    <a:gd name="connsiteY264" fmla="*/ 3084497 h 3392249"/>
                    <a:gd name="connsiteX265" fmla="*/ 1062336 w 2231981"/>
                    <a:gd name="connsiteY265" fmla="*/ 3088634 h 3392249"/>
                    <a:gd name="connsiteX266" fmla="*/ 1027772 w 2231981"/>
                    <a:gd name="connsiteY266" fmla="*/ 3107696 h 3392249"/>
                    <a:gd name="connsiteX267" fmla="*/ 1005737 w 2231981"/>
                    <a:gd name="connsiteY267" fmla="*/ 3093709 h 3392249"/>
                    <a:gd name="connsiteX268" fmla="*/ 1063425 w 2231981"/>
                    <a:gd name="connsiteY268" fmla="*/ 3099823 h 3392249"/>
                    <a:gd name="connsiteX269" fmla="*/ 1070845 w 2231981"/>
                    <a:gd name="connsiteY269" fmla="*/ 3139529 h 3392249"/>
                    <a:gd name="connsiteX270" fmla="*/ 1039656 w 2231981"/>
                    <a:gd name="connsiteY270" fmla="*/ 3116029 h 3392249"/>
                    <a:gd name="connsiteX271" fmla="*/ 1063425 w 2231981"/>
                    <a:gd name="connsiteY271" fmla="*/ 3099823 h 3392249"/>
                    <a:gd name="connsiteX272" fmla="*/ 974716 w 2231981"/>
                    <a:gd name="connsiteY272" fmla="*/ 3103349 h 3392249"/>
                    <a:gd name="connsiteX273" fmla="*/ 984380 w 2231981"/>
                    <a:gd name="connsiteY273" fmla="*/ 3056741 h 3392249"/>
                    <a:gd name="connsiteX274" fmla="*/ 984004 w 2231981"/>
                    <a:gd name="connsiteY274" fmla="*/ 3015753 h 3392249"/>
                    <a:gd name="connsiteX275" fmla="*/ 986550 w 2231981"/>
                    <a:gd name="connsiteY275" fmla="*/ 2949883 h 3392249"/>
                    <a:gd name="connsiteX276" fmla="*/ 997622 w 2231981"/>
                    <a:gd name="connsiteY276" fmla="*/ 2954439 h 3392249"/>
                    <a:gd name="connsiteX277" fmla="*/ 997345 w 2231981"/>
                    <a:gd name="connsiteY277" fmla="*/ 2971340 h 3392249"/>
                    <a:gd name="connsiteX278" fmla="*/ 997370 w 2231981"/>
                    <a:gd name="connsiteY278" fmla="*/ 2975310 h 3392249"/>
                    <a:gd name="connsiteX279" fmla="*/ 991131 w 2231981"/>
                    <a:gd name="connsiteY279" fmla="*/ 3138650 h 3392249"/>
                    <a:gd name="connsiteX280" fmla="*/ 968769 w 2231981"/>
                    <a:gd name="connsiteY280" fmla="*/ 3157101 h 3392249"/>
                    <a:gd name="connsiteX281" fmla="*/ 949339 w 2231981"/>
                    <a:gd name="connsiteY281" fmla="*/ 3167980 h 3392249"/>
                    <a:gd name="connsiteX282" fmla="*/ 974716 w 2231981"/>
                    <a:gd name="connsiteY282" fmla="*/ 3103349 h 3392249"/>
                    <a:gd name="connsiteX283" fmla="*/ 1138349 w 2231981"/>
                    <a:gd name="connsiteY283" fmla="*/ 3344461 h 3392249"/>
                    <a:gd name="connsiteX284" fmla="*/ 1097286 w 2231981"/>
                    <a:gd name="connsiteY284" fmla="*/ 3362107 h 3392249"/>
                    <a:gd name="connsiteX285" fmla="*/ 919306 w 2231981"/>
                    <a:gd name="connsiteY285" fmla="*/ 3298263 h 3392249"/>
                    <a:gd name="connsiteX286" fmla="*/ 918703 w 2231981"/>
                    <a:gd name="connsiteY286" fmla="*/ 3296865 h 3392249"/>
                    <a:gd name="connsiteX287" fmla="*/ 915621 w 2231981"/>
                    <a:gd name="connsiteY287" fmla="*/ 3271672 h 3392249"/>
                    <a:gd name="connsiteX288" fmla="*/ 1139957 w 2231981"/>
                    <a:gd name="connsiteY288" fmla="*/ 3324134 h 3392249"/>
                    <a:gd name="connsiteX289" fmla="*/ 1138349 w 2231981"/>
                    <a:gd name="connsiteY289" fmla="*/ 3344461 h 3392249"/>
                    <a:gd name="connsiteX290" fmla="*/ 1115920 w 2231981"/>
                    <a:gd name="connsiteY290" fmla="*/ 3232376 h 3392249"/>
                    <a:gd name="connsiteX291" fmla="*/ 1140150 w 2231981"/>
                    <a:gd name="connsiteY291" fmla="*/ 3314469 h 3392249"/>
                    <a:gd name="connsiteX292" fmla="*/ 919214 w 2231981"/>
                    <a:gd name="connsiteY292" fmla="*/ 3256170 h 3392249"/>
                    <a:gd name="connsiteX293" fmla="*/ 940411 w 2231981"/>
                    <a:gd name="connsiteY293" fmla="*/ 3191824 h 3392249"/>
                    <a:gd name="connsiteX294" fmla="*/ 953870 w 2231981"/>
                    <a:gd name="connsiteY294" fmla="*/ 3178935 h 3392249"/>
                    <a:gd name="connsiteX295" fmla="*/ 986173 w 2231981"/>
                    <a:gd name="connsiteY295" fmla="*/ 3282552 h 3392249"/>
                    <a:gd name="connsiteX296" fmla="*/ 1042529 w 2231981"/>
                    <a:gd name="connsiteY296" fmla="*/ 3300793 h 3392249"/>
                    <a:gd name="connsiteX297" fmla="*/ 1115920 w 2231981"/>
                    <a:gd name="connsiteY297" fmla="*/ 3232376 h 3392249"/>
                    <a:gd name="connsiteX298" fmla="*/ 1104731 w 2231981"/>
                    <a:gd name="connsiteY298" fmla="*/ 3214211 h 3392249"/>
                    <a:gd name="connsiteX299" fmla="*/ 1105979 w 2231981"/>
                    <a:gd name="connsiteY299" fmla="*/ 3251070 h 3392249"/>
                    <a:gd name="connsiteX300" fmla="*/ 1045670 w 2231981"/>
                    <a:gd name="connsiteY300" fmla="*/ 3290458 h 3392249"/>
                    <a:gd name="connsiteX301" fmla="*/ 964087 w 2231981"/>
                    <a:gd name="connsiteY301" fmla="*/ 3234646 h 3392249"/>
                    <a:gd name="connsiteX302" fmla="*/ 964523 w 2231981"/>
                    <a:gd name="connsiteY302" fmla="*/ 3171791 h 3392249"/>
                    <a:gd name="connsiteX303" fmla="*/ 1001616 w 2231981"/>
                    <a:gd name="connsiteY303" fmla="*/ 3140434 h 3392249"/>
                    <a:gd name="connsiteX304" fmla="*/ 1029933 w 2231981"/>
                    <a:gd name="connsiteY304" fmla="*/ 3122603 h 3392249"/>
                    <a:gd name="connsiteX305" fmla="*/ 1051608 w 2231981"/>
                    <a:gd name="connsiteY305" fmla="*/ 3138114 h 3392249"/>
                    <a:gd name="connsiteX306" fmla="*/ 1072981 w 2231981"/>
                    <a:gd name="connsiteY306" fmla="*/ 3146791 h 3392249"/>
                    <a:gd name="connsiteX307" fmla="*/ 1087931 w 2231981"/>
                    <a:gd name="connsiteY307" fmla="*/ 3181832 h 3392249"/>
                    <a:gd name="connsiteX308" fmla="*/ 1104731 w 2231981"/>
                    <a:gd name="connsiteY308" fmla="*/ 3214211 h 3392249"/>
                    <a:gd name="connsiteX309" fmla="*/ 1475549 w 2231981"/>
                    <a:gd name="connsiteY309" fmla="*/ 3256991 h 3392249"/>
                    <a:gd name="connsiteX310" fmla="*/ 1235107 w 2231981"/>
                    <a:gd name="connsiteY310" fmla="*/ 3259763 h 3392249"/>
                    <a:gd name="connsiteX311" fmla="*/ 1098349 w 2231981"/>
                    <a:gd name="connsiteY311" fmla="*/ 3145585 h 3392249"/>
                    <a:gd name="connsiteX312" fmla="*/ 1099237 w 2231981"/>
                    <a:gd name="connsiteY312" fmla="*/ 3127880 h 3392249"/>
                    <a:gd name="connsiteX313" fmla="*/ 1260994 w 2231981"/>
                    <a:gd name="connsiteY313" fmla="*/ 3243984 h 3392249"/>
                    <a:gd name="connsiteX314" fmla="*/ 1269596 w 2231981"/>
                    <a:gd name="connsiteY314" fmla="*/ 3248850 h 3392249"/>
                    <a:gd name="connsiteX315" fmla="*/ 1475080 w 2231981"/>
                    <a:gd name="connsiteY315" fmla="*/ 3248917 h 3392249"/>
                    <a:gd name="connsiteX316" fmla="*/ 1475549 w 2231981"/>
                    <a:gd name="connsiteY316" fmla="*/ 3256991 h 3392249"/>
                    <a:gd name="connsiteX317" fmla="*/ 1442249 w 2231981"/>
                    <a:gd name="connsiteY317" fmla="*/ 3195819 h 3392249"/>
                    <a:gd name="connsiteX318" fmla="*/ 1471386 w 2231981"/>
                    <a:gd name="connsiteY318" fmla="*/ 3236581 h 3392249"/>
                    <a:gd name="connsiteX319" fmla="*/ 1274252 w 2231981"/>
                    <a:gd name="connsiteY319" fmla="*/ 3239361 h 3392249"/>
                    <a:gd name="connsiteX320" fmla="*/ 1269026 w 2231981"/>
                    <a:gd name="connsiteY320" fmla="*/ 3180501 h 3392249"/>
                    <a:gd name="connsiteX321" fmla="*/ 1353372 w 2231981"/>
                    <a:gd name="connsiteY321" fmla="*/ 3210785 h 3392249"/>
                    <a:gd name="connsiteX322" fmla="*/ 1442249 w 2231981"/>
                    <a:gd name="connsiteY322" fmla="*/ 3195819 h 3392249"/>
                    <a:gd name="connsiteX323" fmla="*/ 1288289 w 2231981"/>
                    <a:gd name="connsiteY323" fmla="*/ 3108089 h 3392249"/>
                    <a:gd name="connsiteX324" fmla="*/ 1412635 w 2231981"/>
                    <a:gd name="connsiteY324" fmla="*/ 3174973 h 3392249"/>
                    <a:gd name="connsiteX325" fmla="*/ 1434644 w 2231981"/>
                    <a:gd name="connsiteY325" fmla="*/ 3189236 h 3392249"/>
                    <a:gd name="connsiteX326" fmla="*/ 1350952 w 2231981"/>
                    <a:gd name="connsiteY326" fmla="*/ 3200057 h 3392249"/>
                    <a:gd name="connsiteX327" fmla="*/ 1265123 w 2231981"/>
                    <a:gd name="connsiteY327" fmla="*/ 3170894 h 3392249"/>
                    <a:gd name="connsiteX328" fmla="*/ 1244621 w 2231981"/>
                    <a:gd name="connsiteY328" fmla="*/ 3137394 h 3392249"/>
                    <a:gd name="connsiteX329" fmla="*/ 1256631 w 2231981"/>
                    <a:gd name="connsiteY329" fmla="*/ 3103751 h 3392249"/>
                    <a:gd name="connsiteX330" fmla="*/ 1288289 w 2231981"/>
                    <a:gd name="connsiteY330" fmla="*/ 3108089 h 3392249"/>
                    <a:gd name="connsiteX331" fmla="*/ 1279713 w 2231981"/>
                    <a:gd name="connsiteY331" fmla="*/ 3095434 h 3392249"/>
                    <a:gd name="connsiteX332" fmla="*/ 1259663 w 2231981"/>
                    <a:gd name="connsiteY332" fmla="*/ 3091800 h 3392249"/>
                    <a:gd name="connsiteX333" fmla="*/ 1265710 w 2231981"/>
                    <a:gd name="connsiteY333" fmla="*/ 3071155 h 3392249"/>
                    <a:gd name="connsiteX334" fmla="*/ 1279713 w 2231981"/>
                    <a:gd name="connsiteY334" fmla="*/ 3095434 h 3392249"/>
                    <a:gd name="connsiteX335" fmla="*/ 1260793 w 2231981"/>
                    <a:gd name="connsiteY335" fmla="*/ 3063215 h 3392249"/>
                    <a:gd name="connsiteX336" fmla="*/ 1246891 w 2231981"/>
                    <a:gd name="connsiteY336" fmla="*/ 3089321 h 3392249"/>
                    <a:gd name="connsiteX337" fmla="*/ 1224705 w 2231981"/>
                    <a:gd name="connsiteY337" fmla="*/ 3084471 h 3392249"/>
                    <a:gd name="connsiteX338" fmla="*/ 1238189 w 2231981"/>
                    <a:gd name="connsiteY338" fmla="*/ 3053056 h 3392249"/>
                    <a:gd name="connsiteX339" fmla="*/ 1240634 w 2231981"/>
                    <a:gd name="connsiteY339" fmla="*/ 3053400 h 3392249"/>
                    <a:gd name="connsiteX340" fmla="*/ 1260793 w 2231981"/>
                    <a:gd name="connsiteY340" fmla="*/ 3063215 h 3392249"/>
                    <a:gd name="connsiteX341" fmla="*/ 1248666 w 2231981"/>
                    <a:gd name="connsiteY341" fmla="*/ 3036892 h 3392249"/>
                    <a:gd name="connsiteX342" fmla="*/ 1252602 w 2231981"/>
                    <a:gd name="connsiteY342" fmla="*/ 3045066 h 3392249"/>
                    <a:gd name="connsiteX343" fmla="*/ 1244412 w 2231981"/>
                    <a:gd name="connsiteY343" fmla="*/ 3043190 h 3392249"/>
                    <a:gd name="connsiteX344" fmla="*/ 1248666 w 2231981"/>
                    <a:gd name="connsiteY344" fmla="*/ 3036892 h 3392249"/>
                    <a:gd name="connsiteX345" fmla="*/ 1258951 w 2231981"/>
                    <a:gd name="connsiteY345" fmla="*/ 2967278 h 3392249"/>
                    <a:gd name="connsiteX346" fmla="*/ 1227284 w 2231981"/>
                    <a:gd name="connsiteY346" fmla="*/ 2989104 h 3392249"/>
                    <a:gd name="connsiteX347" fmla="*/ 1223390 w 2231981"/>
                    <a:gd name="connsiteY347" fmla="*/ 2993618 h 3392249"/>
                    <a:gd name="connsiteX348" fmla="*/ 1202385 w 2231981"/>
                    <a:gd name="connsiteY348" fmla="*/ 2987730 h 3392249"/>
                    <a:gd name="connsiteX349" fmla="*/ 1219353 w 2231981"/>
                    <a:gd name="connsiteY349" fmla="*/ 2950888 h 3392249"/>
                    <a:gd name="connsiteX350" fmla="*/ 1258490 w 2231981"/>
                    <a:gd name="connsiteY350" fmla="*/ 2946818 h 3392249"/>
                    <a:gd name="connsiteX351" fmla="*/ 1262602 w 2231981"/>
                    <a:gd name="connsiteY351" fmla="*/ 2947965 h 3392249"/>
                    <a:gd name="connsiteX352" fmla="*/ 1258951 w 2231981"/>
                    <a:gd name="connsiteY352" fmla="*/ 2967278 h 3392249"/>
                    <a:gd name="connsiteX353" fmla="*/ 2211756 w 2231981"/>
                    <a:gd name="connsiteY353" fmla="*/ 634787 h 3392249"/>
                    <a:gd name="connsiteX354" fmla="*/ 2202929 w 2231981"/>
                    <a:gd name="connsiteY354" fmla="*/ 1383900 h 3392249"/>
                    <a:gd name="connsiteX355" fmla="*/ 864758 w 2231981"/>
                    <a:gd name="connsiteY355" fmla="*/ 1393364 h 3392249"/>
                    <a:gd name="connsiteX356" fmla="*/ 32496 w 2231981"/>
                    <a:gd name="connsiteY356" fmla="*/ 1399386 h 3392249"/>
                    <a:gd name="connsiteX357" fmla="*/ 18233 w 2231981"/>
                    <a:gd name="connsiteY357" fmla="*/ 308743 h 3392249"/>
                    <a:gd name="connsiteX358" fmla="*/ 458631 w 2231981"/>
                    <a:gd name="connsiteY358" fmla="*/ 300686 h 3392249"/>
                    <a:gd name="connsiteX359" fmla="*/ 471395 w 2231981"/>
                    <a:gd name="connsiteY359" fmla="*/ 306523 h 3392249"/>
                    <a:gd name="connsiteX360" fmla="*/ 482559 w 2231981"/>
                    <a:gd name="connsiteY360" fmla="*/ 340660 h 3392249"/>
                    <a:gd name="connsiteX361" fmla="*/ 515122 w 2231981"/>
                    <a:gd name="connsiteY361" fmla="*/ 334530 h 3392249"/>
                    <a:gd name="connsiteX362" fmla="*/ 543940 w 2231981"/>
                    <a:gd name="connsiteY362" fmla="*/ 327126 h 3392249"/>
                    <a:gd name="connsiteX363" fmla="*/ 548220 w 2231981"/>
                    <a:gd name="connsiteY363" fmla="*/ 303927 h 3392249"/>
                    <a:gd name="connsiteX364" fmla="*/ 576193 w 2231981"/>
                    <a:gd name="connsiteY364" fmla="*/ 311816 h 3392249"/>
                    <a:gd name="connsiteX365" fmla="*/ 581670 w 2231981"/>
                    <a:gd name="connsiteY365" fmla="*/ 295803 h 3392249"/>
                    <a:gd name="connsiteX366" fmla="*/ 802992 w 2231981"/>
                    <a:gd name="connsiteY366" fmla="*/ 294673 h 3392249"/>
                    <a:gd name="connsiteX367" fmla="*/ 1720890 w 2231981"/>
                    <a:gd name="connsiteY367" fmla="*/ 268894 h 3392249"/>
                    <a:gd name="connsiteX368" fmla="*/ 1725957 w 2231981"/>
                    <a:gd name="connsiteY368" fmla="*/ 267562 h 3392249"/>
                    <a:gd name="connsiteX369" fmla="*/ 1758837 w 2231981"/>
                    <a:gd name="connsiteY369" fmla="*/ 266607 h 3392249"/>
                    <a:gd name="connsiteX370" fmla="*/ 1766476 w 2231981"/>
                    <a:gd name="connsiteY370" fmla="*/ 290225 h 3392249"/>
                    <a:gd name="connsiteX371" fmla="*/ 1795554 w 2231981"/>
                    <a:gd name="connsiteY371" fmla="*/ 293190 h 3392249"/>
                    <a:gd name="connsiteX372" fmla="*/ 1824088 w 2231981"/>
                    <a:gd name="connsiteY372" fmla="*/ 301490 h 3392249"/>
                    <a:gd name="connsiteX373" fmla="*/ 1835621 w 2231981"/>
                    <a:gd name="connsiteY373" fmla="*/ 262713 h 3392249"/>
                    <a:gd name="connsiteX374" fmla="*/ 2215802 w 2231981"/>
                    <a:gd name="connsiteY374" fmla="*/ 254966 h 3392249"/>
                    <a:gd name="connsiteX375" fmla="*/ 2211756 w 2231981"/>
                    <a:gd name="connsiteY375" fmla="*/ 634787 h 3392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</a:cxnLst>
                  <a:rect l="l" t="t" r="r" b="b"/>
                  <a:pathLst>
                    <a:path w="2231981" h="3392249">
                      <a:moveTo>
                        <a:pt x="2223900" y="238768"/>
                      </a:moveTo>
                      <a:cubicBezTo>
                        <a:pt x="2100133" y="241457"/>
                        <a:pt x="1976365" y="244237"/>
                        <a:pt x="1852597" y="246541"/>
                      </a:cubicBezTo>
                      <a:cubicBezTo>
                        <a:pt x="1859950" y="236030"/>
                        <a:pt x="1865428" y="223928"/>
                        <a:pt x="1865461" y="211022"/>
                      </a:cubicBezTo>
                      <a:cubicBezTo>
                        <a:pt x="1865436" y="206298"/>
                        <a:pt x="1858803" y="204322"/>
                        <a:pt x="1856441" y="208576"/>
                      </a:cubicBezTo>
                      <a:cubicBezTo>
                        <a:pt x="1849549" y="221566"/>
                        <a:pt x="1846969" y="237663"/>
                        <a:pt x="1834590" y="247018"/>
                      </a:cubicBezTo>
                      <a:cubicBezTo>
                        <a:pt x="1834239" y="247085"/>
                        <a:pt x="1833904" y="247160"/>
                        <a:pt x="1833586" y="247269"/>
                      </a:cubicBezTo>
                      <a:cubicBezTo>
                        <a:pt x="1829272" y="240971"/>
                        <a:pt x="1832581" y="230996"/>
                        <a:pt x="1833183" y="224037"/>
                      </a:cubicBezTo>
                      <a:cubicBezTo>
                        <a:pt x="1834172" y="209171"/>
                        <a:pt x="1826123" y="182789"/>
                        <a:pt x="1849281" y="183132"/>
                      </a:cubicBezTo>
                      <a:cubicBezTo>
                        <a:pt x="1857178" y="182940"/>
                        <a:pt x="1869766" y="181767"/>
                        <a:pt x="1876567" y="186625"/>
                      </a:cubicBezTo>
                      <a:cubicBezTo>
                        <a:pt x="1882806" y="191080"/>
                        <a:pt x="1882094" y="204171"/>
                        <a:pt x="1882831" y="210980"/>
                      </a:cubicBezTo>
                      <a:cubicBezTo>
                        <a:pt x="1883928" y="221047"/>
                        <a:pt x="1884046" y="231348"/>
                        <a:pt x="1885662" y="241331"/>
                      </a:cubicBezTo>
                      <a:cubicBezTo>
                        <a:pt x="1886458" y="246248"/>
                        <a:pt x="1893652" y="245510"/>
                        <a:pt x="1894892" y="241331"/>
                      </a:cubicBezTo>
                      <a:cubicBezTo>
                        <a:pt x="1897974" y="230971"/>
                        <a:pt x="1896809" y="219330"/>
                        <a:pt x="1895670" y="208744"/>
                      </a:cubicBezTo>
                      <a:cubicBezTo>
                        <a:pt x="1894741" y="200084"/>
                        <a:pt x="1894799" y="189523"/>
                        <a:pt x="1890034" y="181910"/>
                      </a:cubicBezTo>
                      <a:cubicBezTo>
                        <a:pt x="1883116" y="168191"/>
                        <a:pt x="1845101" y="166608"/>
                        <a:pt x="1833225" y="173493"/>
                      </a:cubicBezTo>
                      <a:cubicBezTo>
                        <a:pt x="1823586" y="171826"/>
                        <a:pt x="1813125" y="171206"/>
                        <a:pt x="1804147" y="174540"/>
                      </a:cubicBezTo>
                      <a:cubicBezTo>
                        <a:pt x="1791442" y="171592"/>
                        <a:pt x="1777631" y="174674"/>
                        <a:pt x="1764993" y="176927"/>
                      </a:cubicBezTo>
                      <a:cubicBezTo>
                        <a:pt x="1757849" y="169523"/>
                        <a:pt x="1741534" y="165553"/>
                        <a:pt x="1731392" y="165051"/>
                      </a:cubicBezTo>
                      <a:cubicBezTo>
                        <a:pt x="1733863" y="148166"/>
                        <a:pt x="1729407" y="132547"/>
                        <a:pt x="1718352" y="119289"/>
                      </a:cubicBezTo>
                      <a:cubicBezTo>
                        <a:pt x="1716577" y="117153"/>
                        <a:pt x="1712515" y="117237"/>
                        <a:pt x="1710722" y="119289"/>
                      </a:cubicBezTo>
                      <a:cubicBezTo>
                        <a:pt x="1702129" y="129180"/>
                        <a:pt x="1697883" y="141667"/>
                        <a:pt x="1692858" y="153577"/>
                      </a:cubicBezTo>
                      <a:cubicBezTo>
                        <a:pt x="1687841" y="165453"/>
                        <a:pt x="1683428" y="177329"/>
                        <a:pt x="1682590" y="190352"/>
                      </a:cubicBezTo>
                      <a:cubicBezTo>
                        <a:pt x="1681275" y="211055"/>
                        <a:pt x="1686912" y="231474"/>
                        <a:pt x="1683738" y="252135"/>
                      </a:cubicBezTo>
                      <a:cubicBezTo>
                        <a:pt x="1647549" y="253475"/>
                        <a:pt x="1611351" y="254581"/>
                        <a:pt x="1575154" y="255686"/>
                      </a:cubicBezTo>
                      <a:cubicBezTo>
                        <a:pt x="1550975" y="227789"/>
                        <a:pt x="1523387" y="202982"/>
                        <a:pt x="1497801" y="176365"/>
                      </a:cubicBezTo>
                      <a:cubicBezTo>
                        <a:pt x="1474795" y="153342"/>
                        <a:pt x="1451889" y="127488"/>
                        <a:pt x="1420415" y="116341"/>
                      </a:cubicBezTo>
                      <a:cubicBezTo>
                        <a:pt x="1359494" y="101483"/>
                        <a:pt x="1292703" y="113594"/>
                        <a:pt x="1235040" y="136089"/>
                      </a:cubicBezTo>
                      <a:cubicBezTo>
                        <a:pt x="1231740" y="127781"/>
                        <a:pt x="1241891" y="93895"/>
                        <a:pt x="1226439" y="97237"/>
                      </a:cubicBezTo>
                      <a:cubicBezTo>
                        <a:pt x="1208700" y="101374"/>
                        <a:pt x="1218089" y="161508"/>
                        <a:pt x="1229294" y="169238"/>
                      </a:cubicBezTo>
                      <a:cubicBezTo>
                        <a:pt x="1208415" y="187823"/>
                        <a:pt x="1186481" y="205997"/>
                        <a:pt x="1161556" y="218785"/>
                      </a:cubicBezTo>
                      <a:cubicBezTo>
                        <a:pt x="1140903" y="229388"/>
                        <a:pt x="1116892" y="216775"/>
                        <a:pt x="1097956" y="205025"/>
                      </a:cubicBezTo>
                      <a:cubicBezTo>
                        <a:pt x="1069455" y="187102"/>
                        <a:pt x="1041800" y="167881"/>
                        <a:pt x="1014129" y="148719"/>
                      </a:cubicBezTo>
                      <a:cubicBezTo>
                        <a:pt x="1018132" y="138828"/>
                        <a:pt x="1017504" y="126826"/>
                        <a:pt x="1018023" y="116408"/>
                      </a:cubicBezTo>
                      <a:cubicBezTo>
                        <a:pt x="1018643" y="103895"/>
                        <a:pt x="1019037" y="91366"/>
                        <a:pt x="1018911" y="78837"/>
                      </a:cubicBezTo>
                      <a:cubicBezTo>
                        <a:pt x="1018660" y="53896"/>
                        <a:pt x="1015561" y="29164"/>
                        <a:pt x="1009313" y="5010"/>
                      </a:cubicBezTo>
                      <a:cubicBezTo>
                        <a:pt x="1007044" y="-3767"/>
                        <a:pt x="993878" y="-48"/>
                        <a:pt x="995787" y="8737"/>
                      </a:cubicBezTo>
                      <a:cubicBezTo>
                        <a:pt x="1004221" y="49750"/>
                        <a:pt x="1001658" y="91877"/>
                        <a:pt x="997504" y="133300"/>
                      </a:cubicBezTo>
                      <a:cubicBezTo>
                        <a:pt x="981667" y="127882"/>
                        <a:pt x="963794" y="126483"/>
                        <a:pt x="947471" y="124180"/>
                      </a:cubicBezTo>
                      <a:cubicBezTo>
                        <a:pt x="910001" y="119607"/>
                        <a:pt x="871693" y="110244"/>
                        <a:pt x="834080" y="118242"/>
                      </a:cubicBezTo>
                      <a:cubicBezTo>
                        <a:pt x="795580" y="126617"/>
                        <a:pt x="764248" y="152186"/>
                        <a:pt x="736476" y="178836"/>
                      </a:cubicBezTo>
                      <a:cubicBezTo>
                        <a:pt x="703361" y="210193"/>
                        <a:pt x="669392" y="241415"/>
                        <a:pt x="641787" y="277897"/>
                      </a:cubicBezTo>
                      <a:cubicBezTo>
                        <a:pt x="633111" y="278165"/>
                        <a:pt x="624434" y="278467"/>
                        <a:pt x="615757" y="278768"/>
                      </a:cubicBezTo>
                      <a:cubicBezTo>
                        <a:pt x="617248" y="273232"/>
                        <a:pt x="614694" y="267705"/>
                        <a:pt x="614334" y="262085"/>
                      </a:cubicBezTo>
                      <a:cubicBezTo>
                        <a:pt x="613747" y="245217"/>
                        <a:pt x="617834" y="227814"/>
                        <a:pt x="612374" y="211340"/>
                      </a:cubicBezTo>
                      <a:cubicBezTo>
                        <a:pt x="608856" y="200402"/>
                        <a:pt x="603622" y="190427"/>
                        <a:pt x="597851" y="180536"/>
                      </a:cubicBezTo>
                      <a:cubicBezTo>
                        <a:pt x="593412" y="174062"/>
                        <a:pt x="578379" y="140964"/>
                        <a:pt x="569074" y="152630"/>
                      </a:cubicBezTo>
                      <a:cubicBezTo>
                        <a:pt x="560054" y="166851"/>
                        <a:pt x="557776" y="183099"/>
                        <a:pt x="562408" y="199137"/>
                      </a:cubicBezTo>
                      <a:cubicBezTo>
                        <a:pt x="551352" y="201189"/>
                        <a:pt x="537952" y="206717"/>
                        <a:pt x="530406" y="215167"/>
                      </a:cubicBezTo>
                      <a:cubicBezTo>
                        <a:pt x="517525" y="214531"/>
                        <a:pt x="503748" y="213526"/>
                        <a:pt x="491470" y="217940"/>
                      </a:cubicBezTo>
                      <a:cubicBezTo>
                        <a:pt x="482199" y="215980"/>
                        <a:pt x="471663" y="217789"/>
                        <a:pt x="462576" y="220561"/>
                      </a:cubicBezTo>
                      <a:cubicBezTo>
                        <a:pt x="451002" y="216265"/>
                        <a:pt x="419687" y="221005"/>
                        <a:pt x="411136" y="230494"/>
                      </a:cubicBezTo>
                      <a:cubicBezTo>
                        <a:pt x="403489" y="238341"/>
                        <a:pt x="404855" y="250443"/>
                        <a:pt x="405022" y="260477"/>
                      </a:cubicBezTo>
                      <a:cubicBezTo>
                        <a:pt x="405173" y="269698"/>
                        <a:pt x="405374" y="279522"/>
                        <a:pt x="407719" y="288617"/>
                      </a:cubicBezTo>
                      <a:cubicBezTo>
                        <a:pt x="274772" y="289807"/>
                        <a:pt x="141834" y="288902"/>
                        <a:pt x="8878" y="291163"/>
                      </a:cubicBezTo>
                      <a:cubicBezTo>
                        <a:pt x="4121" y="291247"/>
                        <a:pt x="-58" y="295167"/>
                        <a:pt x="1" y="300041"/>
                      </a:cubicBezTo>
                      <a:cubicBezTo>
                        <a:pt x="3661" y="624226"/>
                        <a:pt x="7572" y="948419"/>
                        <a:pt x="11826" y="1272595"/>
                      </a:cubicBezTo>
                      <a:cubicBezTo>
                        <a:pt x="12220" y="1303097"/>
                        <a:pt x="12605" y="1333599"/>
                        <a:pt x="12999" y="1364102"/>
                      </a:cubicBezTo>
                      <a:cubicBezTo>
                        <a:pt x="13183" y="1378473"/>
                        <a:pt x="12530" y="1393155"/>
                        <a:pt x="13552" y="1407502"/>
                      </a:cubicBezTo>
                      <a:cubicBezTo>
                        <a:pt x="12965" y="1413205"/>
                        <a:pt x="17011" y="1418984"/>
                        <a:pt x="23091" y="1418900"/>
                      </a:cubicBezTo>
                      <a:cubicBezTo>
                        <a:pt x="288516" y="1416840"/>
                        <a:pt x="553940" y="1414796"/>
                        <a:pt x="819365" y="1412761"/>
                      </a:cubicBezTo>
                      <a:cubicBezTo>
                        <a:pt x="790814" y="1763654"/>
                        <a:pt x="893083" y="2208499"/>
                        <a:pt x="870914" y="2544426"/>
                      </a:cubicBezTo>
                      <a:cubicBezTo>
                        <a:pt x="869842" y="2630196"/>
                        <a:pt x="899884" y="2710639"/>
                        <a:pt x="923485" y="2791752"/>
                      </a:cubicBezTo>
                      <a:cubicBezTo>
                        <a:pt x="955897" y="2892773"/>
                        <a:pt x="877187" y="2878837"/>
                        <a:pt x="973627" y="2935562"/>
                      </a:cubicBezTo>
                      <a:cubicBezTo>
                        <a:pt x="955143" y="2957446"/>
                        <a:pt x="952111" y="2989054"/>
                        <a:pt x="959866" y="3016005"/>
                      </a:cubicBezTo>
                      <a:cubicBezTo>
                        <a:pt x="963928" y="3070384"/>
                        <a:pt x="954917" y="3088140"/>
                        <a:pt x="933903" y="3136154"/>
                      </a:cubicBezTo>
                      <a:cubicBezTo>
                        <a:pt x="918133" y="3177770"/>
                        <a:pt x="901031" y="3219294"/>
                        <a:pt x="891014" y="3262761"/>
                      </a:cubicBezTo>
                      <a:cubicBezTo>
                        <a:pt x="872933" y="3369837"/>
                        <a:pt x="1054095" y="3423815"/>
                        <a:pt x="1129153" y="3372894"/>
                      </a:cubicBezTo>
                      <a:cubicBezTo>
                        <a:pt x="1136741" y="3367199"/>
                        <a:pt x="1152302" y="3358682"/>
                        <a:pt x="1148190" y="3347702"/>
                      </a:cubicBezTo>
                      <a:cubicBezTo>
                        <a:pt x="1158231" y="3280759"/>
                        <a:pt x="1138927" y="3249043"/>
                        <a:pt x="1109882" y="3197887"/>
                      </a:cubicBezTo>
                      <a:cubicBezTo>
                        <a:pt x="1110610" y="3191690"/>
                        <a:pt x="1105133" y="3187444"/>
                        <a:pt x="1102428" y="3182377"/>
                      </a:cubicBezTo>
                      <a:cubicBezTo>
                        <a:pt x="1101498" y="3174002"/>
                        <a:pt x="1098358" y="3165383"/>
                        <a:pt x="1098567" y="3156539"/>
                      </a:cubicBezTo>
                      <a:cubicBezTo>
                        <a:pt x="1154144" y="3191916"/>
                        <a:pt x="1186322" y="3260374"/>
                        <a:pt x="1250442" y="3282091"/>
                      </a:cubicBezTo>
                      <a:cubicBezTo>
                        <a:pt x="1306036" y="3301706"/>
                        <a:pt x="1473388" y="3335139"/>
                        <a:pt x="1487090" y="3252678"/>
                      </a:cubicBezTo>
                      <a:cubicBezTo>
                        <a:pt x="1482902" y="3207318"/>
                        <a:pt x="1441705" y="3170517"/>
                        <a:pt x="1400817" y="3156062"/>
                      </a:cubicBezTo>
                      <a:cubicBezTo>
                        <a:pt x="1386822" y="3151648"/>
                        <a:pt x="1372116" y="3150451"/>
                        <a:pt x="1358171" y="3145652"/>
                      </a:cubicBezTo>
                      <a:cubicBezTo>
                        <a:pt x="1291748" y="3124496"/>
                        <a:pt x="1274235" y="3050100"/>
                        <a:pt x="1246564" y="2994313"/>
                      </a:cubicBezTo>
                      <a:cubicBezTo>
                        <a:pt x="1269110" y="2982646"/>
                        <a:pt x="1293406" y="2967940"/>
                        <a:pt x="1276488" y="2939255"/>
                      </a:cubicBezTo>
                      <a:cubicBezTo>
                        <a:pt x="1313423" y="2927371"/>
                        <a:pt x="1322903" y="2927689"/>
                        <a:pt x="1324168" y="2885302"/>
                      </a:cubicBezTo>
                      <a:cubicBezTo>
                        <a:pt x="1331245" y="2827447"/>
                        <a:pt x="1349419" y="2772230"/>
                        <a:pt x="1376848" y="2720898"/>
                      </a:cubicBezTo>
                      <a:cubicBezTo>
                        <a:pt x="1428137" y="2616645"/>
                        <a:pt x="1511026" y="2526478"/>
                        <a:pt x="1528094" y="2408020"/>
                      </a:cubicBezTo>
                      <a:cubicBezTo>
                        <a:pt x="1576879" y="2078124"/>
                        <a:pt x="1572717" y="1737172"/>
                        <a:pt x="1521067" y="1407418"/>
                      </a:cubicBezTo>
                      <a:cubicBezTo>
                        <a:pt x="1748729" y="1405818"/>
                        <a:pt x="1976382" y="1403657"/>
                        <a:pt x="2204043" y="1402058"/>
                      </a:cubicBezTo>
                      <a:cubicBezTo>
                        <a:pt x="2211405" y="1402242"/>
                        <a:pt x="2221379" y="1402912"/>
                        <a:pt x="2221765" y="1392954"/>
                      </a:cubicBezTo>
                      <a:cubicBezTo>
                        <a:pt x="2225081" y="1011584"/>
                        <a:pt x="2228549" y="630105"/>
                        <a:pt x="2231882" y="248794"/>
                      </a:cubicBezTo>
                      <a:cubicBezTo>
                        <a:pt x="2232619" y="243877"/>
                        <a:pt x="2229193" y="238660"/>
                        <a:pt x="2223900" y="238768"/>
                      </a:cubicBezTo>
                      <a:close/>
                      <a:moveTo>
                        <a:pt x="1824264" y="182253"/>
                      </a:moveTo>
                      <a:cubicBezTo>
                        <a:pt x="1817036" y="193635"/>
                        <a:pt x="1820411" y="207370"/>
                        <a:pt x="1820529" y="219975"/>
                      </a:cubicBezTo>
                      <a:cubicBezTo>
                        <a:pt x="1820462" y="231055"/>
                        <a:pt x="1816391" y="242956"/>
                        <a:pt x="1822706" y="253140"/>
                      </a:cubicBezTo>
                      <a:cubicBezTo>
                        <a:pt x="1822715" y="260083"/>
                        <a:pt x="1824205" y="267244"/>
                        <a:pt x="1823142" y="274254"/>
                      </a:cubicBezTo>
                      <a:cubicBezTo>
                        <a:pt x="1822354" y="281373"/>
                        <a:pt x="1819691" y="290384"/>
                        <a:pt x="1813728" y="294974"/>
                      </a:cubicBezTo>
                      <a:cubicBezTo>
                        <a:pt x="1811777" y="296473"/>
                        <a:pt x="1811584" y="296976"/>
                        <a:pt x="1809775" y="295435"/>
                      </a:cubicBezTo>
                      <a:cubicBezTo>
                        <a:pt x="1806425" y="290686"/>
                        <a:pt x="1805093" y="284522"/>
                        <a:pt x="1803577" y="278986"/>
                      </a:cubicBezTo>
                      <a:cubicBezTo>
                        <a:pt x="1799314" y="253500"/>
                        <a:pt x="1797330" y="227127"/>
                        <a:pt x="1796852" y="201298"/>
                      </a:cubicBezTo>
                      <a:cubicBezTo>
                        <a:pt x="1797154" y="185218"/>
                        <a:pt x="1810998" y="182328"/>
                        <a:pt x="1824264" y="182253"/>
                      </a:cubicBezTo>
                      <a:close/>
                      <a:moveTo>
                        <a:pt x="1790998" y="184238"/>
                      </a:moveTo>
                      <a:cubicBezTo>
                        <a:pt x="1781400" y="198467"/>
                        <a:pt x="1787648" y="218501"/>
                        <a:pt x="1787489" y="234732"/>
                      </a:cubicBezTo>
                      <a:cubicBezTo>
                        <a:pt x="1788510" y="250862"/>
                        <a:pt x="1788645" y="267864"/>
                        <a:pt x="1792673" y="283668"/>
                      </a:cubicBezTo>
                      <a:cubicBezTo>
                        <a:pt x="1776911" y="294807"/>
                        <a:pt x="1773368" y="283383"/>
                        <a:pt x="1770621" y="269195"/>
                      </a:cubicBezTo>
                      <a:cubicBezTo>
                        <a:pt x="1766492" y="254304"/>
                        <a:pt x="1762548" y="239338"/>
                        <a:pt x="1759700" y="224137"/>
                      </a:cubicBezTo>
                      <a:cubicBezTo>
                        <a:pt x="1752347" y="189054"/>
                        <a:pt x="1757003" y="187797"/>
                        <a:pt x="1790998" y="184238"/>
                      </a:cubicBezTo>
                      <a:close/>
                      <a:moveTo>
                        <a:pt x="1741911" y="177496"/>
                      </a:moveTo>
                      <a:cubicBezTo>
                        <a:pt x="1746426" y="178618"/>
                        <a:pt x="1750864" y="180000"/>
                        <a:pt x="1755395" y="180947"/>
                      </a:cubicBezTo>
                      <a:cubicBezTo>
                        <a:pt x="1747816" y="185637"/>
                        <a:pt x="1745052" y="194188"/>
                        <a:pt x="1745689" y="202755"/>
                      </a:cubicBezTo>
                      <a:cubicBezTo>
                        <a:pt x="1747238" y="221357"/>
                        <a:pt x="1751869" y="239648"/>
                        <a:pt x="1756492" y="257680"/>
                      </a:cubicBezTo>
                      <a:cubicBezTo>
                        <a:pt x="1750454" y="259212"/>
                        <a:pt x="1750353" y="267286"/>
                        <a:pt x="1745940" y="270946"/>
                      </a:cubicBezTo>
                      <a:cubicBezTo>
                        <a:pt x="1735513" y="278894"/>
                        <a:pt x="1733444" y="266113"/>
                        <a:pt x="1730990" y="258618"/>
                      </a:cubicBezTo>
                      <a:cubicBezTo>
                        <a:pt x="1727313" y="246884"/>
                        <a:pt x="1723252" y="235134"/>
                        <a:pt x="1721359" y="222864"/>
                      </a:cubicBezTo>
                      <a:cubicBezTo>
                        <a:pt x="1719282" y="208342"/>
                        <a:pt x="1719499" y="186357"/>
                        <a:pt x="1730982" y="175779"/>
                      </a:cubicBezTo>
                      <a:cubicBezTo>
                        <a:pt x="1733963" y="174590"/>
                        <a:pt x="1738988" y="176767"/>
                        <a:pt x="1741911" y="177496"/>
                      </a:cubicBezTo>
                      <a:close/>
                      <a:moveTo>
                        <a:pt x="1692808" y="179699"/>
                      </a:moveTo>
                      <a:cubicBezTo>
                        <a:pt x="1694952" y="173794"/>
                        <a:pt x="1698268" y="167890"/>
                        <a:pt x="1700873" y="162094"/>
                      </a:cubicBezTo>
                      <a:cubicBezTo>
                        <a:pt x="1705220" y="152446"/>
                        <a:pt x="1708913" y="141248"/>
                        <a:pt x="1714709" y="132053"/>
                      </a:cubicBezTo>
                      <a:cubicBezTo>
                        <a:pt x="1722054" y="142396"/>
                        <a:pt x="1724575" y="155252"/>
                        <a:pt x="1724240" y="167630"/>
                      </a:cubicBezTo>
                      <a:cubicBezTo>
                        <a:pt x="1702272" y="189824"/>
                        <a:pt x="1715195" y="224388"/>
                        <a:pt x="1721635" y="250737"/>
                      </a:cubicBezTo>
                      <a:cubicBezTo>
                        <a:pt x="1719190" y="250720"/>
                        <a:pt x="1718034" y="250703"/>
                        <a:pt x="1717439" y="250737"/>
                      </a:cubicBezTo>
                      <a:cubicBezTo>
                        <a:pt x="1710354" y="251130"/>
                        <a:pt x="1703260" y="251398"/>
                        <a:pt x="1696166" y="251675"/>
                      </a:cubicBezTo>
                      <a:cubicBezTo>
                        <a:pt x="1696987" y="244631"/>
                        <a:pt x="1695178" y="236298"/>
                        <a:pt x="1694458" y="230360"/>
                      </a:cubicBezTo>
                      <a:cubicBezTo>
                        <a:pt x="1692523" y="213677"/>
                        <a:pt x="1687423" y="196198"/>
                        <a:pt x="1692808" y="179699"/>
                      </a:cubicBezTo>
                      <a:close/>
                      <a:moveTo>
                        <a:pt x="737071" y="201340"/>
                      </a:moveTo>
                      <a:cubicBezTo>
                        <a:pt x="738679" y="199531"/>
                        <a:pt x="739098" y="197571"/>
                        <a:pt x="738738" y="195846"/>
                      </a:cubicBezTo>
                      <a:cubicBezTo>
                        <a:pt x="764098" y="171767"/>
                        <a:pt x="790580" y="146567"/>
                        <a:pt x="824834" y="136240"/>
                      </a:cubicBezTo>
                      <a:cubicBezTo>
                        <a:pt x="861995" y="124825"/>
                        <a:pt x="900939" y="134908"/>
                        <a:pt x="938401" y="139666"/>
                      </a:cubicBezTo>
                      <a:cubicBezTo>
                        <a:pt x="958200" y="142019"/>
                        <a:pt x="978049" y="146743"/>
                        <a:pt x="998099" y="146181"/>
                      </a:cubicBezTo>
                      <a:cubicBezTo>
                        <a:pt x="998710" y="150746"/>
                        <a:pt x="1001365" y="156340"/>
                        <a:pt x="1006474" y="156190"/>
                      </a:cubicBezTo>
                      <a:cubicBezTo>
                        <a:pt x="1035837" y="178275"/>
                        <a:pt x="1065083" y="200787"/>
                        <a:pt x="1096297" y="220234"/>
                      </a:cubicBezTo>
                      <a:cubicBezTo>
                        <a:pt x="1141255" y="249765"/>
                        <a:pt x="1168340" y="237931"/>
                        <a:pt x="1207561" y="207119"/>
                      </a:cubicBezTo>
                      <a:cubicBezTo>
                        <a:pt x="1215358" y="201114"/>
                        <a:pt x="1257385" y="169900"/>
                        <a:pt x="1241547" y="161064"/>
                      </a:cubicBezTo>
                      <a:cubicBezTo>
                        <a:pt x="1240057" y="155763"/>
                        <a:pt x="1237720" y="150603"/>
                        <a:pt x="1236665" y="145210"/>
                      </a:cubicBezTo>
                      <a:cubicBezTo>
                        <a:pt x="1292141" y="132002"/>
                        <a:pt x="1350457" y="117329"/>
                        <a:pt x="1407685" y="127639"/>
                      </a:cubicBezTo>
                      <a:cubicBezTo>
                        <a:pt x="1439636" y="135512"/>
                        <a:pt x="1462199" y="161106"/>
                        <a:pt x="1484602" y="183543"/>
                      </a:cubicBezTo>
                      <a:cubicBezTo>
                        <a:pt x="1509208" y="207529"/>
                        <a:pt x="1532298" y="233182"/>
                        <a:pt x="1557776" y="256222"/>
                      </a:cubicBezTo>
                      <a:cubicBezTo>
                        <a:pt x="1527818" y="257118"/>
                        <a:pt x="1497860" y="257981"/>
                        <a:pt x="1467902" y="258819"/>
                      </a:cubicBezTo>
                      <a:cubicBezTo>
                        <a:pt x="1476822" y="234288"/>
                        <a:pt x="1486729" y="205368"/>
                        <a:pt x="1479301" y="179414"/>
                      </a:cubicBezTo>
                      <a:cubicBezTo>
                        <a:pt x="1477894" y="173652"/>
                        <a:pt x="1469158" y="173652"/>
                        <a:pt x="1467726" y="179414"/>
                      </a:cubicBezTo>
                      <a:cubicBezTo>
                        <a:pt x="1459167" y="205662"/>
                        <a:pt x="1458195" y="234874"/>
                        <a:pt x="1444452" y="259480"/>
                      </a:cubicBezTo>
                      <a:cubicBezTo>
                        <a:pt x="1227310" y="264765"/>
                        <a:pt x="1010159" y="269891"/>
                        <a:pt x="793000" y="274346"/>
                      </a:cubicBezTo>
                      <a:cubicBezTo>
                        <a:pt x="771853" y="261758"/>
                        <a:pt x="755145" y="244070"/>
                        <a:pt x="742230" y="223375"/>
                      </a:cubicBezTo>
                      <a:cubicBezTo>
                        <a:pt x="739115" y="218199"/>
                        <a:pt x="731853" y="207219"/>
                        <a:pt x="737071" y="201340"/>
                      </a:cubicBezTo>
                      <a:close/>
                      <a:moveTo>
                        <a:pt x="685798" y="245979"/>
                      </a:moveTo>
                      <a:cubicBezTo>
                        <a:pt x="697138" y="235268"/>
                        <a:pt x="708386" y="224455"/>
                        <a:pt x="719701" y="213727"/>
                      </a:cubicBezTo>
                      <a:cubicBezTo>
                        <a:pt x="724860" y="237889"/>
                        <a:pt x="741895" y="258509"/>
                        <a:pt x="759583" y="274999"/>
                      </a:cubicBezTo>
                      <a:cubicBezTo>
                        <a:pt x="724073" y="275728"/>
                        <a:pt x="688571" y="276540"/>
                        <a:pt x="653077" y="277587"/>
                      </a:cubicBezTo>
                      <a:cubicBezTo>
                        <a:pt x="663470" y="266566"/>
                        <a:pt x="674835" y="256340"/>
                        <a:pt x="685798" y="245979"/>
                      </a:cubicBezTo>
                      <a:close/>
                      <a:moveTo>
                        <a:pt x="574711" y="164489"/>
                      </a:moveTo>
                      <a:cubicBezTo>
                        <a:pt x="580247" y="171391"/>
                        <a:pt x="584485" y="179565"/>
                        <a:pt x="589049" y="186968"/>
                      </a:cubicBezTo>
                      <a:cubicBezTo>
                        <a:pt x="595146" y="196851"/>
                        <a:pt x="602901" y="206080"/>
                        <a:pt x="605749" y="217504"/>
                      </a:cubicBezTo>
                      <a:cubicBezTo>
                        <a:pt x="608496" y="228509"/>
                        <a:pt x="605824" y="239924"/>
                        <a:pt x="604518" y="250954"/>
                      </a:cubicBezTo>
                      <a:cubicBezTo>
                        <a:pt x="603546" y="259128"/>
                        <a:pt x="601159" y="271875"/>
                        <a:pt x="606436" y="279137"/>
                      </a:cubicBezTo>
                      <a:cubicBezTo>
                        <a:pt x="598722" y="279505"/>
                        <a:pt x="591017" y="280284"/>
                        <a:pt x="583320" y="280954"/>
                      </a:cubicBezTo>
                      <a:cubicBezTo>
                        <a:pt x="586293" y="254648"/>
                        <a:pt x="594208" y="219129"/>
                        <a:pt x="569694" y="200787"/>
                      </a:cubicBezTo>
                      <a:cubicBezTo>
                        <a:pt x="568103" y="188543"/>
                        <a:pt x="568714" y="175670"/>
                        <a:pt x="574711" y="164489"/>
                      </a:cubicBezTo>
                      <a:close/>
                      <a:moveTo>
                        <a:pt x="554996" y="212261"/>
                      </a:moveTo>
                      <a:cubicBezTo>
                        <a:pt x="563228" y="208040"/>
                        <a:pt x="567299" y="209707"/>
                        <a:pt x="571386" y="217822"/>
                      </a:cubicBezTo>
                      <a:cubicBezTo>
                        <a:pt x="582868" y="237655"/>
                        <a:pt x="580431" y="262051"/>
                        <a:pt x="576386" y="283634"/>
                      </a:cubicBezTo>
                      <a:cubicBezTo>
                        <a:pt x="574610" y="285686"/>
                        <a:pt x="574133" y="288609"/>
                        <a:pt x="574987" y="291080"/>
                      </a:cubicBezTo>
                      <a:cubicBezTo>
                        <a:pt x="573496" y="297738"/>
                        <a:pt x="572784" y="311867"/>
                        <a:pt x="562483" y="306582"/>
                      </a:cubicBezTo>
                      <a:cubicBezTo>
                        <a:pt x="556914" y="303835"/>
                        <a:pt x="556001" y="294823"/>
                        <a:pt x="549368" y="294296"/>
                      </a:cubicBezTo>
                      <a:cubicBezTo>
                        <a:pt x="550548" y="285343"/>
                        <a:pt x="551595" y="276364"/>
                        <a:pt x="552282" y="267361"/>
                      </a:cubicBezTo>
                      <a:cubicBezTo>
                        <a:pt x="552667" y="250979"/>
                        <a:pt x="558697" y="227102"/>
                        <a:pt x="540758" y="217990"/>
                      </a:cubicBezTo>
                      <a:cubicBezTo>
                        <a:pt x="545574" y="216315"/>
                        <a:pt x="550230" y="214070"/>
                        <a:pt x="554996" y="212261"/>
                      </a:cubicBezTo>
                      <a:close/>
                      <a:moveTo>
                        <a:pt x="531168" y="226759"/>
                      </a:moveTo>
                      <a:cubicBezTo>
                        <a:pt x="547048" y="229908"/>
                        <a:pt x="541738" y="249765"/>
                        <a:pt x="541914" y="261549"/>
                      </a:cubicBezTo>
                      <a:cubicBezTo>
                        <a:pt x="541068" y="276993"/>
                        <a:pt x="539091" y="292353"/>
                        <a:pt x="536897" y="307662"/>
                      </a:cubicBezTo>
                      <a:cubicBezTo>
                        <a:pt x="536093" y="321649"/>
                        <a:pt x="533497" y="334002"/>
                        <a:pt x="516939" y="324429"/>
                      </a:cubicBezTo>
                      <a:cubicBezTo>
                        <a:pt x="519008" y="300703"/>
                        <a:pt x="515348" y="276976"/>
                        <a:pt x="514150" y="253341"/>
                      </a:cubicBezTo>
                      <a:cubicBezTo>
                        <a:pt x="513555" y="243827"/>
                        <a:pt x="513019" y="233040"/>
                        <a:pt x="505909" y="225871"/>
                      </a:cubicBezTo>
                      <a:cubicBezTo>
                        <a:pt x="514359" y="225955"/>
                        <a:pt x="522961" y="224941"/>
                        <a:pt x="531168" y="226759"/>
                      </a:cubicBezTo>
                      <a:close/>
                      <a:moveTo>
                        <a:pt x="502182" y="243526"/>
                      </a:moveTo>
                      <a:cubicBezTo>
                        <a:pt x="504778" y="260921"/>
                        <a:pt x="504736" y="279162"/>
                        <a:pt x="505557" y="296724"/>
                      </a:cubicBezTo>
                      <a:cubicBezTo>
                        <a:pt x="506051" y="310786"/>
                        <a:pt x="507098" y="326146"/>
                        <a:pt x="501177" y="339178"/>
                      </a:cubicBezTo>
                      <a:cubicBezTo>
                        <a:pt x="499427" y="340334"/>
                        <a:pt x="498422" y="339262"/>
                        <a:pt x="496839" y="338123"/>
                      </a:cubicBezTo>
                      <a:cubicBezTo>
                        <a:pt x="484594" y="328977"/>
                        <a:pt x="484209" y="312411"/>
                        <a:pt x="483045" y="298567"/>
                      </a:cubicBezTo>
                      <a:cubicBezTo>
                        <a:pt x="486822" y="290401"/>
                        <a:pt x="484745" y="281415"/>
                        <a:pt x="482727" y="273048"/>
                      </a:cubicBezTo>
                      <a:cubicBezTo>
                        <a:pt x="479268" y="258718"/>
                        <a:pt x="482249" y="240092"/>
                        <a:pt x="472676" y="228090"/>
                      </a:cubicBezTo>
                      <a:cubicBezTo>
                        <a:pt x="485784" y="226499"/>
                        <a:pt x="499804" y="227638"/>
                        <a:pt x="502182" y="243526"/>
                      </a:cubicBezTo>
                      <a:close/>
                      <a:moveTo>
                        <a:pt x="422040" y="238568"/>
                      </a:moveTo>
                      <a:cubicBezTo>
                        <a:pt x="428925" y="233492"/>
                        <a:pt x="441186" y="232546"/>
                        <a:pt x="449461" y="232043"/>
                      </a:cubicBezTo>
                      <a:cubicBezTo>
                        <a:pt x="458087" y="231516"/>
                        <a:pt x="463305" y="235008"/>
                        <a:pt x="465692" y="243325"/>
                      </a:cubicBezTo>
                      <a:cubicBezTo>
                        <a:pt x="468146" y="251884"/>
                        <a:pt x="467216" y="261097"/>
                        <a:pt x="468866" y="269832"/>
                      </a:cubicBezTo>
                      <a:cubicBezTo>
                        <a:pt x="469536" y="275962"/>
                        <a:pt x="475733" y="289120"/>
                        <a:pt x="471437" y="294338"/>
                      </a:cubicBezTo>
                      <a:cubicBezTo>
                        <a:pt x="457844" y="286557"/>
                        <a:pt x="452861" y="271348"/>
                        <a:pt x="444352" y="258886"/>
                      </a:cubicBezTo>
                      <a:cubicBezTo>
                        <a:pt x="441898" y="255552"/>
                        <a:pt x="434653" y="255988"/>
                        <a:pt x="435323" y="261331"/>
                      </a:cubicBezTo>
                      <a:cubicBezTo>
                        <a:pt x="436513" y="270736"/>
                        <a:pt x="440566" y="280184"/>
                        <a:pt x="446454" y="288215"/>
                      </a:cubicBezTo>
                      <a:cubicBezTo>
                        <a:pt x="437400" y="288324"/>
                        <a:pt x="428355" y="288433"/>
                        <a:pt x="419302" y="288517"/>
                      </a:cubicBezTo>
                      <a:cubicBezTo>
                        <a:pt x="419168" y="280686"/>
                        <a:pt x="418364" y="272788"/>
                        <a:pt x="418196" y="264974"/>
                      </a:cubicBezTo>
                      <a:cubicBezTo>
                        <a:pt x="418054" y="257738"/>
                        <a:pt x="415374" y="243492"/>
                        <a:pt x="422040" y="238568"/>
                      </a:cubicBezTo>
                      <a:close/>
                      <a:moveTo>
                        <a:pt x="1209445" y="3087821"/>
                      </a:moveTo>
                      <a:cubicBezTo>
                        <a:pt x="1202913" y="3076992"/>
                        <a:pt x="1197461" y="3065100"/>
                        <a:pt x="1194856" y="3052805"/>
                      </a:cubicBezTo>
                      <a:cubicBezTo>
                        <a:pt x="1195601" y="3052947"/>
                        <a:pt x="1196347" y="3052922"/>
                        <a:pt x="1197000" y="3052654"/>
                      </a:cubicBezTo>
                      <a:cubicBezTo>
                        <a:pt x="1199152" y="3051800"/>
                        <a:pt x="1200827" y="3050586"/>
                        <a:pt x="1202243" y="3049153"/>
                      </a:cubicBezTo>
                      <a:cubicBezTo>
                        <a:pt x="1209881" y="3049907"/>
                        <a:pt x="1217536" y="3050611"/>
                        <a:pt x="1225166" y="3051440"/>
                      </a:cubicBezTo>
                      <a:cubicBezTo>
                        <a:pt x="1218197" y="3062503"/>
                        <a:pt x="1211280" y="3074832"/>
                        <a:pt x="1209445" y="3087821"/>
                      </a:cubicBezTo>
                      <a:close/>
                      <a:moveTo>
                        <a:pt x="1218817" y="3094471"/>
                      </a:moveTo>
                      <a:cubicBezTo>
                        <a:pt x="1226824" y="3096624"/>
                        <a:pt x="1234864" y="3098684"/>
                        <a:pt x="1242929" y="3100602"/>
                      </a:cubicBezTo>
                      <a:cubicBezTo>
                        <a:pt x="1240299" y="3109798"/>
                        <a:pt x="1237971" y="3117989"/>
                        <a:pt x="1237536" y="3127813"/>
                      </a:cubicBezTo>
                      <a:cubicBezTo>
                        <a:pt x="1229512" y="3117042"/>
                        <a:pt x="1221271" y="3106355"/>
                        <a:pt x="1213943" y="3095066"/>
                      </a:cubicBezTo>
                      <a:cubicBezTo>
                        <a:pt x="1215635" y="3095602"/>
                        <a:pt x="1217544" y="3095501"/>
                        <a:pt x="1218817" y="3094471"/>
                      </a:cubicBezTo>
                      <a:close/>
                      <a:moveTo>
                        <a:pt x="1208122" y="3040510"/>
                      </a:moveTo>
                      <a:cubicBezTo>
                        <a:pt x="1214219" y="3030075"/>
                        <a:pt x="1220769" y="3019907"/>
                        <a:pt x="1227360" y="3009782"/>
                      </a:cubicBezTo>
                      <a:cubicBezTo>
                        <a:pt x="1230241" y="3011733"/>
                        <a:pt x="1233097" y="3013718"/>
                        <a:pt x="1236011" y="3015636"/>
                      </a:cubicBezTo>
                      <a:cubicBezTo>
                        <a:pt x="1236916" y="3016231"/>
                        <a:pt x="1237854" y="3016490"/>
                        <a:pt x="1238767" y="3016499"/>
                      </a:cubicBezTo>
                      <a:cubicBezTo>
                        <a:pt x="1240777" y="3020544"/>
                        <a:pt x="1242753" y="3024614"/>
                        <a:pt x="1244721" y="3028701"/>
                      </a:cubicBezTo>
                      <a:cubicBezTo>
                        <a:pt x="1239964" y="3032587"/>
                        <a:pt x="1235727" y="3037177"/>
                        <a:pt x="1231866" y="3042060"/>
                      </a:cubicBezTo>
                      <a:cubicBezTo>
                        <a:pt x="1223960" y="3041490"/>
                        <a:pt x="1216037" y="3040996"/>
                        <a:pt x="1208122" y="3040510"/>
                      </a:cubicBezTo>
                      <a:close/>
                      <a:moveTo>
                        <a:pt x="1211397" y="3009355"/>
                      </a:moveTo>
                      <a:cubicBezTo>
                        <a:pt x="1204990" y="3018844"/>
                        <a:pt x="1198474" y="3028341"/>
                        <a:pt x="1192812" y="3038291"/>
                      </a:cubicBezTo>
                      <a:cubicBezTo>
                        <a:pt x="1191724" y="3023324"/>
                        <a:pt x="1195157" y="3008073"/>
                        <a:pt x="1200141" y="2993928"/>
                      </a:cubicBezTo>
                      <a:cubicBezTo>
                        <a:pt x="1205266" y="2997211"/>
                        <a:pt x="1210836" y="2999849"/>
                        <a:pt x="1216162" y="3002789"/>
                      </a:cubicBezTo>
                      <a:cubicBezTo>
                        <a:pt x="1214538" y="3004949"/>
                        <a:pt x="1212929" y="3007127"/>
                        <a:pt x="1211397" y="3009355"/>
                      </a:cubicBezTo>
                      <a:close/>
                      <a:moveTo>
                        <a:pt x="1249822" y="3166146"/>
                      </a:moveTo>
                      <a:cubicBezTo>
                        <a:pt x="1262460" y="3186078"/>
                        <a:pt x="1263917" y="3209026"/>
                        <a:pt x="1261195" y="3231857"/>
                      </a:cubicBezTo>
                      <a:cubicBezTo>
                        <a:pt x="1205869" y="3198038"/>
                        <a:pt x="1159957" y="3145208"/>
                        <a:pt x="1099773" y="3122210"/>
                      </a:cubicBezTo>
                      <a:cubicBezTo>
                        <a:pt x="1104438" y="3078960"/>
                        <a:pt x="1112587" y="3036373"/>
                        <a:pt x="1114965" y="2992914"/>
                      </a:cubicBezTo>
                      <a:cubicBezTo>
                        <a:pt x="1130351" y="2967680"/>
                        <a:pt x="1133232" y="2936558"/>
                        <a:pt x="1140719" y="2908292"/>
                      </a:cubicBezTo>
                      <a:cubicBezTo>
                        <a:pt x="1157469" y="2929523"/>
                        <a:pt x="1183039" y="2944716"/>
                        <a:pt x="1210249" y="2949648"/>
                      </a:cubicBezTo>
                      <a:cubicBezTo>
                        <a:pt x="1149454" y="3051055"/>
                        <a:pt x="1194387" y="3083106"/>
                        <a:pt x="1249822" y="3166146"/>
                      </a:cubicBezTo>
                      <a:close/>
                      <a:moveTo>
                        <a:pt x="1089296" y="3150434"/>
                      </a:moveTo>
                      <a:cubicBezTo>
                        <a:pt x="1089346" y="3152687"/>
                        <a:pt x="1089446" y="3154940"/>
                        <a:pt x="1089581" y="3157201"/>
                      </a:cubicBezTo>
                      <a:cubicBezTo>
                        <a:pt x="1066222" y="3096037"/>
                        <a:pt x="1073676" y="3028777"/>
                        <a:pt x="1074790" y="2964648"/>
                      </a:cubicBezTo>
                      <a:cubicBezTo>
                        <a:pt x="1084706" y="2961348"/>
                        <a:pt x="1094011" y="2956290"/>
                        <a:pt x="1101976" y="2949598"/>
                      </a:cubicBezTo>
                      <a:cubicBezTo>
                        <a:pt x="1104421" y="2963442"/>
                        <a:pt x="1092696" y="2980762"/>
                        <a:pt x="1101842" y="2992764"/>
                      </a:cubicBezTo>
                      <a:cubicBezTo>
                        <a:pt x="1099463" y="3043391"/>
                        <a:pt x="1089681" y="3093617"/>
                        <a:pt x="1089237" y="3144345"/>
                      </a:cubicBezTo>
                      <a:cubicBezTo>
                        <a:pt x="1087771" y="3145936"/>
                        <a:pt x="1087503" y="3148792"/>
                        <a:pt x="1089296" y="3150434"/>
                      </a:cubicBezTo>
                      <a:close/>
                      <a:moveTo>
                        <a:pt x="1205886" y="1803394"/>
                      </a:moveTo>
                      <a:cubicBezTo>
                        <a:pt x="1344327" y="2532148"/>
                        <a:pt x="1246120" y="2277963"/>
                        <a:pt x="1117746" y="2889515"/>
                      </a:cubicBezTo>
                      <a:cubicBezTo>
                        <a:pt x="1138064" y="2567416"/>
                        <a:pt x="1165635" y="2123324"/>
                        <a:pt x="1205886" y="1803394"/>
                      </a:cubicBezTo>
                      <a:close/>
                      <a:moveTo>
                        <a:pt x="1008132" y="2986449"/>
                      </a:moveTo>
                      <a:cubicBezTo>
                        <a:pt x="1014464" y="2991415"/>
                        <a:pt x="1020268" y="2996834"/>
                        <a:pt x="1026315" y="3002110"/>
                      </a:cubicBezTo>
                      <a:cubicBezTo>
                        <a:pt x="1019589" y="3007186"/>
                        <a:pt x="1013568" y="3012688"/>
                        <a:pt x="1008350" y="3019070"/>
                      </a:cubicBezTo>
                      <a:cubicBezTo>
                        <a:pt x="1008384" y="3008224"/>
                        <a:pt x="1008451" y="2997320"/>
                        <a:pt x="1008132" y="2986449"/>
                      </a:cubicBezTo>
                      <a:close/>
                      <a:moveTo>
                        <a:pt x="1008174" y="3036666"/>
                      </a:moveTo>
                      <a:cubicBezTo>
                        <a:pt x="1013191" y="3042412"/>
                        <a:pt x="1018400" y="3047947"/>
                        <a:pt x="1023844" y="3053274"/>
                      </a:cubicBezTo>
                      <a:cubicBezTo>
                        <a:pt x="1018040" y="3057260"/>
                        <a:pt x="1012521" y="3061649"/>
                        <a:pt x="1007303" y="3066381"/>
                      </a:cubicBezTo>
                      <a:cubicBezTo>
                        <a:pt x="1007730" y="3056473"/>
                        <a:pt x="1008015" y="3046566"/>
                        <a:pt x="1008174" y="3036666"/>
                      </a:cubicBezTo>
                      <a:close/>
                      <a:moveTo>
                        <a:pt x="1011256" y="3028601"/>
                      </a:moveTo>
                      <a:cubicBezTo>
                        <a:pt x="1018794" y="3021926"/>
                        <a:pt x="1026968" y="3015846"/>
                        <a:pt x="1035360" y="3010326"/>
                      </a:cubicBezTo>
                      <a:cubicBezTo>
                        <a:pt x="1042981" y="3017437"/>
                        <a:pt x="1050351" y="3024790"/>
                        <a:pt x="1057722" y="3032185"/>
                      </a:cubicBezTo>
                      <a:cubicBezTo>
                        <a:pt x="1058542" y="3033006"/>
                        <a:pt x="1059530" y="3033551"/>
                        <a:pt x="1060586" y="3033827"/>
                      </a:cubicBezTo>
                      <a:cubicBezTo>
                        <a:pt x="1060577" y="3034480"/>
                        <a:pt x="1060569" y="3035125"/>
                        <a:pt x="1060561" y="3035778"/>
                      </a:cubicBezTo>
                      <a:cubicBezTo>
                        <a:pt x="1050611" y="3037822"/>
                        <a:pt x="1041708" y="3042470"/>
                        <a:pt x="1032990" y="3047437"/>
                      </a:cubicBezTo>
                      <a:cubicBezTo>
                        <a:pt x="1025812" y="3041088"/>
                        <a:pt x="1018576" y="3034807"/>
                        <a:pt x="1011256" y="3028601"/>
                      </a:cubicBezTo>
                      <a:close/>
                      <a:moveTo>
                        <a:pt x="1060577" y="3047922"/>
                      </a:moveTo>
                      <a:cubicBezTo>
                        <a:pt x="1060644" y="3055812"/>
                        <a:pt x="1060837" y="3063684"/>
                        <a:pt x="1061214" y="3071540"/>
                      </a:cubicBezTo>
                      <a:cubicBezTo>
                        <a:pt x="1054874" y="3066389"/>
                        <a:pt x="1048743" y="3061448"/>
                        <a:pt x="1042713" y="3056013"/>
                      </a:cubicBezTo>
                      <a:cubicBezTo>
                        <a:pt x="1048634" y="3053065"/>
                        <a:pt x="1054422" y="3050468"/>
                        <a:pt x="1060577" y="3047922"/>
                      </a:cubicBezTo>
                      <a:close/>
                      <a:moveTo>
                        <a:pt x="1060896" y="3016516"/>
                      </a:moveTo>
                      <a:cubicBezTo>
                        <a:pt x="1056373" y="3011943"/>
                        <a:pt x="1051716" y="3007487"/>
                        <a:pt x="1046976" y="3003124"/>
                      </a:cubicBezTo>
                      <a:cubicBezTo>
                        <a:pt x="1051943" y="3000243"/>
                        <a:pt x="1056624" y="2997236"/>
                        <a:pt x="1061607" y="2994321"/>
                      </a:cubicBezTo>
                      <a:cubicBezTo>
                        <a:pt x="1061340" y="3001717"/>
                        <a:pt x="1061088" y="3009112"/>
                        <a:pt x="1060896" y="3016516"/>
                      </a:cubicBezTo>
                      <a:close/>
                      <a:moveTo>
                        <a:pt x="1037370" y="2994489"/>
                      </a:moveTo>
                      <a:cubicBezTo>
                        <a:pt x="1027588" y="2986323"/>
                        <a:pt x="1018233" y="2977898"/>
                        <a:pt x="1007370" y="2971014"/>
                      </a:cubicBezTo>
                      <a:cubicBezTo>
                        <a:pt x="1007060" y="2966734"/>
                        <a:pt x="1006667" y="2962454"/>
                        <a:pt x="1006147" y="2958199"/>
                      </a:cubicBezTo>
                      <a:cubicBezTo>
                        <a:pt x="1022889" y="2968375"/>
                        <a:pt x="1043316" y="2971265"/>
                        <a:pt x="1062638" y="2967747"/>
                      </a:cubicBezTo>
                      <a:cubicBezTo>
                        <a:pt x="1062462" y="2972496"/>
                        <a:pt x="1062269" y="2977261"/>
                        <a:pt x="1062085" y="2982027"/>
                      </a:cubicBezTo>
                      <a:cubicBezTo>
                        <a:pt x="1053132" y="2985494"/>
                        <a:pt x="1045418" y="2989598"/>
                        <a:pt x="1037370" y="2994489"/>
                      </a:cubicBezTo>
                      <a:close/>
                      <a:moveTo>
                        <a:pt x="1003484" y="3121649"/>
                      </a:moveTo>
                      <a:cubicBezTo>
                        <a:pt x="1004012" y="3115995"/>
                        <a:pt x="1004497" y="3110334"/>
                        <a:pt x="1004950" y="3104672"/>
                      </a:cubicBezTo>
                      <a:cubicBezTo>
                        <a:pt x="1009137" y="3107855"/>
                        <a:pt x="1013400" y="3110945"/>
                        <a:pt x="1017697" y="3113994"/>
                      </a:cubicBezTo>
                      <a:cubicBezTo>
                        <a:pt x="1012873" y="3117067"/>
                        <a:pt x="1008023" y="3120233"/>
                        <a:pt x="1003333" y="3123499"/>
                      </a:cubicBezTo>
                      <a:cubicBezTo>
                        <a:pt x="1003375" y="3122871"/>
                        <a:pt x="1003434" y="3122252"/>
                        <a:pt x="1003484" y="3121649"/>
                      </a:cubicBezTo>
                      <a:close/>
                      <a:moveTo>
                        <a:pt x="1005737" y="3093709"/>
                      </a:moveTo>
                      <a:cubicBezTo>
                        <a:pt x="1006064" y="3089371"/>
                        <a:pt x="1006348" y="3085024"/>
                        <a:pt x="1006591" y="3080678"/>
                      </a:cubicBezTo>
                      <a:cubicBezTo>
                        <a:pt x="1014623" y="3073425"/>
                        <a:pt x="1023333" y="3067034"/>
                        <a:pt x="1032630" y="3061515"/>
                      </a:cubicBezTo>
                      <a:cubicBezTo>
                        <a:pt x="1037119" y="3065586"/>
                        <a:pt x="1041658" y="3069597"/>
                        <a:pt x="1046247" y="3073550"/>
                      </a:cubicBezTo>
                      <a:cubicBezTo>
                        <a:pt x="1051046" y="3077654"/>
                        <a:pt x="1055737" y="3082888"/>
                        <a:pt x="1062010" y="3084497"/>
                      </a:cubicBezTo>
                      <a:cubicBezTo>
                        <a:pt x="1062110" y="3085878"/>
                        <a:pt x="1062219" y="3087252"/>
                        <a:pt x="1062336" y="3088634"/>
                      </a:cubicBezTo>
                      <a:cubicBezTo>
                        <a:pt x="1050619" y="3094647"/>
                        <a:pt x="1039028" y="3100862"/>
                        <a:pt x="1027772" y="3107696"/>
                      </a:cubicBezTo>
                      <a:cubicBezTo>
                        <a:pt x="1020594" y="3102754"/>
                        <a:pt x="1013283" y="3098006"/>
                        <a:pt x="1005737" y="3093709"/>
                      </a:cubicBezTo>
                      <a:close/>
                      <a:moveTo>
                        <a:pt x="1063425" y="3099823"/>
                      </a:moveTo>
                      <a:cubicBezTo>
                        <a:pt x="1064949" y="3113215"/>
                        <a:pt x="1067277" y="3126540"/>
                        <a:pt x="1070845" y="3139529"/>
                      </a:cubicBezTo>
                      <a:cubicBezTo>
                        <a:pt x="1061666" y="3130484"/>
                        <a:pt x="1049908" y="3123901"/>
                        <a:pt x="1039656" y="3116029"/>
                      </a:cubicBezTo>
                      <a:cubicBezTo>
                        <a:pt x="1047579" y="3110635"/>
                        <a:pt x="1055477" y="3105192"/>
                        <a:pt x="1063425" y="3099823"/>
                      </a:cubicBezTo>
                      <a:close/>
                      <a:moveTo>
                        <a:pt x="974716" y="3103349"/>
                      </a:moveTo>
                      <a:cubicBezTo>
                        <a:pt x="981374" y="3088626"/>
                        <a:pt x="985243" y="3072947"/>
                        <a:pt x="984380" y="3056741"/>
                      </a:cubicBezTo>
                      <a:cubicBezTo>
                        <a:pt x="984540" y="3043123"/>
                        <a:pt x="985620" y="3029313"/>
                        <a:pt x="984004" y="3015753"/>
                      </a:cubicBezTo>
                      <a:cubicBezTo>
                        <a:pt x="978727" y="2994079"/>
                        <a:pt x="975185" y="2970293"/>
                        <a:pt x="986550" y="2949883"/>
                      </a:cubicBezTo>
                      <a:cubicBezTo>
                        <a:pt x="989464" y="2953752"/>
                        <a:pt x="993601" y="2955009"/>
                        <a:pt x="997622" y="2954439"/>
                      </a:cubicBezTo>
                      <a:cubicBezTo>
                        <a:pt x="997395" y="2960067"/>
                        <a:pt x="997328" y="2965704"/>
                        <a:pt x="997345" y="2971340"/>
                      </a:cubicBezTo>
                      <a:cubicBezTo>
                        <a:pt x="996750" y="2972479"/>
                        <a:pt x="996667" y="2973903"/>
                        <a:pt x="997370" y="2975310"/>
                      </a:cubicBezTo>
                      <a:cubicBezTo>
                        <a:pt x="998844" y="3029773"/>
                        <a:pt x="996859" y="3084589"/>
                        <a:pt x="991131" y="3138650"/>
                      </a:cubicBezTo>
                      <a:cubicBezTo>
                        <a:pt x="989749" y="3149630"/>
                        <a:pt x="977479" y="3153390"/>
                        <a:pt x="968769" y="3157101"/>
                      </a:cubicBezTo>
                      <a:cubicBezTo>
                        <a:pt x="961994" y="3160157"/>
                        <a:pt x="955453" y="3163759"/>
                        <a:pt x="949339" y="3167980"/>
                      </a:cubicBezTo>
                      <a:cubicBezTo>
                        <a:pt x="957613" y="3146355"/>
                        <a:pt x="966240" y="3124873"/>
                        <a:pt x="974716" y="3103349"/>
                      </a:cubicBezTo>
                      <a:close/>
                      <a:moveTo>
                        <a:pt x="1138349" y="3344461"/>
                      </a:moveTo>
                      <a:cubicBezTo>
                        <a:pt x="1124764" y="3350976"/>
                        <a:pt x="1111892" y="3358003"/>
                        <a:pt x="1097286" y="3362107"/>
                      </a:cubicBezTo>
                      <a:cubicBezTo>
                        <a:pt x="1036038" y="3376722"/>
                        <a:pt x="950201" y="3357308"/>
                        <a:pt x="919306" y="3298263"/>
                      </a:cubicBezTo>
                      <a:cubicBezTo>
                        <a:pt x="919239" y="3298138"/>
                        <a:pt x="918744" y="3296965"/>
                        <a:pt x="918703" y="3296865"/>
                      </a:cubicBezTo>
                      <a:cubicBezTo>
                        <a:pt x="915369" y="3288783"/>
                        <a:pt x="912949" y="3280316"/>
                        <a:pt x="915621" y="3271672"/>
                      </a:cubicBezTo>
                      <a:cubicBezTo>
                        <a:pt x="959707" y="3344821"/>
                        <a:pt x="1069865" y="3382693"/>
                        <a:pt x="1139957" y="3324134"/>
                      </a:cubicBezTo>
                      <a:cubicBezTo>
                        <a:pt x="1139689" y="3330927"/>
                        <a:pt x="1139119" y="3337719"/>
                        <a:pt x="1138349" y="3344461"/>
                      </a:cubicBezTo>
                      <a:close/>
                      <a:moveTo>
                        <a:pt x="1115920" y="3232376"/>
                      </a:moveTo>
                      <a:cubicBezTo>
                        <a:pt x="1131389" y="3257133"/>
                        <a:pt x="1140803" y="3284972"/>
                        <a:pt x="1140150" y="3314469"/>
                      </a:cubicBezTo>
                      <a:cubicBezTo>
                        <a:pt x="1064463" y="3369176"/>
                        <a:pt x="962865" y="3334235"/>
                        <a:pt x="919214" y="3256170"/>
                      </a:cubicBezTo>
                      <a:cubicBezTo>
                        <a:pt x="925436" y="3234436"/>
                        <a:pt x="932664" y="3213038"/>
                        <a:pt x="940411" y="3191824"/>
                      </a:cubicBezTo>
                      <a:cubicBezTo>
                        <a:pt x="944314" y="3187008"/>
                        <a:pt x="948945" y="3182703"/>
                        <a:pt x="953870" y="3178935"/>
                      </a:cubicBezTo>
                      <a:cubicBezTo>
                        <a:pt x="946223" y="3216112"/>
                        <a:pt x="950461" y="3261388"/>
                        <a:pt x="986173" y="3282552"/>
                      </a:cubicBezTo>
                      <a:cubicBezTo>
                        <a:pt x="1002998" y="3293255"/>
                        <a:pt x="1022973" y="3298154"/>
                        <a:pt x="1042529" y="3300793"/>
                      </a:cubicBezTo>
                      <a:cubicBezTo>
                        <a:pt x="1093425" y="3310056"/>
                        <a:pt x="1121306" y="3283992"/>
                        <a:pt x="1115920" y="3232376"/>
                      </a:cubicBezTo>
                      <a:close/>
                      <a:moveTo>
                        <a:pt x="1104731" y="3214211"/>
                      </a:moveTo>
                      <a:cubicBezTo>
                        <a:pt x="1102487" y="3226212"/>
                        <a:pt x="1107294" y="3238750"/>
                        <a:pt x="1105979" y="3251070"/>
                      </a:cubicBezTo>
                      <a:cubicBezTo>
                        <a:pt x="1103818" y="3286714"/>
                        <a:pt x="1077076" y="3295868"/>
                        <a:pt x="1045670" y="3290458"/>
                      </a:cubicBezTo>
                      <a:cubicBezTo>
                        <a:pt x="1010963" y="3286069"/>
                        <a:pt x="973183" y="3272342"/>
                        <a:pt x="964087" y="3234646"/>
                      </a:cubicBezTo>
                      <a:cubicBezTo>
                        <a:pt x="958987" y="3213499"/>
                        <a:pt x="964247" y="3192946"/>
                        <a:pt x="964523" y="3171791"/>
                      </a:cubicBezTo>
                      <a:cubicBezTo>
                        <a:pt x="978241" y="3163256"/>
                        <a:pt x="998970" y="3159303"/>
                        <a:pt x="1001616" y="3140434"/>
                      </a:cubicBezTo>
                      <a:cubicBezTo>
                        <a:pt x="1011658" y="3136280"/>
                        <a:pt x="1020620" y="3128441"/>
                        <a:pt x="1029933" y="3122603"/>
                      </a:cubicBezTo>
                      <a:cubicBezTo>
                        <a:pt x="1037202" y="3127712"/>
                        <a:pt x="1044422" y="3132888"/>
                        <a:pt x="1051608" y="3138114"/>
                      </a:cubicBezTo>
                      <a:cubicBezTo>
                        <a:pt x="1056515" y="3141372"/>
                        <a:pt x="1067420" y="3152385"/>
                        <a:pt x="1072981" y="3146791"/>
                      </a:cubicBezTo>
                      <a:cubicBezTo>
                        <a:pt x="1076792" y="3158918"/>
                        <a:pt x="1081741" y="3170727"/>
                        <a:pt x="1087931" y="3181832"/>
                      </a:cubicBezTo>
                      <a:cubicBezTo>
                        <a:pt x="1090376" y="3190944"/>
                        <a:pt x="1098123" y="3203784"/>
                        <a:pt x="1104731" y="3214211"/>
                      </a:cubicBezTo>
                      <a:close/>
                      <a:moveTo>
                        <a:pt x="1475549" y="3256991"/>
                      </a:moveTo>
                      <a:cubicBezTo>
                        <a:pt x="1424167" y="3316496"/>
                        <a:pt x="1298875" y="3284604"/>
                        <a:pt x="1235107" y="3259763"/>
                      </a:cubicBezTo>
                      <a:cubicBezTo>
                        <a:pt x="1184613" y="3228314"/>
                        <a:pt x="1153407" y="3170702"/>
                        <a:pt x="1098349" y="3145585"/>
                      </a:cubicBezTo>
                      <a:cubicBezTo>
                        <a:pt x="1098408" y="3139680"/>
                        <a:pt x="1098734" y="3133751"/>
                        <a:pt x="1099237" y="3127880"/>
                      </a:cubicBezTo>
                      <a:cubicBezTo>
                        <a:pt x="1158114" y="3157988"/>
                        <a:pt x="1204404" y="3210593"/>
                        <a:pt x="1260994" y="3243984"/>
                      </a:cubicBezTo>
                      <a:cubicBezTo>
                        <a:pt x="1261840" y="3247778"/>
                        <a:pt x="1266220" y="3249721"/>
                        <a:pt x="1269596" y="3248850"/>
                      </a:cubicBezTo>
                      <a:cubicBezTo>
                        <a:pt x="1330449" y="3281932"/>
                        <a:pt x="1415256" y="3287426"/>
                        <a:pt x="1475080" y="3248917"/>
                      </a:cubicBezTo>
                      <a:cubicBezTo>
                        <a:pt x="1475523" y="3251572"/>
                        <a:pt x="1475699" y="3254277"/>
                        <a:pt x="1475549" y="3256991"/>
                      </a:cubicBezTo>
                      <a:close/>
                      <a:moveTo>
                        <a:pt x="1442249" y="3195819"/>
                      </a:moveTo>
                      <a:cubicBezTo>
                        <a:pt x="1454569" y="3207309"/>
                        <a:pt x="1464686" y="3221153"/>
                        <a:pt x="1471386" y="3236581"/>
                      </a:cubicBezTo>
                      <a:cubicBezTo>
                        <a:pt x="1416420" y="3276019"/>
                        <a:pt x="1331898" y="3269729"/>
                        <a:pt x="1274252" y="3239361"/>
                      </a:cubicBezTo>
                      <a:cubicBezTo>
                        <a:pt x="1276631" y="3220215"/>
                        <a:pt x="1275341" y="3198633"/>
                        <a:pt x="1269026" y="3180501"/>
                      </a:cubicBezTo>
                      <a:cubicBezTo>
                        <a:pt x="1293339" y="3197804"/>
                        <a:pt x="1324704" y="3204923"/>
                        <a:pt x="1353372" y="3210785"/>
                      </a:cubicBezTo>
                      <a:cubicBezTo>
                        <a:pt x="1382677" y="3217787"/>
                        <a:pt x="1420968" y="3222175"/>
                        <a:pt x="1442249" y="3195819"/>
                      </a:cubicBezTo>
                      <a:close/>
                      <a:moveTo>
                        <a:pt x="1288289" y="3108089"/>
                      </a:moveTo>
                      <a:cubicBezTo>
                        <a:pt x="1318992" y="3156489"/>
                        <a:pt x="1364067" y="3158550"/>
                        <a:pt x="1412635" y="3174973"/>
                      </a:cubicBezTo>
                      <a:cubicBezTo>
                        <a:pt x="1420398" y="3178960"/>
                        <a:pt x="1427785" y="3183759"/>
                        <a:pt x="1434644" y="3189236"/>
                      </a:cubicBezTo>
                      <a:cubicBezTo>
                        <a:pt x="1409904" y="3212611"/>
                        <a:pt x="1381102" y="3207117"/>
                        <a:pt x="1350952" y="3200057"/>
                      </a:cubicBezTo>
                      <a:cubicBezTo>
                        <a:pt x="1321128" y="3194328"/>
                        <a:pt x="1292276" y="3184496"/>
                        <a:pt x="1265123" y="3170894"/>
                      </a:cubicBezTo>
                      <a:cubicBezTo>
                        <a:pt x="1259646" y="3158993"/>
                        <a:pt x="1252343" y="3148022"/>
                        <a:pt x="1244621" y="3137394"/>
                      </a:cubicBezTo>
                      <a:cubicBezTo>
                        <a:pt x="1254085" y="3132997"/>
                        <a:pt x="1253281" y="3112930"/>
                        <a:pt x="1256631" y="3103751"/>
                      </a:cubicBezTo>
                      <a:cubicBezTo>
                        <a:pt x="1266983" y="3105510"/>
                        <a:pt x="1277787" y="3109722"/>
                        <a:pt x="1288289" y="3108089"/>
                      </a:cubicBezTo>
                      <a:close/>
                      <a:moveTo>
                        <a:pt x="1279713" y="3095434"/>
                      </a:moveTo>
                      <a:cubicBezTo>
                        <a:pt x="1273021" y="3094203"/>
                        <a:pt x="1266354" y="3093031"/>
                        <a:pt x="1259663" y="3091800"/>
                      </a:cubicBezTo>
                      <a:cubicBezTo>
                        <a:pt x="1261463" y="3084857"/>
                        <a:pt x="1263406" y="3077939"/>
                        <a:pt x="1265710" y="3071155"/>
                      </a:cubicBezTo>
                      <a:cubicBezTo>
                        <a:pt x="1270098" y="3079438"/>
                        <a:pt x="1274713" y="3087570"/>
                        <a:pt x="1279713" y="3095434"/>
                      </a:cubicBezTo>
                      <a:close/>
                      <a:moveTo>
                        <a:pt x="1260793" y="3063215"/>
                      </a:moveTo>
                      <a:cubicBezTo>
                        <a:pt x="1255517" y="3071590"/>
                        <a:pt x="1250659" y="3080183"/>
                        <a:pt x="1246891" y="3089321"/>
                      </a:cubicBezTo>
                      <a:cubicBezTo>
                        <a:pt x="1239479" y="3087805"/>
                        <a:pt x="1232083" y="3086188"/>
                        <a:pt x="1224705" y="3084471"/>
                      </a:cubicBezTo>
                      <a:cubicBezTo>
                        <a:pt x="1228030" y="3073609"/>
                        <a:pt x="1232376" y="3062830"/>
                        <a:pt x="1238189" y="3053056"/>
                      </a:cubicBezTo>
                      <a:cubicBezTo>
                        <a:pt x="1239001" y="3053174"/>
                        <a:pt x="1239822" y="3053274"/>
                        <a:pt x="1240634" y="3053400"/>
                      </a:cubicBezTo>
                      <a:cubicBezTo>
                        <a:pt x="1248348" y="3054304"/>
                        <a:pt x="1255643" y="3057152"/>
                        <a:pt x="1260793" y="3063215"/>
                      </a:cubicBezTo>
                      <a:close/>
                      <a:moveTo>
                        <a:pt x="1248666" y="3036892"/>
                      </a:moveTo>
                      <a:cubicBezTo>
                        <a:pt x="1249973" y="3039614"/>
                        <a:pt x="1251288" y="3042345"/>
                        <a:pt x="1252602" y="3045066"/>
                      </a:cubicBezTo>
                      <a:cubicBezTo>
                        <a:pt x="1249981" y="3044195"/>
                        <a:pt x="1247226" y="3043601"/>
                        <a:pt x="1244412" y="3043190"/>
                      </a:cubicBezTo>
                      <a:cubicBezTo>
                        <a:pt x="1245819" y="3041080"/>
                        <a:pt x="1247234" y="3038986"/>
                        <a:pt x="1248666" y="3036892"/>
                      </a:cubicBezTo>
                      <a:close/>
                      <a:moveTo>
                        <a:pt x="1258951" y="2967278"/>
                      </a:moveTo>
                      <a:cubicBezTo>
                        <a:pt x="1252192" y="2974271"/>
                        <a:pt x="1230207" y="2978861"/>
                        <a:pt x="1227284" y="2989104"/>
                      </a:cubicBezTo>
                      <a:cubicBezTo>
                        <a:pt x="1225919" y="2990502"/>
                        <a:pt x="1224638" y="2992094"/>
                        <a:pt x="1223390" y="2993618"/>
                      </a:cubicBezTo>
                      <a:cubicBezTo>
                        <a:pt x="1216598" y="2990402"/>
                        <a:pt x="1209370" y="2988174"/>
                        <a:pt x="1202385" y="2987730"/>
                      </a:cubicBezTo>
                      <a:cubicBezTo>
                        <a:pt x="1206749" y="2974891"/>
                        <a:pt x="1213893" y="2963216"/>
                        <a:pt x="1219353" y="2950888"/>
                      </a:cubicBezTo>
                      <a:cubicBezTo>
                        <a:pt x="1232469" y="2952128"/>
                        <a:pt x="1245777" y="2950938"/>
                        <a:pt x="1258490" y="2946818"/>
                      </a:cubicBezTo>
                      <a:cubicBezTo>
                        <a:pt x="1259780" y="2947505"/>
                        <a:pt x="1261195" y="2947915"/>
                        <a:pt x="1262602" y="2947965"/>
                      </a:cubicBezTo>
                      <a:cubicBezTo>
                        <a:pt x="1265299" y="2954515"/>
                        <a:pt x="1265860" y="2961173"/>
                        <a:pt x="1258951" y="2967278"/>
                      </a:cubicBezTo>
                      <a:close/>
                      <a:moveTo>
                        <a:pt x="2211756" y="634787"/>
                      </a:moveTo>
                      <a:cubicBezTo>
                        <a:pt x="2208507" y="884516"/>
                        <a:pt x="2207611" y="1134229"/>
                        <a:pt x="2202929" y="1383900"/>
                      </a:cubicBezTo>
                      <a:cubicBezTo>
                        <a:pt x="1773678" y="1392678"/>
                        <a:pt x="1295600" y="1376187"/>
                        <a:pt x="864758" y="1393364"/>
                      </a:cubicBezTo>
                      <a:cubicBezTo>
                        <a:pt x="587332" y="1395475"/>
                        <a:pt x="309889" y="1397862"/>
                        <a:pt x="32496" y="1399386"/>
                      </a:cubicBezTo>
                      <a:cubicBezTo>
                        <a:pt x="28258" y="1035838"/>
                        <a:pt x="22505" y="672274"/>
                        <a:pt x="18233" y="308743"/>
                      </a:cubicBezTo>
                      <a:cubicBezTo>
                        <a:pt x="164949" y="304002"/>
                        <a:pt x="312083" y="306038"/>
                        <a:pt x="458631" y="300686"/>
                      </a:cubicBezTo>
                      <a:cubicBezTo>
                        <a:pt x="462241" y="303542"/>
                        <a:pt x="467115" y="306406"/>
                        <a:pt x="471395" y="306523"/>
                      </a:cubicBezTo>
                      <a:cubicBezTo>
                        <a:pt x="472140" y="318584"/>
                        <a:pt x="474896" y="331012"/>
                        <a:pt x="482559" y="340660"/>
                      </a:cubicBezTo>
                      <a:cubicBezTo>
                        <a:pt x="495264" y="356749"/>
                        <a:pt x="510875" y="356523"/>
                        <a:pt x="515122" y="334530"/>
                      </a:cubicBezTo>
                      <a:cubicBezTo>
                        <a:pt x="523245" y="342922"/>
                        <a:pt x="539602" y="337838"/>
                        <a:pt x="543940" y="327126"/>
                      </a:cubicBezTo>
                      <a:cubicBezTo>
                        <a:pt x="546771" y="320141"/>
                        <a:pt x="547441" y="311766"/>
                        <a:pt x="548220" y="303927"/>
                      </a:cubicBezTo>
                      <a:cubicBezTo>
                        <a:pt x="552751" y="313734"/>
                        <a:pt x="568253" y="320233"/>
                        <a:pt x="576193" y="311816"/>
                      </a:cubicBezTo>
                      <a:cubicBezTo>
                        <a:pt x="579887" y="307905"/>
                        <a:pt x="581042" y="301775"/>
                        <a:pt x="581670" y="295803"/>
                      </a:cubicBezTo>
                      <a:cubicBezTo>
                        <a:pt x="655053" y="298651"/>
                        <a:pt x="730530" y="296147"/>
                        <a:pt x="802992" y="294673"/>
                      </a:cubicBezTo>
                      <a:cubicBezTo>
                        <a:pt x="1106272" y="287956"/>
                        <a:pt x="1425415" y="280192"/>
                        <a:pt x="1720890" y="268894"/>
                      </a:cubicBezTo>
                      <a:cubicBezTo>
                        <a:pt x="1722757" y="268777"/>
                        <a:pt x="1724466" y="268341"/>
                        <a:pt x="1725957" y="267562"/>
                      </a:cubicBezTo>
                      <a:cubicBezTo>
                        <a:pt x="1730555" y="287905"/>
                        <a:pt x="1752874" y="283894"/>
                        <a:pt x="1758837" y="266607"/>
                      </a:cubicBezTo>
                      <a:cubicBezTo>
                        <a:pt x="1760747" y="274522"/>
                        <a:pt x="1762330" y="283450"/>
                        <a:pt x="1766476" y="290225"/>
                      </a:cubicBezTo>
                      <a:cubicBezTo>
                        <a:pt x="1772564" y="300183"/>
                        <a:pt x="1788544" y="302085"/>
                        <a:pt x="1795554" y="293190"/>
                      </a:cubicBezTo>
                      <a:cubicBezTo>
                        <a:pt x="1800144" y="308977"/>
                        <a:pt x="1812539" y="314463"/>
                        <a:pt x="1824088" y="301490"/>
                      </a:cubicBezTo>
                      <a:cubicBezTo>
                        <a:pt x="1833661" y="291113"/>
                        <a:pt x="1836215" y="276398"/>
                        <a:pt x="1835621" y="262713"/>
                      </a:cubicBezTo>
                      <a:cubicBezTo>
                        <a:pt x="1962353" y="260468"/>
                        <a:pt x="2089077" y="257646"/>
                        <a:pt x="2215802" y="254966"/>
                      </a:cubicBezTo>
                      <a:cubicBezTo>
                        <a:pt x="2214503" y="381573"/>
                        <a:pt x="2213105" y="508180"/>
                        <a:pt x="2211756" y="63478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3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32" name="Graphic 52" descr="Woman holding sign">
                <a:extLst>
                  <a:ext uri="{FF2B5EF4-FFF2-40B4-BE49-F238E27FC236}">
                    <a16:creationId xmlns:a16="http://schemas.microsoft.com/office/drawing/2014/main" id="{802DCC66-2F62-4B38-A744-EB6F9F824000}"/>
                  </a:ext>
                </a:extLst>
              </p:cNvPr>
              <p:cNvGrpSpPr/>
              <p:nvPr/>
            </p:nvGrpSpPr>
            <p:grpSpPr>
              <a:xfrm>
                <a:off x="13122626" y="17020380"/>
                <a:ext cx="559909" cy="721479"/>
                <a:chOff x="13122626" y="17020380"/>
                <a:chExt cx="559909" cy="721479"/>
              </a:xfrm>
            </p:grpSpPr>
            <p:sp>
              <p:nvSpPr>
                <p:cNvPr id="133" name="Freeform: Shape 132">
                  <a:extLst>
                    <a:ext uri="{FF2B5EF4-FFF2-40B4-BE49-F238E27FC236}">
                      <a16:creationId xmlns:a16="http://schemas.microsoft.com/office/drawing/2014/main" id="{6E5F4CE8-B8A9-433B-B3E9-0359FFB4E0EE}"/>
                    </a:ext>
                  </a:extLst>
                </p:cNvPr>
                <p:cNvSpPr/>
                <p:nvPr/>
              </p:nvSpPr>
              <p:spPr>
                <a:xfrm>
                  <a:off x="13200361" y="17111602"/>
                  <a:ext cx="471099" cy="623387"/>
                </a:xfrm>
                <a:custGeom>
                  <a:avLst/>
                  <a:gdLst>
                    <a:gd name="connsiteX0" fmla="*/ 111802 w 471099"/>
                    <a:gd name="connsiteY0" fmla="*/ 25558 h 623387"/>
                    <a:gd name="connsiteX1" fmla="*/ 316825 w 471099"/>
                    <a:gd name="connsiteY1" fmla="*/ 48773 h 623387"/>
                    <a:gd name="connsiteX2" fmla="*/ 426967 w 471099"/>
                    <a:gd name="connsiteY2" fmla="*/ 6504 h 623387"/>
                    <a:gd name="connsiteX3" fmla="*/ 421858 w 471099"/>
                    <a:gd name="connsiteY3" fmla="*/ 68538 h 623387"/>
                    <a:gd name="connsiteX4" fmla="*/ 446296 w 471099"/>
                    <a:gd name="connsiteY4" fmla="*/ 197231 h 623387"/>
                    <a:gd name="connsiteX5" fmla="*/ 451531 w 471099"/>
                    <a:gd name="connsiteY5" fmla="*/ 303545 h 623387"/>
                    <a:gd name="connsiteX6" fmla="*/ 471715 w 471099"/>
                    <a:gd name="connsiteY6" fmla="*/ 432832 h 623387"/>
                    <a:gd name="connsiteX7" fmla="*/ 446296 w 471099"/>
                    <a:gd name="connsiteY7" fmla="*/ 529271 h 623387"/>
                    <a:gd name="connsiteX8" fmla="*/ 304690 w 471099"/>
                    <a:gd name="connsiteY8" fmla="*/ 624036 h 623387"/>
                    <a:gd name="connsiteX9" fmla="*/ 226290 w 471099"/>
                    <a:gd name="connsiteY9" fmla="*/ 601457 h 623387"/>
                    <a:gd name="connsiteX10" fmla="*/ 100705 w 471099"/>
                    <a:gd name="connsiteY10" fmla="*/ 515067 h 623387"/>
                    <a:gd name="connsiteX11" fmla="*/ 56333 w 471099"/>
                    <a:gd name="connsiteY11" fmla="*/ 501173 h 623387"/>
                    <a:gd name="connsiteX12" fmla="*/ 20814 w 471099"/>
                    <a:gd name="connsiteY12" fmla="*/ 403167 h 623387"/>
                    <a:gd name="connsiteX13" fmla="*/ 848 w 471099"/>
                    <a:gd name="connsiteY13" fmla="*/ 299206 h 623387"/>
                    <a:gd name="connsiteX14" fmla="*/ 111802 w 471099"/>
                    <a:gd name="connsiteY14" fmla="*/ 25558 h 623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71099" h="623387">
                      <a:moveTo>
                        <a:pt x="111802" y="25558"/>
                      </a:moveTo>
                      <a:cubicBezTo>
                        <a:pt x="190964" y="21236"/>
                        <a:pt x="261105" y="-1008"/>
                        <a:pt x="316825" y="48773"/>
                      </a:cubicBezTo>
                      <a:cubicBezTo>
                        <a:pt x="316825" y="48773"/>
                        <a:pt x="411925" y="-19132"/>
                        <a:pt x="426967" y="6504"/>
                      </a:cubicBezTo>
                      <a:cubicBezTo>
                        <a:pt x="437042" y="23682"/>
                        <a:pt x="418114" y="47333"/>
                        <a:pt x="421858" y="68538"/>
                      </a:cubicBezTo>
                      <a:cubicBezTo>
                        <a:pt x="446296" y="110196"/>
                        <a:pt x="444915" y="180707"/>
                        <a:pt x="446296" y="197231"/>
                      </a:cubicBezTo>
                      <a:cubicBezTo>
                        <a:pt x="447871" y="216108"/>
                        <a:pt x="446187" y="259223"/>
                        <a:pt x="451531" y="303545"/>
                      </a:cubicBezTo>
                      <a:cubicBezTo>
                        <a:pt x="457971" y="357003"/>
                        <a:pt x="471464" y="412480"/>
                        <a:pt x="471715" y="432832"/>
                      </a:cubicBezTo>
                      <a:cubicBezTo>
                        <a:pt x="472192" y="472161"/>
                        <a:pt x="463817" y="496173"/>
                        <a:pt x="446296" y="529271"/>
                      </a:cubicBezTo>
                      <a:cubicBezTo>
                        <a:pt x="407419" y="579924"/>
                        <a:pt x="371691" y="621239"/>
                        <a:pt x="304690" y="624036"/>
                      </a:cubicBezTo>
                      <a:cubicBezTo>
                        <a:pt x="279079" y="625100"/>
                        <a:pt x="257797" y="614229"/>
                        <a:pt x="226290" y="601457"/>
                      </a:cubicBezTo>
                      <a:cubicBezTo>
                        <a:pt x="174255" y="580368"/>
                        <a:pt x="122865" y="546482"/>
                        <a:pt x="100705" y="515067"/>
                      </a:cubicBezTo>
                      <a:cubicBezTo>
                        <a:pt x="97589" y="510645"/>
                        <a:pt x="77422" y="523543"/>
                        <a:pt x="56333" y="501173"/>
                      </a:cubicBezTo>
                      <a:cubicBezTo>
                        <a:pt x="33486" y="476944"/>
                        <a:pt x="20814" y="430721"/>
                        <a:pt x="20814" y="403167"/>
                      </a:cubicBezTo>
                      <a:cubicBezTo>
                        <a:pt x="20814" y="368201"/>
                        <a:pt x="-1782" y="343955"/>
                        <a:pt x="848" y="299206"/>
                      </a:cubicBezTo>
                      <a:cubicBezTo>
                        <a:pt x="6711" y="199258"/>
                        <a:pt x="27096" y="30181"/>
                        <a:pt x="111802" y="2555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3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4" name="Freeform: Shape 133">
                  <a:extLst>
                    <a:ext uri="{FF2B5EF4-FFF2-40B4-BE49-F238E27FC236}">
                      <a16:creationId xmlns:a16="http://schemas.microsoft.com/office/drawing/2014/main" id="{C25873D8-8A86-411E-8642-EBC69A54B775}"/>
                    </a:ext>
                  </a:extLst>
                </p:cNvPr>
                <p:cNvSpPr/>
                <p:nvPr/>
              </p:nvSpPr>
              <p:spPr>
                <a:xfrm>
                  <a:off x="13194114" y="17108533"/>
                  <a:ext cx="445952" cy="391319"/>
                </a:xfrm>
                <a:custGeom>
                  <a:avLst/>
                  <a:gdLst>
                    <a:gd name="connsiteX0" fmla="*/ 434888 w 445952"/>
                    <a:gd name="connsiteY0" fmla="*/ 7337 h 391319"/>
                    <a:gd name="connsiteX1" fmla="*/ 428188 w 445952"/>
                    <a:gd name="connsiteY1" fmla="*/ 71365 h 391319"/>
                    <a:gd name="connsiteX2" fmla="*/ 446588 w 445952"/>
                    <a:gd name="connsiteY2" fmla="*/ 127721 h 391319"/>
                    <a:gd name="connsiteX3" fmla="*/ 428112 w 445952"/>
                    <a:gd name="connsiteY3" fmla="*/ 137529 h 391319"/>
                    <a:gd name="connsiteX4" fmla="*/ 421278 w 445952"/>
                    <a:gd name="connsiteY4" fmla="*/ 138534 h 391319"/>
                    <a:gd name="connsiteX5" fmla="*/ 209010 w 445952"/>
                    <a:gd name="connsiteY5" fmla="*/ 182662 h 391319"/>
                    <a:gd name="connsiteX6" fmla="*/ 96281 w 445952"/>
                    <a:gd name="connsiteY6" fmla="*/ 321832 h 391319"/>
                    <a:gd name="connsiteX7" fmla="*/ 94941 w 445952"/>
                    <a:gd name="connsiteY7" fmla="*/ 324252 h 391319"/>
                    <a:gd name="connsiteX8" fmla="*/ 86181 w 445952"/>
                    <a:gd name="connsiteY8" fmla="*/ 383640 h 391319"/>
                    <a:gd name="connsiteX9" fmla="*/ 50763 w 445952"/>
                    <a:gd name="connsiteY9" fmla="*/ 392040 h 391319"/>
                    <a:gd name="connsiteX10" fmla="*/ 35126 w 445952"/>
                    <a:gd name="connsiteY10" fmla="*/ 386454 h 391319"/>
                    <a:gd name="connsiteX11" fmla="*/ 1064 w 445952"/>
                    <a:gd name="connsiteY11" fmla="*/ 302142 h 391319"/>
                    <a:gd name="connsiteX12" fmla="*/ 79230 w 445952"/>
                    <a:gd name="connsiteY12" fmla="*/ 39724 h 391319"/>
                    <a:gd name="connsiteX13" fmla="*/ 323155 w 445952"/>
                    <a:gd name="connsiteY13" fmla="*/ 51600 h 391319"/>
                    <a:gd name="connsiteX14" fmla="*/ 434888 w 445952"/>
                    <a:gd name="connsiteY14" fmla="*/ 7337 h 3913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45952" h="391319">
                      <a:moveTo>
                        <a:pt x="434888" y="7337"/>
                      </a:moveTo>
                      <a:cubicBezTo>
                        <a:pt x="444963" y="24514"/>
                        <a:pt x="424444" y="50159"/>
                        <a:pt x="428188" y="71365"/>
                      </a:cubicBezTo>
                      <a:cubicBezTo>
                        <a:pt x="437618" y="87445"/>
                        <a:pt x="443204" y="107813"/>
                        <a:pt x="446588" y="127721"/>
                      </a:cubicBezTo>
                      <a:lnTo>
                        <a:pt x="428112" y="137529"/>
                      </a:lnTo>
                      <a:lnTo>
                        <a:pt x="421278" y="138534"/>
                      </a:lnTo>
                      <a:cubicBezTo>
                        <a:pt x="310417" y="154882"/>
                        <a:pt x="239655" y="169589"/>
                        <a:pt x="209010" y="182662"/>
                      </a:cubicBezTo>
                      <a:cubicBezTo>
                        <a:pt x="178048" y="195870"/>
                        <a:pt x="140468" y="242260"/>
                        <a:pt x="96281" y="321832"/>
                      </a:cubicBezTo>
                      <a:lnTo>
                        <a:pt x="94941" y="324252"/>
                      </a:lnTo>
                      <a:lnTo>
                        <a:pt x="86181" y="383640"/>
                      </a:lnTo>
                      <a:lnTo>
                        <a:pt x="50763" y="392040"/>
                      </a:lnTo>
                      <a:lnTo>
                        <a:pt x="35126" y="386454"/>
                      </a:lnTo>
                      <a:cubicBezTo>
                        <a:pt x="7379" y="367443"/>
                        <a:pt x="-1532" y="346430"/>
                        <a:pt x="1064" y="302142"/>
                      </a:cubicBezTo>
                      <a:cubicBezTo>
                        <a:pt x="6935" y="202193"/>
                        <a:pt x="-5477" y="44347"/>
                        <a:pt x="79230" y="39724"/>
                      </a:cubicBezTo>
                      <a:cubicBezTo>
                        <a:pt x="158391" y="35402"/>
                        <a:pt x="267435" y="1818"/>
                        <a:pt x="323155" y="51600"/>
                      </a:cubicBezTo>
                      <a:cubicBezTo>
                        <a:pt x="383247" y="6717"/>
                        <a:pt x="424863" y="-9756"/>
                        <a:pt x="434888" y="7337"/>
                      </a:cubicBezTo>
                      <a:close/>
                    </a:path>
                  </a:pathLst>
                </a:custGeom>
                <a:solidFill>
                  <a:srgbClr val="72DBDE"/>
                </a:solidFill>
                <a:ln w="83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35" name="Freeform: Shape 134">
                  <a:extLst>
                    <a:ext uri="{FF2B5EF4-FFF2-40B4-BE49-F238E27FC236}">
                      <a16:creationId xmlns:a16="http://schemas.microsoft.com/office/drawing/2014/main" id="{05091252-C38E-45D0-AE59-C8AA5876185E}"/>
                    </a:ext>
                  </a:extLst>
                </p:cNvPr>
                <p:cNvSpPr/>
                <p:nvPr/>
              </p:nvSpPr>
              <p:spPr>
                <a:xfrm>
                  <a:off x="13122626" y="17020380"/>
                  <a:ext cx="559909" cy="721479"/>
                </a:xfrm>
                <a:custGeom>
                  <a:avLst/>
                  <a:gdLst>
                    <a:gd name="connsiteX0" fmla="*/ 382985 w 559909"/>
                    <a:gd name="connsiteY0" fmla="*/ 722201 h 721479"/>
                    <a:gd name="connsiteX1" fmla="*/ 290909 w 559909"/>
                    <a:gd name="connsiteY1" fmla="*/ 686782 h 721479"/>
                    <a:gd name="connsiteX2" fmla="*/ 291587 w 559909"/>
                    <a:gd name="connsiteY2" fmla="*/ 685149 h 721479"/>
                    <a:gd name="connsiteX3" fmla="*/ 290549 w 559909"/>
                    <a:gd name="connsiteY3" fmla="*/ 684169 h 721479"/>
                    <a:gd name="connsiteX4" fmla="*/ 291185 w 559909"/>
                    <a:gd name="connsiteY4" fmla="*/ 682109 h 721479"/>
                    <a:gd name="connsiteX5" fmla="*/ 290993 w 559909"/>
                    <a:gd name="connsiteY5" fmla="*/ 681741 h 721479"/>
                    <a:gd name="connsiteX6" fmla="*/ 293087 w 559909"/>
                    <a:gd name="connsiteY6" fmla="*/ 680124 h 721479"/>
                    <a:gd name="connsiteX7" fmla="*/ 292659 w 559909"/>
                    <a:gd name="connsiteY7" fmla="*/ 679722 h 721479"/>
                    <a:gd name="connsiteX8" fmla="*/ 292232 w 559909"/>
                    <a:gd name="connsiteY8" fmla="*/ 678776 h 721479"/>
                    <a:gd name="connsiteX9" fmla="*/ 293078 w 559909"/>
                    <a:gd name="connsiteY9" fmla="*/ 678114 h 721479"/>
                    <a:gd name="connsiteX10" fmla="*/ 296277 w 559909"/>
                    <a:gd name="connsiteY10" fmla="*/ 678734 h 721479"/>
                    <a:gd name="connsiteX11" fmla="*/ 296286 w 559909"/>
                    <a:gd name="connsiteY11" fmla="*/ 678734 h 721479"/>
                    <a:gd name="connsiteX12" fmla="*/ 296378 w 559909"/>
                    <a:gd name="connsiteY12" fmla="*/ 678759 h 721479"/>
                    <a:gd name="connsiteX13" fmla="*/ 295515 w 559909"/>
                    <a:gd name="connsiteY13" fmla="*/ 675987 h 721479"/>
                    <a:gd name="connsiteX14" fmla="*/ 297500 w 559909"/>
                    <a:gd name="connsiteY14" fmla="*/ 676439 h 721479"/>
                    <a:gd name="connsiteX15" fmla="*/ 300708 w 559909"/>
                    <a:gd name="connsiteY15" fmla="*/ 677545 h 721479"/>
                    <a:gd name="connsiteX16" fmla="*/ 305390 w 559909"/>
                    <a:gd name="connsiteY16" fmla="*/ 681757 h 721479"/>
                    <a:gd name="connsiteX17" fmla="*/ 315054 w 559909"/>
                    <a:gd name="connsiteY17" fmla="*/ 689019 h 721479"/>
                    <a:gd name="connsiteX18" fmla="*/ 324074 w 559909"/>
                    <a:gd name="connsiteY18" fmla="*/ 694353 h 721479"/>
                    <a:gd name="connsiteX19" fmla="*/ 355657 w 559909"/>
                    <a:gd name="connsiteY19" fmla="*/ 704999 h 721479"/>
                    <a:gd name="connsiteX20" fmla="*/ 539006 w 559909"/>
                    <a:gd name="connsiteY20" fmla="*/ 502228 h 721479"/>
                    <a:gd name="connsiteX21" fmla="*/ 538997 w 559909"/>
                    <a:gd name="connsiteY21" fmla="*/ 502128 h 721479"/>
                    <a:gd name="connsiteX22" fmla="*/ 517088 w 559909"/>
                    <a:gd name="connsiteY22" fmla="*/ 332506 h 721479"/>
                    <a:gd name="connsiteX23" fmla="*/ 517004 w 559909"/>
                    <a:gd name="connsiteY23" fmla="*/ 329600 h 721479"/>
                    <a:gd name="connsiteX24" fmla="*/ 516979 w 559909"/>
                    <a:gd name="connsiteY24" fmla="*/ 329658 h 721479"/>
                    <a:gd name="connsiteX25" fmla="*/ 516946 w 559909"/>
                    <a:gd name="connsiteY25" fmla="*/ 322012 h 721479"/>
                    <a:gd name="connsiteX26" fmla="*/ 480421 w 559909"/>
                    <a:gd name="connsiteY26" fmla="*/ 319793 h 721479"/>
                    <a:gd name="connsiteX27" fmla="*/ 478110 w 559909"/>
                    <a:gd name="connsiteY27" fmla="*/ 320404 h 721479"/>
                    <a:gd name="connsiteX28" fmla="*/ 477742 w 559909"/>
                    <a:gd name="connsiteY28" fmla="*/ 322012 h 721479"/>
                    <a:gd name="connsiteX29" fmla="*/ 454584 w 559909"/>
                    <a:gd name="connsiteY29" fmla="*/ 318118 h 721479"/>
                    <a:gd name="connsiteX30" fmla="*/ 454576 w 559909"/>
                    <a:gd name="connsiteY30" fmla="*/ 318118 h 721479"/>
                    <a:gd name="connsiteX31" fmla="*/ 427348 w 559909"/>
                    <a:gd name="connsiteY31" fmla="*/ 317313 h 721479"/>
                    <a:gd name="connsiteX32" fmla="*/ 410640 w 559909"/>
                    <a:gd name="connsiteY32" fmla="*/ 313193 h 721479"/>
                    <a:gd name="connsiteX33" fmla="*/ 409367 w 559909"/>
                    <a:gd name="connsiteY33" fmla="*/ 314140 h 721479"/>
                    <a:gd name="connsiteX34" fmla="*/ 402508 w 559909"/>
                    <a:gd name="connsiteY34" fmla="*/ 321199 h 721479"/>
                    <a:gd name="connsiteX35" fmla="*/ 389719 w 559909"/>
                    <a:gd name="connsiteY35" fmla="*/ 323562 h 721479"/>
                    <a:gd name="connsiteX36" fmla="*/ 360062 w 559909"/>
                    <a:gd name="connsiteY36" fmla="*/ 320203 h 721479"/>
                    <a:gd name="connsiteX37" fmla="*/ 351570 w 559909"/>
                    <a:gd name="connsiteY37" fmla="*/ 324399 h 721479"/>
                    <a:gd name="connsiteX38" fmla="*/ 351562 w 559909"/>
                    <a:gd name="connsiteY38" fmla="*/ 324399 h 721479"/>
                    <a:gd name="connsiteX39" fmla="*/ 351562 w 559909"/>
                    <a:gd name="connsiteY39" fmla="*/ 324399 h 721479"/>
                    <a:gd name="connsiteX40" fmla="*/ 333162 w 559909"/>
                    <a:gd name="connsiteY40" fmla="*/ 331141 h 721479"/>
                    <a:gd name="connsiteX41" fmla="*/ 307291 w 559909"/>
                    <a:gd name="connsiteY41" fmla="*/ 327682 h 721479"/>
                    <a:gd name="connsiteX42" fmla="*/ 262165 w 559909"/>
                    <a:gd name="connsiteY42" fmla="*/ 327456 h 721479"/>
                    <a:gd name="connsiteX43" fmla="*/ 260331 w 559909"/>
                    <a:gd name="connsiteY43" fmla="*/ 326283 h 721479"/>
                    <a:gd name="connsiteX44" fmla="*/ 252149 w 559909"/>
                    <a:gd name="connsiteY44" fmla="*/ 312263 h 721479"/>
                    <a:gd name="connsiteX45" fmla="*/ 252199 w 559909"/>
                    <a:gd name="connsiteY45" fmla="*/ 306451 h 721479"/>
                    <a:gd name="connsiteX46" fmla="*/ 207099 w 559909"/>
                    <a:gd name="connsiteY46" fmla="*/ 369784 h 721479"/>
                    <a:gd name="connsiteX47" fmla="*/ 164461 w 559909"/>
                    <a:gd name="connsiteY47" fmla="*/ 454925 h 721479"/>
                    <a:gd name="connsiteX48" fmla="*/ 165357 w 559909"/>
                    <a:gd name="connsiteY48" fmla="*/ 455562 h 721479"/>
                    <a:gd name="connsiteX49" fmla="*/ 169713 w 559909"/>
                    <a:gd name="connsiteY49" fmla="*/ 457614 h 721479"/>
                    <a:gd name="connsiteX50" fmla="*/ 167267 w 559909"/>
                    <a:gd name="connsiteY50" fmla="*/ 462739 h 721479"/>
                    <a:gd name="connsiteX51" fmla="*/ 162359 w 559909"/>
                    <a:gd name="connsiteY51" fmla="*/ 473158 h 721479"/>
                    <a:gd name="connsiteX52" fmla="*/ 172510 w 559909"/>
                    <a:gd name="connsiteY52" fmla="*/ 480553 h 721479"/>
                    <a:gd name="connsiteX53" fmla="*/ 172644 w 559909"/>
                    <a:gd name="connsiteY53" fmla="*/ 504933 h 721479"/>
                    <a:gd name="connsiteX54" fmla="*/ 164679 w 559909"/>
                    <a:gd name="connsiteY54" fmla="*/ 489531 h 721479"/>
                    <a:gd name="connsiteX55" fmla="*/ 164570 w 559909"/>
                    <a:gd name="connsiteY55" fmla="*/ 489456 h 721479"/>
                    <a:gd name="connsiteX56" fmla="*/ 156974 w 559909"/>
                    <a:gd name="connsiteY56" fmla="*/ 486399 h 721479"/>
                    <a:gd name="connsiteX57" fmla="*/ 155776 w 559909"/>
                    <a:gd name="connsiteY57" fmla="*/ 486583 h 721479"/>
                    <a:gd name="connsiteX58" fmla="*/ 155943 w 559909"/>
                    <a:gd name="connsiteY58" fmla="*/ 487462 h 721479"/>
                    <a:gd name="connsiteX59" fmla="*/ 155081 w 559909"/>
                    <a:gd name="connsiteY59" fmla="*/ 487965 h 721479"/>
                    <a:gd name="connsiteX60" fmla="*/ 136999 w 559909"/>
                    <a:gd name="connsiteY60" fmla="*/ 487756 h 721479"/>
                    <a:gd name="connsiteX61" fmla="*/ 114118 w 559909"/>
                    <a:gd name="connsiteY61" fmla="*/ 512789 h 721479"/>
                    <a:gd name="connsiteX62" fmla="*/ 138130 w 559909"/>
                    <a:gd name="connsiteY62" fmla="*/ 585577 h 721479"/>
                    <a:gd name="connsiteX63" fmla="*/ 152250 w 559909"/>
                    <a:gd name="connsiteY63" fmla="*/ 596733 h 721479"/>
                    <a:gd name="connsiteX64" fmla="*/ 172401 w 559909"/>
                    <a:gd name="connsiteY64" fmla="*/ 596976 h 721479"/>
                    <a:gd name="connsiteX65" fmla="*/ 179645 w 559909"/>
                    <a:gd name="connsiteY65" fmla="*/ 592277 h 721479"/>
                    <a:gd name="connsiteX66" fmla="*/ 182032 w 559909"/>
                    <a:gd name="connsiteY66" fmla="*/ 590745 h 721479"/>
                    <a:gd name="connsiteX67" fmla="*/ 185148 w 559909"/>
                    <a:gd name="connsiteY67" fmla="*/ 594053 h 721479"/>
                    <a:gd name="connsiteX68" fmla="*/ 186781 w 559909"/>
                    <a:gd name="connsiteY68" fmla="*/ 595008 h 721479"/>
                    <a:gd name="connsiteX69" fmla="*/ 192995 w 559909"/>
                    <a:gd name="connsiteY69" fmla="*/ 599162 h 721479"/>
                    <a:gd name="connsiteX70" fmla="*/ 189494 w 559909"/>
                    <a:gd name="connsiteY70" fmla="*/ 602880 h 721479"/>
                    <a:gd name="connsiteX71" fmla="*/ 190977 w 559909"/>
                    <a:gd name="connsiteY71" fmla="*/ 604815 h 721479"/>
                    <a:gd name="connsiteX72" fmla="*/ 190307 w 559909"/>
                    <a:gd name="connsiteY72" fmla="*/ 605921 h 721479"/>
                    <a:gd name="connsiteX73" fmla="*/ 196680 w 559909"/>
                    <a:gd name="connsiteY73" fmla="*/ 613885 h 721479"/>
                    <a:gd name="connsiteX74" fmla="*/ 224536 w 559909"/>
                    <a:gd name="connsiteY74" fmla="*/ 645569 h 721479"/>
                    <a:gd name="connsiteX75" fmla="*/ 225566 w 559909"/>
                    <a:gd name="connsiteY75" fmla="*/ 647746 h 721479"/>
                    <a:gd name="connsiteX76" fmla="*/ 232635 w 559909"/>
                    <a:gd name="connsiteY76" fmla="*/ 652620 h 721479"/>
                    <a:gd name="connsiteX77" fmla="*/ 227735 w 559909"/>
                    <a:gd name="connsiteY77" fmla="*/ 651523 h 721479"/>
                    <a:gd name="connsiteX78" fmla="*/ 227015 w 559909"/>
                    <a:gd name="connsiteY78" fmla="*/ 651389 h 721479"/>
                    <a:gd name="connsiteX79" fmla="*/ 229804 w 559909"/>
                    <a:gd name="connsiteY79" fmla="*/ 654630 h 721479"/>
                    <a:gd name="connsiteX80" fmla="*/ 225575 w 559909"/>
                    <a:gd name="connsiteY80" fmla="*/ 652922 h 721479"/>
                    <a:gd name="connsiteX81" fmla="*/ 225708 w 559909"/>
                    <a:gd name="connsiteY81" fmla="*/ 653508 h 721479"/>
                    <a:gd name="connsiteX82" fmla="*/ 225198 w 559909"/>
                    <a:gd name="connsiteY82" fmla="*/ 653952 h 721479"/>
                    <a:gd name="connsiteX83" fmla="*/ 224561 w 559909"/>
                    <a:gd name="connsiteY83" fmla="*/ 653918 h 721479"/>
                    <a:gd name="connsiteX84" fmla="*/ 230608 w 559909"/>
                    <a:gd name="connsiteY84" fmla="*/ 658089 h 721479"/>
                    <a:gd name="connsiteX85" fmla="*/ 224637 w 559909"/>
                    <a:gd name="connsiteY85" fmla="*/ 656330 h 721479"/>
                    <a:gd name="connsiteX86" fmla="*/ 224184 w 559909"/>
                    <a:gd name="connsiteY86" fmla="*/ 656431 h 721479"/>
                    <a:gd name="connsiteX87" fmla="*/ 228489 w 559909"/>
                    <a:gd name="connsiteY87" fmla="*/ 659555 h 721479"/>
                    <a:gd name="connsiteX88" fmla="*/ 224360 w 559909"/>
                    <a:gd name="connsiteY88" fmla="*/ 659044 h 721479"/>
                    <a:gd name="connsiteX89" fmla="*/ 221814 w 559909"/>
                    <a:gd name="connsiteY89" fmla="*/ 659078 h 721479"/>
                    <a:gd name="connsiteX90" fmla="*/ 216211 w 559909"/>
                    <a:gd name="connsiteY90" fmla="*/ 655660 h 721479"/>
                    <a:gd name="connsiteX91" fmla="*/ 216186 w 559909"/>
                    <a:gd name="connsiteY91" fmla="*/ 655660 h 721479"/>
                    <a:gd name="connsiteX92" fmla="*/ 179277 w 559909"/>
                    <a:gd name="connsiteY92" fmla="*/ 615845 h 721479"/>
                    <a:gd name="connsiteX93" fmla="*/ 178054 w 559909"/>
                    <a:gd name="connsiteY93" fmla="*/ 613232 h 721479"/>
                    <a:gd name="connsiteX94" fmla="*/ 95592 w 559909"/>
                    <a:gd name="connsiteY94" fmla="*/ 514297 h 721479"/>
                    <a:gd name="connsiteX95" fmla="*/ 94503 w 559909"/>
                    <a:gd name="connsiteY95" fmla="*/ 513233 h 721479"/>
                    <a:gd name="connsiteX96" fmla="*/ 74990 w 559909"/>
                    <a:gd name="connsiteY96" fmla="*/ 449825 h 721479"/>
                    <a:gd name="connsiteX97" fmla="*/ 75233 w 559909"/>
                    <a:gd name="connsiteY97" fmla="*/ 448267 h 721479"/>
                    <a:gd name="connsiteX98" fmla="*/ 64169 w 559909"/>
                    <a:gd name="connsiteY98" fmla="*/ 403862 h 721479"/>
                    <a:gd name="connsiteX99" fmla="*/ 47578 w 559909"/>
                    <a:gd name="connsiteY99" fmla="*/ 391869 h 721479"/>
                    <a:gd name="connsiteX100" fmla="*/ 24094 w 559909"/>
                    <a:gd name="connsiteY100" fmla="*/ 318603 h 721479"/>
                    <a:gd name="connsiteX101" fmla="*/ 36297 w 559909"/>
                    <a:gd name="connsiteY101" fmla="*/ 201670 h 721479"/>
                    <a:gd name="connsiteX102" fmla="*/ 73985 w 559909"/>
                    <a:gd name="connsiteY102" fmla="*/ 158780 h 721479"/>
                    <a:gd name="connsiteX103" fmla="*/ 74923 w 559909"/>
                    <a:gd name="connsiteY103" fmla="*/ 153429 h 721479"/>
                    <a:gd name="connsiteX104" fmla="*/ 56640 w 559909"/>
                    <a:gd name="connsiteY104" fmla="*/ 162440 h 721479"/>
                    <a:gd name="connsiteX105" fmla="*/ 56640 w 559909"/>
                    <a:gd name="connsiteY105" fmla="*/ 162449 h 721479"/>
                    <a:gd name="connsiteX106" fmla="*/ 41213 w 559909"/>
                    <a:gd name="connsiteY106" fmla="*/ 178982 h 721479"/>
                    <a:gd name="connsiteX107" fmla="*/ 13441 w 559909"/>
                    <a:gd name="connsiteY107" fmla="*/ 171151 h 721479"/>
                    <a:gd name="connsiteX108" fmla="*/ 803 w 559909"/>
                    <a:gd name="connsiteY108" fmla="*/ 152675 h 721479"/>
                    <a:gd name="connsiteX109" fmla="*/ 9144 w 559909"/>
                    <a:gd name="connsiteY109" fmla="*/ 131452 h 721479"/>
                    <a:gd name="connsiteX110" fmla="*/ 9153 w 559909"/>
                    <a:gd name="connsiteY110" fmla="*/ 131452 h 721479"/>
                    <a:gd name="connsiteX111" fmla="*/ 9262 w 559909"/>
                    <a:gd name="connsiteY111" fmla="*/ 131385 h 721479"/>
                    <a:gd name="connsiteX112" fmla="*/ 11422 w 559909"/>
                    <a:gd name="connsiteY112" fmla="*/ 129493 h 721479"/>
                    <a:gd name="connsiteX113" fmla="*/ 35568 w 559909"/>
                    <a:gd name="connsiteY113" fmla="*/ 65775 h 721479"/>
                    <a:gd name="connsiteX114" fmla="*/ 56514 w 559909"/>
                    <a:gd name="connsiteY114" fmla="*/ 26629 h 721479"/>
                    <a:gd name="connsiteX115" fmla="*/ 79478 w 559909"/>
                    <a:gd name="connsiteY115" fmla="*/ 28262 h 721479"/>
                    <a:gd name="connsiteX116" fmla="*/ 157166 w 559909"/>
                    <a:gd name="connsiteY116" fmla="*/ 13531 h 721479"/>
                    <a:gd name="connsiteX117" fmla="*/ 202568 w 559909"/>
                    <a:gd name="connsiteY117" fmla="*/ 9930 h 721479"/>
                    <a:gd name="connsiteX118" fmla="*/ 207769 w 559909"/>
                    <a:gd name="connsiteY118" fmla="*/ 14662 h 721479"/>
                    <a:gd name="connsiteX119" fmla="*/ 277969 w 559909"/>
                    <a:gd name="connsiteY119" fmla="*/ 38798 h 721479"/>
                    <a:gd name="connsiteX120" fmla="*/ 416486 w 559909"/>
                    <a:gd name="connsiteY120" fmla="*/ 83455 h 721479"/>
                    <a:gd name="connsiteX121" fmla="*/ 438119 w 559909"/>
                    <a:gd name="connsiteY121" fmla="*/ 99820 h 721479"/>
                    <a:gd name="connsiteX122" fmla="*/ 497188 w 559909"/>
                    <a:gd name="connsiteY122" fmla="*/ 80498 h 721479"/>
                    <a:gd name="connsiteX123" fmla="*/ 502314 w 559909"/>
                    <a:gd name="connsiteY123" fmla="*/ 80021 h 721479"/>
                    <a:gd name="connsiteX124" fmla="*/ 510011 w 559909"/>
                    <a:gd name="connsiteY124" fmla="*/ 80867 h 721479"/>
                    <a:gd name="connsiteX125" fmla="*/ 513143 w 559909"/>
                    <a:gd name="connsiteY125" fmla="*/ 86026 h 721479"/>
                    <a:gd name="connsiteX126" fmla="*/ 514081 w 559909"/>
                    <a:gd name="connsiteY126" fmla="*/ 127181 h 721479"/>
                    <a:gd name="connsiteX127" fmla="*/ 503520 w 559909"/>
                    <a:gd name="connsiteY127" fmla="*/ 157416 h 721479"/>
                    <a:gd name="connsiteX128" fmla="*/ 510496 w 559909"/>
                    <a:gd name="connsiteY128" fmla="*/ 165774 h 721479"/>
                    <a:gd name="connsiteX129" fmla="*/ 512373 w 559909"/>
                    <a:gd name="connsiteY129" fmla="*/ 165916 h 721479"/>
                    <a:gd name="connsiteX130" fmla="*/ 527825 w 559909"/>
                    <a:gd name="connsiteY130" fmla="*/ 204283 h 721479"/>
                    <a:gd name="connsiteX131" fmla="*/ 534416 w 559909"/>
                    <a:gd name="connsiteY131" fmla="*/ 235748 h 721479"/>
                    <a:gd name="connsiteX132" fmla="*/ 554139 w 559909"/>
                    <a:gd name="connsiteY132" fmla="*/ 263922 h 721479"/>
                    <a:gd name="connsiteX133" fmla="*/ 557766 w 559909"/>
                    <a:gd name="connsiteY133" fmla="*/ 303763 h 721479"/>
                    <a:gd name="connsiteX134" fmla="*/ 535186 w 559909"/>
                    <a:gd name="connsiteY134" fmla="*/ 321501 h 721479"/>
                    <a:gd name="connsiteX135" fmla="*/ 533193 w 559909"/>
                    <a:gd name="connsiteY135" fmla="*/ 323386 h 721479"/>
                    <a:gd name="connsiteX136" fmla="*/ 533369 w 559909"/>
                    <a:gd name="connsiteY136" fmla="*/ 323913 h 721479"/>
                    <a:gd name="connsiteX137" fmla="*/ 529743 w 559909"/>
                    <a:gd name="connsiteY137" fmla="*/ 325052 h 721479"/>
                    <a:gd name="connsiteX138" fmla="*/ 539089 w 559909"/>
                    <a:gd name="connsiteY138" fmla="*/ 405537 h 721479"/>
                    <a:gd name="connsiteX139" fmla="*/ 557716 w 559909"/>
                    <a:gd name="connsiteY139" fmla="*/ 511483 h 721479"/>
                    <a:gd name="connsiteX140" fmla="*/ 382985 w 559909"/>
                    <a:gd name="connsiteY140" fmla="*/ 722201 h 721479"/>
                    <a:gd name="connsiteX141" fmla="*/ 162309 w 559909"/>
                    <a:gd name="connsiteY141" fmla="*/ 342255 h 721479"/>
                    <a:gd name="connsiteX142" fmla="*/ 160759 w 559909"/>
                    <a:gd name="connsiteY142" fmla="*/ 358125 h 721479"/>
                    <a:gd name="connsiteX143" fmla="*/ 138641 w 559909"/>
                    <a:gd name="connsiteY143" fmla="*/ 388050 h 721479"/>
                    <a:gd name="connsiteX144" fmla="*/ 118146 w 559909"/>
                    <a:gd name="connsiteY144" fmla="*/ 467848 h 721479"/>
                    <a:gd name="connsiteX145" fmla="*/ 128532 w 559909"/>
                    <a:gd name="connsiteY145" fmla="*/ 471793 h 721479"/>
                    <a:gd name="connsiteX146" fmla="*/ 147568 w 559909"/>
                    <a:gd name="connsiteY146" fmla="*/ 469038 h 721479"/>
                    <a:gd name="connsiteX147" fmla="*/ 147459 w 559909"/>
                    <a:gd name="connsiteY147" fmla="*/ 467538 h 721479"/>
                    <a:gd name="connsiteX148" fmla="*/ 194226 w 559909"/>
                    <a:gd name="connsiteY148" fmla="*/ 350270 h 721479"/>
                    <a:gd name="connsiteX149" fmla="*/ 288999 w 559909"/>
                    <a:gd name="connsiteY149" fmla="*/ 249265 h 721479"/>
                    <a:gd name="connsiteX150" fmla="*/ 295356 w 559909"/>
                    <a:gd name="connsiteY150" fmla="*/ 246050 h 721479"/>
                    <a:gd name="connsiteX151" fmla="*/ 274201 w 559909"/>
                    <a:gd name="connsiteY151" fmla="*/ 244483 h 721479"/>
                    <a:gd name="connsiteX152" fmla="*/ 207802 w 559909"/>
                    <a:gd name="connsiteY152" fmla="*/ 246493 h 721479"/>
                    <a:gd name="connsiteX153" fmla="*/ 96463 w 559909"/>
                    <a:gd name="connsiteY153" fmla="*/ 373712 h 721479"/>
                    <a:gd name="connsiteX154" fmla="*/ 92921 w 559909"/>
                    <a:gd name="connsiteY154" fmla="*/ 439540 h 721479"/>
                    <a:gd name="connsiteX155" fmla="*/ 99386 w 559909"/>
                    <a:gd name="connsiteY155" fmla="*/ 440059 h 721479"/>
                    <a:gd name="connsiteX156" fmla="*/ 102393 w 559909"/>
                    <a:gd name="connsiteY156" fmla="*/ 437078 h 721479"/>
                    <a:gd name="connsiteX157" fmla="*/ 106380 w 559909"/>
                    <a:gd name="connsiteY157" fmla="*/ 419834 h 721479"/>
                    <a:gd name="connsiteX158" fmla="*/ 147401 w 559909"/>
                    <a:gd name="connsiteY158" fmla="*/ 348092 h 721479"/>
                    <a:gd name="connsiteX159" fmla="*/ 162309 w 559909"/>
                    <a:gd name="connsiteY159" fmla="*/ 342255 h 721479"/>
                    <a:gd name="connsiteX160" fmla="*/ 323832 w 559909"/>
                    <a:gd name="connsiteY160" fmla="*/ 166729 h 721479"/>
                    <a:gd name="connsiteX161" fmla="*/ 323832 w 559909"/>
                    <a:gd name="connsiteY161" fmla="*/ 166729 h 721479"/>
                    <a:gd name="connsiteX162" fmla="*/ 313313 w 559909"/>
                    <a:gd name="connsiteY162" fmla="*/ 234048 h 721479"/>
                    <a:gd name="connsiteX163" fmla="*/ 313564 w 559909"/>
                    <a:gd name="connsiteY163" fmla="*/ 234048 h 721479"/>
                    <a:gd name="connsiteX164" fmla="*/ 331403 w 559909"/>
                    <a:gd name="connsiteY164" fmla="*/ 226217 h 721479"/>
                    <a:gd name="connsiteX165" fmla="*/ 393714 w 559909"/>
                    <a:gd name="connsiteY165" fmla="*/ 200866 h 721479"/>
                    <a:gd name="connsiteX166" fmla="*/ 393739 w 559909"/>
                    <a:gd name="connsiteY166" fmla="*/ 200866 h 721479"/>
                    <a:gd name="connsiteX167" fmla="*/ 374292 w 559909"/>
                    <a:gd name="connsiteY167" fmla="*/ 164995 h 721479"/>
                    <a:gd name="connsiteX168" fmla="*/ 338388 w 559909"/>
                    <a:gd name="connsiteY168" fmla="*/ 161586 h 721479"/>
                    <a:gd name="connsiteX169" fmla="*/ 350657 w 559909"/>
                    <a:gd name="connsiteY169" fmla="*/ 184165 h 721479"/>
                    <a:gd name="connsiteX170" fmla="*/ 340875 w 559909"/>
                    <a:gd name="connsiteY170" fmla="*/ 185263 h 721479"/>
                    <a:gd name="connsiteX171" fmla="*/ 323832 w 559909"/>
                    <a:gd name="connsiteY171" fmla="*/ 166729 h 721479"/>
                    <a:gd name="connsiteX172" fmla="*/ 207794 w 559909"/>
                    <a:gd name="connsiteY172" fmla="*/ 229810 h 721479"/>
                    <a:gd name="connsiteX173" fmla="*/ 219251 w 559909"/>
                    <a:gd name="connsiteY173" fmla="*/ 232767 h 721479"/>
                    <a:gd name="connsiteX174" fmla="*/ 289024 w 559909"/>
                    <a:gd name="connsiteY174" fmla="*/ 226879 h 721479"/>
                    <a:gd name="connsiteX175" fmla="*/ 290984 w 559909"/>
                    <a:gd name="connsiteY175" fmla="*/ 224500 h 721479"/>
                    <a:gd name="connsiteX176" fmla="*/ 287525 w 559909"/>
                    <a:gd name="connsiteY176" fmla="*/ 199685 h 721479"/>
                    <a:gd name="connsiteX177" fmla="*/ 279904 w 559909"/>
                    <a:gd name="connsiteY177" fmla="*/ 196980 h 721479"/>
                    <a:gd name="connsiteX178" fmla="*/ 257861 w 559909"/>
                    <a:gd name="connsiteY178" fmla="*/ 194283 h 721479"/>
                    <a:gd name="connsiteX179" fmla="*/ 229670 w 559909"/>
                    <a:gd name="connsiteY179" fmla="*/ 196938 h 721479"/>
                    <a:gd name="connsiteX180" fmla="*/ 227928 w 559909"/>
                    <a:gd name="connsiteY180" fmla="*/ 195631 h 721479"/>
                    <a:gd name="connsiteX181" fmla="*/ 224335 w 559909"/>
                    <a:gd name="connsiteY181" fmla="*/ 194484 h 721479"/>
                    <a:gd name="connsiteX182" fmla="*/ 227375 w 559909"/>
                    <a:gd name="connsiteY182" fmla="*/ 192507 h 721479"/>
                    <a:gd name="connsiteX183" fmla="*/ 226370 w 559909"/>
                    <a:gd name="connsiteY183" fmla="*/ 192457 h 721479"/>
                    <a:gd name="connsiteX184" fmla="*/ 221906 w 559909"/>
                    <a:gd name="connsiteY184" fmla="*/ 192323 h 721479"/>
                    <a:gd name="connsiteX185" fmla="*/ 223263 w 559909"/>
                    <a:gd name="connsiteY185" fmla="*/ 190506 h 721479"/>
                    <a:gd name="connsiteX186" fmla="*/ 224343 w 559909"/>
                    <a:gd name="connsiteY186" fmla="*/ 187390 h 721479"/>
                    <a:gd name="connsiteX187" fmla="*/ 224352 w 559909"/>
                    <a:gd name="connsiteY187" fmla="*/ 186938 h 721479"/>
                    <a:gd name="connsiteX188" fmla="*/ 222258 w 559909"/>
                    <a:gd name="connsiteY188" fmla="*/ 187189 h 721479"/>
                    <a:gd name="connsiteX189" fmla="*/ 223422 w 559909"/>
                    <a:gd name="connsiteY189" fmla="*/ 185640 h 721479"/>
                    <a:gd name="connsiteX190" fmla="*/ 223497 w 559909"/>
                    <a:gd name="connsiteY190" fmla="*/ 185606 h 721479"/>
                    <a:gd name="connsiteX191" fmla="*/ 224486 w 559909"/>
                    <a:gd name="connsiteY191" fmla="*/ 185305 h 721479"/>
                    <a:gd name="connsiteX192" fmla="*/ 225717 w 559909"/>
                    <a:gd name="connsiteY192" fmla="*/ 183848 h 721479"/>
                    <a:gd name="connsiteX193" fmla="*/ 236295 w 559909"/>
                    <a:gd name="connsiteY193" fmla="*/ 180883 h 721479"/>
                    <a:gd name="connsiteX194" fmla="*/ 243581 w 559909"/>
                    <a:gd name="connsiteY194" fmla="*/ 179166 h 721479"/>
                    <a:gd name="connsiteX195" fmla="*/ 289720 w 559909"/>
                    <a:gd name="connsiteY195" fmla="*/ 185397 h 721479"/>
                    <a:gd name="connsiteX196" fmla="*/ 292425 w 559909"/>
                    <a:gd name="connsiteY196" fmla="*/ 177884 h 721479"/>
                    <a:gd name="connsiteX197" fmla="*/ 291202 w 559909"/>
                    <a:gd name="connsiteY197" fmla="*/ 177156 h 721479"/>
                    <a:gd name="connsiteX198" fmla="*/ 290264 w 559909"/>
                    <a:gd name="connsiteY198" fmla="*/ 177893 h 721479"/>
                    <a:gd name="connsiteX199" fmla="*/ 135634 w 559909"/>
                    <a:gd name="connsiteY199" fmla="*/ 156452 h 721479"/>
                    <a:gd name="connsiteX200" fmla="*/ 204277 w 559909"/>
                    <a:gd name="connsiteY200" fmla="*/ 230698 h 721479"/>
                    <a:gd name="connsiteX201" fmla="*/ 207794 w 559909"/>
                    <a:gd name="connsiteY201" fmla="*/ 229810 h 721479"/>
                    <a:gd name="connsiteX202" fmla="*/ 490371 w 559909"/>
                    <a:gd name="connsiteY202" fmla="*/ 200631 h 721479"/>
                    <a:gd name="connsiteX203" fmla="*/ 491485 w 559909"/>
                    <a:gd name="connsiteY203" fmla="*/ 201301 h 721479"/>
                    <a:gd name="connsiteX204" fmla="*/ 511032 w 559909"/>
                    <a:gd name="connsiteY204" fmla="*/ 210145 h 721479"/>
                    <a:gd name="connsiteX205" fmla="*/ 510865 w 559909"/>
                    <a:gd name="connsiteY205" fmla="*/ 208964 h 721479"/>
                    <a:gd name="connsiteX206" fmla="*/ 503194 w 559909"/>
                    <a:gd name="connsiteY206" fmla="*/ 177909 h 721479"/>
                    <a:gd name="connsiteX207" fmla="*/ 497339 w 559909"/>
                    <a:gd name="connsiteY207" fmla="*/ 169526 h 721479"/>
                    <a:gd name="connsiteX208" fmla="*/ 473805 w 559909"/>
                    <a:gd name="connsiteY208" fmla="*/ 198914 h 721479"/>
                    <a:gd name="connsiteX209" fmla="*/ 489852 w 559909"/>
                    <a:gd name="connsiteY209" fmla="*/ 200857 h 721479"/>
                    <a:gd name="connsiteX210" fmla="*/ 490371 w 559909"/>
                    <a:gd name="connsiteY210" fmla="*/ 200631 h 721479"/>
                    <a:gd name="connsiteX211" fmla="*/ 490371 w 559909"/>
                    <a:gd name="connsiteY211" fmla="*/ 200631 h 721479"/>
                    <a:gd name="connsiteX212" fmla="*/ 423806 w 559909"/>
                    <a:gd name="connsiteY212" fmla="*/ 198027 h 721479"/>
                    <a:gd name="connsiteX213" fmla="*/ 444065 w 559909"/>
                    <a:gd name="connsiteY213" fmla="*/ 199224 h 721479"/>
                    <a:gd name="connsiteX214" fmla="*/ 498947 w 559909"/>
                    <a:gd name="connsiteY214" fmla="*/ 98320 h 721479"/>
                    <a:gd name="connsiteX215" fmla="*/ 401419 w 559909"/>
                    <a:gd name="connsiteY215" fmla="*/ 156762 h 721479"/>
                    <a:gd name="connsiteX216" fmla="*/ 402281 w 559909"/>
                    <a:gd name="connsiteY216" fmla="*/ 164325 h 721479"/>
                    <a:gd name="connsiteX217" fmla="*/ 395146 w 559909"/>
                    <a:gd name="connsiteY217" fmla="*/ 166033 h 721479"/>
                    <a:gd name="connsiteX218" fmla="*/ 394560 w 559909"/>
                    <a:gd name="connsiteY218" fmla="*/ 165866 h 721479"/>
                    <a:gd name="connsiteX219" fmla="*/ 404032 w 559909"/>
                    <a:gd name="connsiteY219" fmla="*/ 178797 h 721479"/>
                    <a:gd name="connsiteX220" fmla="*/ 406017 w 559909"/>
                    <a:gd name="connsiteY220" fmla="*/ 175883 h 721479"/>
                    <a:gd name="connsiteX221" fmla="*/ 451108 w 559909"/>
                    <a:gd name="connsiteY221" fmla="*/ 153018 h 721479"/>
                    <a:gd name="connsiteX222" fmla="*/ 451117 w 559909"/>
                    <a:gd name="connsiteY222" fmla="*/ 153018 h 721479"/>
                    <a:gd name="connsiteX223" fmla="*/ 453487 w 559909"/>
                    <a:gd name="connsiteY223" fmla="*/ 152365 h 721479"/>
                    <a:gd name="connsiteX224" fmla="*/ 453504 w 559909"/>
                    <a:gd name="connsiteY224" fmla="*/ 152608 h 721479"/>
                    <a:gd name="connsiteX225" fmla="*/ 456226 w 559909"/>
                    <a:gd name="connsiteY225" fmla="*/ 154819 h 721479"/>
                    <a:gd name="connsiteX226" fmla="*/ 457716 w 559909"/>
                    <a:gd name="connsiteY226" fmla="*/ 156201 h 721479"/>
                    <a:gd name="connsiteX227" fmla="*/ 462105 w 559909"/>
                    <a:gd name="connsiteY227" fmla="*/ 158982 h 721479"/>
                    <a:gd name="connsiteX228" fmla="*/ 460782 w 559909"/>
                    <a:gd name="connsiteY228" fmla="*/ 161770 h 721479"/>
                    <a:gd name="connsiteX229" fmla="*/ 458520 w 559909"/>
                    <a:gd name="connsiteY229" fmla="*/ 163152 h 721479"/>
                    <a:gd name="connsiteX230" fmla="*/ 459023 w 559909"/>
                    <a:gd name="connsiteY230" fmla="*/ 167558 h 721479"/>
                    <a:gd name="connsiteX231" fmla="*/ 459082 w 559909"/>
                    <a:gd name="connsiteY231" fmla="*/ 168228 h 721479"/>
                    <a:gd name="connsiteX232" fmla="*/ 411461 w 559909"/>
                    <a:gd name="connsiteY232" fmla="*/ 187440 h 721479"/>
                    <a:gd name="connsiteX233" fmla="*/ 407968 w 559909"/>
                    <a:gd name="connsiteY233" fmla="*/ 188186 h 721479"/>
                    <a:gd name="connsiteX234" fmla="*/ 410497 w 559909"/>
                    <a:gd name="connsiteY234" fmla="*/ 198571 h 721479"/>
                    <a:gd name="connsiteX235" fmla="*/ 423806 w 559909"/>
                    <a:gd name="connsiteY235" fmla="*/ 198027 h 721479"/>
                    <a:gd name="connsiteX236" fmla="*/ 185164 w 559909"/>
                    <a:gd name="connsiteY236" fmla="*/ 548157 h 721479"/>
                    <a:gd name="connsiteX237" fmla="*/ 180048 w 559909"/>
                    <a:gd name="connsiteY237" fmla="*/ 545595 h 721479"/>
                    <a:gd name="connsiteX238" fmla="*/ 179394 w 559909"/>
                    <a:gd name="connsiteY238" fmla="*/ 545201 h 721479"/>
                    <a:gd name="connsiteX239" fmla="*/ 143314 w 559909"/>
                    <a:gd name="connsiteY239" fmla="*/ 528685 h 721479"/>
                    <a:gd name="connsiteX240" fmla="*/ 150709 w 559909"/>
                    <a:gd name="connsiteY240" fmla="*/ 519497 h 721479"/>
                    <a:gd name="connsiteX241" fmla="*/ 154897 w 559909"/>
                    <a:gd name="connsiteY241" fmla="*/ 518476 h 721479"/>
                    <a:gd name="connsiteX242" fmla="*/ 187585 w 559909"/>
                    <a:gd name="connsiteY242" fmla="*/ 534933 h 721479"/>
                    <a:gd name="connsiteX243" fmla="*/ 189562 w 559909"/>
                    <a:gd name="connsiteY243" fmla="*/ 536910 h 721479"/>
                    <a:gd name="connsiteX244" fmla="*/ 185164 w 559909"/>
                    <a:gd name="connsiteY244" fmla="*/ 548157 h 7214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</a:cxnLst>
                  <a:rect l="l" t="t" r="r" b="b"/>
                  <a:pathLst>
                    <a:path w="559909" h="721479">
                      <a:moveTo>
                        <a:pt x="382985" y="722201"/>
                      </a:moveTo>
                      <a:cubicBezTo>
                        <a:pt x="349510" y="721841"/>
                        <a:pt x="314971" y="710719"/>
                        <a:pt x="290909" y="686782"/>
                      </a:cubicBezTo>
                      <a:cubicBezTo>
                        <a:pt x="290206" y="686238"/>
                        <a:pt x="290750" y="685116"/>
                        <a:pt x="291587" y="685149"/>
                      </a:cubicBezTo>
                      <a:cubicBezTo>
                        <a:pt x="291252" y="684822"/>
                        <a:pt x="290859" y="684521"/>
                        <a:pt x="290549" y="684169"/>
                      </a:cubicBezTo>
                      <a:cubicBezTo>
                        <a:pt x="289460" y="683642"/>
                        <a:pt x="290021" y="681933"/>
                        <a:pt x="291185" y="682109"/>
                      </a:cubicBezTo>
                      <a:cubicBezTo>
                        <a:pt x="291068" y="682008"/>
                        <a:pt x="290951" y="681933"/>
                        <a:pt x="290993" y="681741"/>
                      </a:cubicBezTo>
                      <a:cubicBezTo>
                        <a:pt x="289351" y="680350"/>
                        <a:pt x="291889" y="679488"/>
                        <a:pt x="293087" y="680124"/>
                      </a:cubicBezTo>
                      <a:lnTo>
                        <a:pt x="292659" y="679722"/>
                      </a:lnTo>
                      <a:cubicBezTo>
                        <a:pt x="292349" y="679513"/>
                        <a:pt x="292182" y="679153"/>
                        <a:pt x="292232" y="678776"/>
                      </a:cubicBezTo>
                      <a:cubicBezTo>
                        <a:pt x="292366" y="678416"/>
                        <a:pt x="292693" y="678156"/>
                        <a:pt x="293078" y="678114"/>
                      </a:cubicBezTo>
                      <a:cubicBezTo>
                        <a:pt x="294167" y="678164"/>
                        <a:pt x="295239" y="678416"/>
                        <a:pt x="296277" y="678734"/>
                      </a:cubicBezTo>
                      <a:lnTo>
                        <a:pt x="296286" y="678734"/>
                      </a:lnTo>
                      <a:lnTo>
                        <a:pt x="296378" y="678759"/>
                      </a:lnTo>
                      <a:cubicBezTo>
                        <a:pt x="295473" y="678039"/>
                        <a:pt x="294234" y="677017"/>
                        <a:pt x="295515" y="675987"/>
                      </a:cubicBezTo>
                      <a:cubicBezTo>
                        <a:pt x="296177" y="675719"/>
                        <a:pt x="296939" y="676079"/>
                        <a:pt x="297500" y="676439"/>
                      </a:cubicBezTo>
                      <a:cubicBezTo>
                        <a:pt x="298639" y="676556"/>
                        <a:pt x="299736" y="676933"/>
                        <a:pt x="300708" y="677545"/>
                      </a:cubicBezTo>
                      <a:cubicBezTo>
                        <a:pt x="302090" y="678876"/>
                        <a:pt x="303622" y="680250"/>
                        <a:pt x="305390" y="681757"/>
                      </a:cubicBezTo>
                      <a:cubicBezTo>
                        <a:pt x="309184" y="683030"/>
                        <a:pt x="311336" y="686883"/>
                        <a:pt x="315054" y="689019"/>
                      </a:cubicBezTo>
                      <a:cubicBezTo>
                        <a:pt x="317919" y="690845"/>
                        <a:pt x="321084" y="692553"/>
                        <a:pt x="324074" y="694353"/>
                      </a:cubicBezTo>
                      <a:cubicBezTo>
                        <a:pt x="334476" y="697846"/>
                        <a:pt x="345004" y="701531"/>
                        <a:pt x="355657" y="704999"/>
                      </a:cubicBezTo>
                      <a:cubicBezTo>
                        <a:pt x="461720" y="722695"/>
                        <a:pt x="555362" y="601867"/>
                        <a:pt x="539006" y="502228"/>
                      </a:cubicBezTo>
                      <a:cubicBezTo>
                        <a:pt x="539006" y="502195"/>
                        <a:pt x="539006" y="502161"/>
                        <a:pt x="538997" y="502128"/>
                      </a:cubicBezTo>
                      <a:cubicBezTo>
                        <a:pt x="528972" y="446416"/>
                        <a:pt x="515120" y="389314"/>
                        <a:pt x="517088" y="332506"/>
                      </a:cubicBezTo>
                      <a:cubicBezTo>
                        <a:pt x="517054" y="331895"/>
                        <a:pt x="517096" y="330195"/>
                        <a:pt x="517004" y="329600"/>
                      </a:cubicBezTo>
                      <a:cubicBezTo>
                        <a:pt x="516996" y="329600"/>
                        <a:pt x="516987" y="329658"/>
                        <a:pt x="516979" y="329658"/>
                      </a:cubicBezTo>
                      <a:cubicBezTo>
                        <a:pt x="516920" y="328419"/>
                        <a:pt x="516920" y="323218"/>
                        <a:pt x="516946" y="322012"/>
                      </a:cubicBezTo>
                      <a:cubicBezTo>
                        <a:pt x="504793" y="322557"/>
                        <a:pt x="492482" y="321652"/>
                        <a:pt x="480421" y="319793"/>
                      </a:cubicBezTo>
                      <a:cubicBezTo>
                        <a:pt x="480229" y="320781"/>
                        <a:pt x="478813" y="320261"/>
                        <a:pt x="478110" y="320404"/>
                      </a:cubicBezTo>
                      <a:cubicBezTo>
                        <a:pt x="478277" y="320932"/>
                        <a:pt x="478562" y="321870"/>
                        <a:pt x="477742" y="322012"/>
                      </a:cubicBezTo>
                      <a:cubicBezTo>
                        <a:pt x="469885" y="322799"/>
                        <a:pt x="461979" y="320655"/>
                        <a:pt x="454584" y="318118"/>
                      </a:cubicBezTo>
                      <a:lnTo>
                        <a:pt x="454576" y="318118"/>
                      </a:lnTo>
                      <a:cubicBezTo>
                        <a:pt x="445615" y="312740"/>
                        <a:pt x="436226" y="320437"/>
                        <a:pt x="427348" y="317313"/>
                      </a:cubicBezTo>
                      <a:cubicBezTo>
                        <a:pt x="421435" y="317472"/>
                        <a:pt x="416486" y="310781"/>
                        <a:pt x="410640" y="313193"/>
                      </a:cubicBezTo>
                      <a:lnTo>
                        <a:pt x="409367" y="314140"/>
                      </a:lnTo>
                      <a:cubicBezTo>
                        <a:pt x="407281" y="316593"/>
                        <a:pt x="405322" y="319466"/>
                        <a:pt x="402508" y="321199"/>
                      </a:cubicBezTo>
                      <a:cubicBezTo>
                        <a:pt x="399174" y="324516"/>
                        <a:pt x="394032" y="325136"/>
                        <a:pt x="389719" y="323562"/>
                      </a:cubicBezTo>
                      <a:cubicBezTo>
                        <a:pt x="379995" y="326668"/>
                        <a:pt x="368907" y="325161"/>
                        <a:pt x="360062" y="320203"/>
                      </a:cubicBezTo>
                      <a:cubicBezTo>
                        <a:pt x="357165" y="321426"/>
                        <a:pt x="354317" y="322941"/>
                        <a:pt x="351570" y="324399"/>
                      </a:cubicBezTo>
                      <a:lnTo>
                        <a:pt x="351562" y="324399"/>
                      </a:lnTo>
                      <a:lnTo>
                        <a:pt x="351562" y="324399"/>
                      </a:lnTo>
                      <a:cubicBezTo>
                        <a:pt x="345766" y="327330"/>
                        <a:pt x="340012" y="331007"/>
                        <a:pt x="333162" y="331141"/>
                      </a:cubicBezTo>
                      <a:cubicBezTo>
                        <a:pt x="324485" y="330722"/>
                        <a:pt x="315833" y="329265"/>
                        <a:pt x="307291" y="327682"/>
                      </a:cubicBezTo>
                      <a:cubicBezTo>
                        <a:pt x="293145" y="333595"/>
                        <a:pt x="275633" y="336459"/>
                        <a:pt x="262165" y="327456"/>
                      </a:cubicBezTo>
                      <a:cubicBezTo>
                        <a:pt x="261521" y="327121"/>
                        <a:pt x="260893" y="326752"/>
                        <a:pt x="260331" y="326283"/>
                      </a:cubicBezTo>
                      <a:cubicBezTo>
                        <a:pt x="254854" y="323879"/>
                        <a:pt x="251537" y="318218"/>
                        <a:pt x="252149" y="312263"/>
                      </a:cubicBezTo>
                      <a:cubicBezTo>
                        <a:pt x="251805" y="310337"/>
                        <a:pt x="251831" y="308369"/>
                        <a:pt x="252199" y="306451"/>
                      </a:cubicBezTo>
                      <a:cubicBezTo>
                        <a:pt x="233506" y="327213"/>
                        <a:pt x="220457" y="347062"/>
                        <a:pt x="207099" y="369784"/>
                      </a:cubicBezTo>
                      <a:cubicBezTo>
                        <a:pt x="185231" y="393360"/>
                        <a:pt x="166027" y="421886"/>
                        <a:pt x="164461" y="454925"/>
                      </a:cubicBezTo>
                      <a:cubicBezTo>
                        <a:pt x="164780" y="455101"/>
                        <a:pt x="165081" y="455319"/>
                        <a:pt x="165357" y="455562"/>
                      </a:cubicBezTo>
                      <a:cubicBezTo>
                        <a:pt x="166605" y="455997"/>
                        <a:pt x="169545" y="456810"/>
                        <a:pt x="169713" y="457614"/>
                      </a:cubicBezTo>
                      <a:cubicBezTo>
                        <a:pt x="170131" y="457731"/>
                        <a:pt x="167283" y="462522"/>
                        <a:pt x="167267" y="462739"/>
                      </a:cubicBezTo>
                      <a:cubicBezTo>
                        <a:pt x="167108" y="466173"/>
                        <a:pt x="163758" y="469951"/>
                        <a:pt x="162359" y="473158"/>
                      </a:cubicBezTo>
                      <a:cubicBezTo>
                        <a:pt x="166211" y="474883"/>
                        <a:pt x="169855" y="477220"/>
                        <a:pt x="172510" y="480553"/>
                      </a:cubicBezTo>
                      <a:cubicBezTo>
                        <a:pt x="185550" y="485536"/>
                        <a:pt x="195575" y="518677"/>
                        <a:pt x="172644" y="504933"/>
                      </a:cubicBezTo>
                      <a:cubicBezTo>
                        <a:pt x="171304" y="499238"/>
                        <a:pt x="168716" y="493803"/>
                        <a:pt x="164679" y="489531"/>
                      </a:cubicBezTo>
                      <a:lnTo>
                        <a:pt x="164570" y="489456"/>
                      </a:lnTo>
                      <a:cubicBezTo>
                        <a:pt x="162116" y="488375"/>
                        <a:pt x="159587" y="487262"/>
                        <a:pt x="156974" y="486399"/>
                      </a:cubicBezTo>
                      <a:cubicBezTo>
                        <a:pt x="156580" y="486474"/>
                        <a:pt x="156170" y="486524"/>
                        <a:pt x="155776" y="486583"/>
                      </a:cubicBezTo>
                      <a:cubicBezTo>
                        <a:pt x="155985" y="486826"/>
                        <a:pt x="156052" y="487161"/>
                        <a:pt x="155943" y="487462"/>
                      </a:cubicBezTo>
                      <a:cubicBezTo>
                        <a:pt x="155768" y="487773"/>
                        <a:pt x="155441" y="487965"/>
                        <a:pt x="155081" y="487965"/>
                      </a:cubicBezTo>
                      <a:cubicBezTo>
                        <a:pt x="149327" y="489255"/>
                        <a:pt x="142786" y="488786"/>
                        <a:pt x="136999" y="487756"/>
                      </a:cubicBezTo>
                      <a:cubicBezTo>
                        <a:pt x="125860" y="491784"/>
                        <a:pt x="118339" y="502111"/>
                        <a:pt x="114118" y="512789"/>
                      </a:cubicBezTo>
                      <a:cubicBezTo>
                        <a:pt x="106924" y="537169"/>
                        <a:pt x="121597" y="566139"/>
                        <a:pt x="138130" y="585577"/>
                      </a:cubicBezTo>
                      <a:cubicBezTo>
                        <a:pt x="142778" y="589497"/>
                        <a:pt x="146128" y="595167"/>
                        <a:pt x="152250" y="596733"/>
                      </a:cubicBezTo>
                      <a:cubicBezTo>
                        <a:pt x="158506" y="599664"/>
                        <a:pt x="165994" y="599229"/>
                        <a:pt x="172401" y="596976"/>
                      </a:cubicBezTo>
                      <a:cubicBezTo>
                        <a:pt x="175098" y="595954"/>
                        <a:pt x="176689" y="591775"/>
                        <a:pt x="179645" y="592277"/>
                      </a:cubicBezTo>
                      <a:cubicBezTo>
                        <a:pt x="180491" y="591641"/>
                        <a:pt x="180910" y="590108"/>
                        <a:pt x="182032" y="590745"/>
                      </a:cubicBezTo>
                      <a:cubicBezTo>
                        <a:pt x="183515" y="590820"/>
                        <a:pt x="186923" y="592369"/>
                        <a:pt x="185148" y="594053"/>
                      </a:cubicBezTo>
                      <a:cubicBezTo>
                        <a:pt x="185709" y="594338"/>
                        <a:pt x="186253" y="594656"/>
                        <a:pt x="186781" y="595008"/>
                      </a:cubicBezTo>
                      <a:cubicBezTo>
                        <a:pt x="189277" y="595820"/>
                        <a:pt x="192786" y="597746"/>
                        <a:pt x="192995" y="599162"/>
                      </a:cubicBezTo>
                      <a:cubicBezTo>
                        <a:pt x="192216" y="600703"/>
                        <a:pt x="190952" y="601959"/>
                        <a:pt x="189494" y="602880"/>
                      </a:cubicBezTo>
                      <a:cubicBezTo>
                        <a:pt x="190592" y="603667"/>
                        <a:pt x="191345" y="604062"/>
                        <a:pt x="190977" y="604815"/>
                      </a:cubicBezTo>
                      <a:cubicBezTo>
                        <a:pt x="190784" y="605200"/>
                        <a:pt x="190558" y="605569"/>
                        <a:pt x="190307" y="605921"/>
                      </a:cubicBezTo>
                      <a:cubicBezTo>
                        <a:pt x="192216" y="608274"/>
                        <a:pt x="194235" y="610803"/>
                        <a:pt x="196680" y="613885"/>
                      </a:cubicBezTo>
                      <a:cubicBezTo>
                        <a:pt x="203213" y="626632"/>
                        <a:pt x="211454" y="638743"/>
                        <a:pt x="224536" y="645569"/>
                      </a:cubicBezTo>
                      <a:cubicBezTo>
                        <a:pt x="225390" y="645987"/>
                        <a:pt x="226513" y="646808"/>
                        <a:pt x="225566" y="647746"/>
                      </a:cubicBezTo>
                      <a:cubicBezTo>
                        <a:pt x="227702" y="649589"/>
                        <a:pt x="231295" y="650275"/>
                        <a:pt x="232635" y="652620"/>
                      </a:cubicBezTo>
                      <a:cubicBezTo>
                        <a:pt x="231889" y="654731"/>
                        <a:pt x="228950" y="652193"/>
                        <a:pt x="227735" y="651523"/>
                      </a:cubicBezTo>
                      <a:cubicBezTo>
                        <a:pt x="227492" y="651507"/>
                        <a:pt x="227250" y="651465"/>
                        <a:pt x="227015" y="651389"/>
                      </a:cubicBezTo>
                      <a:cubicBezTo>
                        <a:pt x="227769" y="651950"/>
                        <a:pt x="231596" y="653366"/>
                        <a:pt x="229804" y="654630"/>
                      </a:cubicBezTo>
                      <a:cubicBezTo>
                        <a:pt x="228204" y="654722"/>
                        <a:pt x="226990" y="653575"/>
                        <a:pt x="225575" y="652922"/>
                      </a:cubicBezTo>
                      <a:cubicBezTo>
                        <a:pt x="225708" y="653089"/>
                        <a:pt x="225759" y="653307"/>
                        <a:pt x="225708" y="653508"/>
                      </a:cubicBezTo>
                      <a:cubicBezTo>
                        <a:pt x="225608" y="653726"/>
                        <a:pt x="225424" y="653885"/>
                        <a:pt x="225198" y="653952"/>
                      </a:cubicBezTo>
                      <a:cubicBezTo>
                        <a:pt x="224980" y="653952"/>
                        <a:pt x="224770" y="653952"/>
                        <a:pt x="224561" y="653918"/>
                      </a:cubicBezTo>
                      <a:cubicBezTo>
                        <a:pt x="226194" y="655300"/>
                        <a:pt x="229670" y="656138"/>
                        <a:pt x="230608" y="658089"/>
                      </a:cubicBezTo>
                      <a:cubicBezTo>
                        <a:pt x="229678" y="660401"/>
                        <a:pt x="226052" y="656867"/>
                        <a:pt x="224637" y="656330"/>
                      </a:cubicBezTo>
                      <a:cubicBezTo>
                        <a:pt x="224494" y="656389"/>
                        <a:pt x="224343" y="656422"/>
                        <a:pt x="224184" y="656431"/>
                      </a:cubicBezTo>
                      <a:cubicBezTo>
                        <a:pt x="225474" y="657469"/>
                        <a:pt x="227786" y="658081"/>
                        <a:pt x="228489" y="659555"/>
                      </a:cubicBezTo>
                      <a:cubicBezTo>
                        <a:pt x="228380" y="661850"/>
                        <a:pt x="225340" y="659622"/>
                        <a:pt x="224360" y="659044"/>
                      </a:cubicBezTo>
                      <a:cubicBezTo>
                        <a:pt x="224034" y="660216"/>
                        <a:pt x="222509" y="659530"/>
                        <a:pt x="221814" y="659078"/>
                      </a:cubicBezTo>
                      <a:cubicBezTo>
                        <a:pt x="219913" y="657922"/>
                        <a:pt x="218037" y="656791"/>
                        <a:pt x="216211" y="655660"/>
                      </a:cubicBezTo>
                      <a:lnTo>
                        <a:pt x="216186" y="655660"/>
                      </a:lnTo>
                      <a:cubicBezTo>
                        <a:pt x="200591" y="646800"/>
                        <a:pt x="185600" y="632302"/>
                        <a:pt x="179277" y="615845"/>
                      </a:cubicBezTo>
                      <a:cubicBezTo>
                        <a:pt x="178900" y="615058"/>
                        <a:pt x="178498" y="614195"/>
                        <a:pt x="178054" y="613232"/>
                      </a:cubicBezTo>
                      <a:cubicBezTo>
                        <a:pt x="129973" y="621691"/>
                        <a:pt x="88139" y="557848"/>
                        <a:pt x="95592" y="514297"/>
                      </a:cubicBezTo>
                      <a:cubicBezTo>
                        <a:pt x="95232" y="513945"/>
                        <a:pt x="94864" y="513593"/>
                        <a:pt x="94503" y="513233"/>
                      </a:cubicBezTo>
                      <a:cubicBezTo>
                        <a:pt x="77427" y="501793"/>
                        <a:pt x="69261" y="470051"/>
                        <a:pt x="74990" y="449825"/>
                      </a:cubicBezTo>
                      <a:cubicBezTo>
                        <a:pt x="75065" y="449314"/>
                        <a:pt x="75149" y="448778"/>
                        <a:pt x="75233" y="448267"/>
                      </a:cubicBezTo>
                      <a:cubicBezTo>
                        <a:pt x="63884" y="436952"/>
                        <a:pt x="57260" y="419180"/>
                        <a:pt x="64169" y="403862"/>
                      </a:cubicBezTo>
                      <a:cubicBezTo>
                        <a:pt x="57092" y="402782"/>
                        <a:pt x="51456" y="397622"/>
                        <a:pt x="47578" y="391869"/>
                      </a:cubicBezTo>
                      <a:cubicBezTo>
                        <a:pt x="28055" y="375705"/>
                        <a:pt x="22076" y="343611"/>
                        <a:pt x="24094" y="318603"/>
                      </a:cubicBezTo>
                      <a:cubicBezTo>
                        <a:pt x="12201" y="279885"/>
                        <a:pt x="20166" y="237992"/>
                        <a:pt x="36297" y="201670"/>
                      </a:cubicBezTo>
                      <a:cubicBezTo>
                        <a:pt x="46346" y="185506"/>
                        <a:pt x="61129" y="172700"/>
                        <a:pt x="73985" y="158780"/>
                      </a:cubicBezTo>
                      <a:cubicBezTo>
                        <a:pt x="75375" y="157365"/>
                        <a:pt x="75752" y="155238"/>
                        <a:pt x="74923" y="153429"/>
                      </a:cubicBezTo>
                      <a:cubicBezTo>
                        <a:pt x="68951" y="143789"/>
                        <a:pt x="61656" y="158780"/>
                        <a:pt x="56640" y="162440"/>
                      </a:cubicBezTo>
                      <a:lnTo>
                        <a:pt x="56640" y="162449"/>
                      </a:lnTo>
                      <a:cubicBezTo>
                        <a:pt x="51481" y="167792"/>
                        <a:pt x="46146" y="173312"/>
                        <a:pt x="41213" y="178982"/>
                      </a:cubicBezTo>
                      <a:cubicBezTo>
                        <a:pt x="31489" y="179392"/>
                        <a:pt x="21372" y="176879"/>
                        <a:pt x="13441" y="171151"/>
                      </a:cubicBezTo>
                      <a:cubicBezTo>
                        <a:pt x="6297" y="167943"/>
                        <a:pt x="141" y="160883"/>
                        <a:pt x="803" y="152675"/>
                      </a:cubicBezTo>
                      <a:cubicBezTo>
                        <a:pt x="-144" y="144987"/>
                        <a:pt x="2955" y="136268"/>
                        <a:pt x="9144" y="131452"/>
                      </a:cubicBezTo>
                      <a:lnTo>
                        <a:pt x="9153" y="131452"/>
                      </a:lnTo>
                      <a:cubicBezTo>
                        <a:pt x="9195" y="131436"/>
                        <a:pt x="9228" y="131410"/>
                        <a:pt x="9262" y="131385"/>
                      </a:cubicBezTo>
                      <a:cubicBezTo>
                        <a:pt x="9907" y="130682"/>
                        <a:pt x="10643" y="130046"/>
                        <a:pt x="11422" y="129493"/>
                      </a:cubicBezTo>
                      <a:cubicBezTo>
                        <a:pt x="-4759" y="106972"/>
                        <a:pt x="5543" y="68522"/>
                        <a:pt x="35568" y="65775"/>
                      </a:cubicBezTo>
                      <a:cubicBezTo>
                        <a:pt x="36506" y="48279"/>
                        <a:pt x="40300" y="32986"/>
                        <a:pt x="56514" y="26629"/>
                      </a:cubicBezTo>
                      <a:cubicBezTo>
                        <a:pt x="63725" y="23455"/>
                        <a:pt x="72904" y="23681"/>
                        <a:pt x="79478" y="28262"/>
                      </a:cubicBezTo>
                      <a:cubicBezTo>
                        <a:pt x="93457" y="181"/>
                        <a:pt x="134110" y="-8647"/>
                        <a:pt x="157166" y="13531"/>
                      </a:cubicBezTo>
                      <a:cubicBezTo>
                        <a:pt x="167426" y="-992"/>
                        <a:pt x="190659" y="-4476"/>
                        <a:pt x="202568" y="9930"/>
                      </a:cubicBezTo>
                      <a:cubicBezTo>
                        <a:pt x="204444" y="11344"/>
                        <a:pt x="206178" y="12936"/>
                        <a:pt x="207769" y="14662"/>
                      </a:cubicBezTo>
                      <a:cubicBezTo>
                        <a:pt x="233606" y="-10632"/>
                        <a:pt x="268045" y="8631"/>
                        <a:pt x="277969" y="38798"/>
                      </a:cubicBezTo>
                      <a:cubicBezTo>
                        <a:pt x="328136" y="31855"/>
                        <a:pt x="382005" y="44669"/>
                        <a:pt x="416486" y="83455"/>
                      </a:cubicBezTo>
                      <a:cubicBezTo>
                        <a:pt x="424450" y="87826"/>
                        <a:pt x="431745" y="93346"/>
                        <a:pt x="438119" y="99820"/>
                      </a:cubicBezTo>
                      <a:cubicBezTo>
                        <a:pt x="456268" y="89250"/>
                        <a:pt x="476242" y="82684"/>
                        <a:pt x="497188" y="80498"/>
                      </a:cubicBezTo>
                      <a:lnTo>
                        <a:pt x="502314" y="80021"/>
                      </a:lnTo>
                      <a:cubicBezTo>
                        <a:pt x="504634" y="80071"/>
                        <a:pt x="508202" y="80004"/>
                        <a:pt x="510011" y="80867"/>
                      </a:cubicBezTo>
                      <a:cubicBezTo>
                        <a:pt x="511845" y="81746"/>
                        <a:pt x="512532" y="84418"/>
                        <a:pt x="513143" y="86026"/>
                      </a:cubicBezTo>
                      <a:cubicBezTo>
                        <a:pt x="518001" y="98915"/>
                        <a:pt x="515999" y="113999"/>
                        <a:pt x="514081" y="127181"/>
                      </a:cubicBezTo>
                      <a:cubicBezTo>
                        <a:pt x="510974" y="137458"/>
                        <a:pt x="507942" y="147642"/>
                        <a:pt x="503520" y="157416"/>
                      </a:cubicBezTo>
                      <a:cubicBezTo>
                        <a:pt x="506033" y="160045"/>
                        <a:pt x="508026" y="163119"/>
                        <a:pt x="510496" y="165774"/>
                      </a:cubicBezTo>
                      <a:cubicBezTo>
                        <a:pt x="510915" y="165003"/>
                        <a:pt x="512012" y="165179"/>
                        <a:pt x="512373" y="165916"/>
                      </a:cubicBezTo>
                      <a:cubicBezTo>
                        <a:pt x="522372" y="175891"/>
                        <a:pt x="525597" y="190790"/>
                        <a:pt x="527825" y="204283"/>
                      </a:cubicBezTo>
                      <a:cubicBezTo>
                        <a:pt x="530287" y="215321"/>
                        <a:pt x="535052" y="225714"/>
                        <a:pt x="534416" y="235748"/>
                      </a:cubicBezTo>
                      <a:cubicBezTo>
                        <a:pt x="543319" y="243411"/>
                        <a:pt x="549692" y="253110"/>
                        <a:pt x="554139" y="263922"/>
                      </a:cubicBezTo>
                      <a:cubicBezTo>
                        <a:pt x="560304" y="275856"/>
                        <a:pt x="563000" y="291049"/>
                        <a:pt x="557766" y="303763"/>
                      </a:cubicBezTo>
                      <a:cubicBezTo>
                        <a:pt x="555672" y="313344"/>
                        <a:pt x="545990" y="325236"/>
                        <a:pt x="535186" y="321501"/>
                      </a:cubicBezTo>
                      <a:cubicBezTo>
                        <a:pt x="536669" y="322707"/>
                        <a:pt x="534089" y="323218"/>
                        <a:pt x="533193" y="323386"/>
                      </a:cubicBezTo>
                      <a:cubicBezTo>
                        <a:pt x="533327" y="323528"/>
                        <a:pt x="533386" y="323721"/>
                        <a:pt x="533369" y="323913"/>
                      </a:cubicBezTo>
                      <a:cubicBezTo>
                        <a:pt x="532640" y="324960"/>
                        <a:pt x="530949" y="325194"/>
                        <a:pt x="529743" y="325052"/>
                      </a:cubicBezTo>
                      <a:cubicBezTo>
                        <a:pt x="534759" y="352439"/>
                        <a:pt x="535421" y="378335"/>
                        <a:pt x="539089" y="405537"/>
                      </a:cubicBezTo>
                      <a:cubicBezTo>
                        <a:pt x="541761" y="440671"/>
                        <a:pt x="554215" y="476148"/>
                        <a:pt x="557716" y="511483"/>
                      </a:cubicBezTo>
                      <a:cubicBezTo>
                        <a:pt x="569516" y="607344"/>
                        <a:pt x="482482" y="720492"/>
                        <a:pt x="382985" y="722201"/>
                      </a:cubicBezTo>
                      <a:close/>
                      <a:moveTo>
                        <a:pt x="162309" y="342255"/>
                      </a:moveTo>
                      <a:cubicBezTo>
                        <a:pt x="167903" y="347380"/>
                        <a:pt x="160960" y="357581"/>
                        <a:pt x="160759" y="358125"/>
                      </a:cubicBezTo>
                      <a:cubicBezTo>
                        <a:pt x="152242" y="367171"/>
                        <a:pt x="144612" y="377137"/>
                        <a:pt x="138641" y="388050"/>
                      </a:cubicBezTo>
                      <a:cubicBezTo>
                        <a:pt x="124579" y="411651"/>
                        <a:pt x="117954" y="440855"/>
                        <a:pt x="118146" y="467848"/>
                      </a:cubicBezTo>
                      <a:cubicBezTo>
                        <a:pt x="121497" y="469464"/>
                        <a:pt x="124905" y="470897"/>
                        <a:pt x="128532" y="471793"/>
                      </a:cubicBezTo>
                      <a:cubicBezTo>
                        <a:pt x="134562" y="469264"/>
                        <a:pt x="141044" y="468309"/>
                        <a:pt x="147568" y="469038"/>
                      </a:cubicBezTo>
                      <a:cubicBezTo>
                        <a:pt x="147518" y="468526"/>
                        <a:pt x="147493" y="468041"/>
                        <a:pt x="147459" y="467538"/>
                      </a:cubicBezTo>
                      <a:cubicBezTo>
                        <a:pt x="141681" y="424079"/>
                        <a:pt x="172418" y="384164"/>
                        <a:pt x="194226" y="350270"/>
                      </a:cubicBezTo>
                      <a:cubicBezTo>
                        <a:pt x="219946" y="311970"/>
                        <a:pt x="248003" y="269416"/>
                        <a:pt x="288999" y="249265"/>
                      </a:cubicBezTo>
                      <a:cubicBezTo>
                        <a:pt x="289602" y="248939"/>
                        <a:pt x="294879" y="246435"/>
                        <a:pt x="295356" y="246050"/>
                      </a:cubicBezTo>
                      <a:cubicBezTo>
                        <a:pt x="288413" y="245698"/>
                        <a:pt x="281294" y="245170"/>
                        <a:pt x="274201" y="244483"/>
                      </a:cubicBezTo>
                      <a:cubicBezTo>
                        <a:pt x="251763" y="246159"/>
                        <a:pt x="229787" y="251762"/>
                        <a:pt x="207802" y="246493"/>
                      </a:cubicBezTo>
                      <a:cubicBezTo>
                        <a:pt x="161781" y="278160"/>
                        <a:pt x="115190" y="321007"/>
                        <a:pt x="96463" y="373712"/>
                      </a:cubicBezTo>
                      <a:cubicBezTo>
                        <a:pt x="89487" y="393711"/>
                        <a:pt x="76397" y="420445"/>
                        <a:pt x="92921" y="439540"/>
                      </a:cubicBezTo>
                      <a:cubicBezTo>
                        <a:pt x="94487" y="441450"/>
                        <a:pt x="97452" y="441341"/>
                        <a:pt x="99386" y="440059"/>
                      </a:cubicBezTo>
                      <a:cubicBezTo>
                        <a:pt x="100634" y="441307"/>
                        <a:pt x="101824" y="439909"/>
                        <a:pt x="102393" y="437078"/>
                      </a:cubicBezTo>
                      <a:cubicBezTo>
                        <a:pt x="105877" y="433066"/>
                        <a:pt x="115685" y="422371"/>
                        <a:pt x="106380" y="419834"/>
                      </a:cubicBezTo>
                      <a:cubicBezTo>
                        <a:pt x="113792" y="393008"/>
                        <a:pt x="127728" y="367740"/>
                        <a:pt x="147401" y="348092"/>
                      </a:cubicBezTo>
                      <a:cubicBezTo>
                        <a:pt x="148004" y="347573"/>
                        <a:pt x="158272" y="338561"/>
                        <a:pt x="162309" y="342255"/>
                      </a:cubicBezTo>
                      <a:close/>
                      <a:moveTo>
                        <a:pt x="323832" y="166729"/>
                      </a:moveTo>
                      <a:lnTo>
                        <a:pt x="323832" y="166729"/>
                      </a:lnTo>
                      <a:cubicBezTo>
                        <a:pt x="299602" y="179995"/>
                        <a:pt x="300180" y="212918"/>
                        <a:pt x="313313" y="234048"/>
                      </a:cubicBezTo>
                      <a:lnTo>
                        <a:pt x="313564" y="234048"/>
                      </a:lnTo>
                      <a:cubicBezTo>
                        <a:pt x="319284" y="230958"/>
                        <a:pt x="325255" y="228336"/>
                        <a:pt x="331403" y="226217"/>
                      </a:cubicBezTo>
                      <a:cubicBezTo>
                        <a:pt x="350138" y="213529"/>
                        <a:pt x="371453" y="204936"/>
                        <a:pt x="393714" y="200866"/>
                      </a:cubicBezTo>
                      <a:lnTo>
                        <a:pt x="393739" y="200866"/>
                      </a:lnTo>
                      <a:cubicBezTo>
                        <a:pt x="392215" y="186887"/>
                        <a:pt x="385004" y="174023"/>
                        <a:pt x="374292" y="164995"/>
                      </a:cubicBezTo>
                      <a:cubicBezTo>
                        <a:pt x="363538" y="158747"/>
                        <a:pt x="350163" y="158831"/>
                        <a:pt x="338388" y="161586"/>
                      </a:cubicBezTo>
                      <a:cubicBezTo>
                        <a:pt x="343806" y="167315"/>
                        <a:pt x="352994" y="175715"/>
                        <a:pt x="350657" y="184165"/>
                      </a:cubicBezTo>
                      <a:cubicBezTo>
                        <a:pt x="348254" y="187172"/>
                        <a:pt x="343882" y="187658"/>
                        <a:pt x="340875" y="185263"/>
                      </a:cubicBezTo>
                      <a:cubicBezTo>
                        <a:pt x="336168" y="178236"/>
                        <a:pt x="332332" y="170162"/>
                        <a:pt x="323832" y="166729"/>
                      </a:cubicBezTo>
                      <a:close/>
                      <a:moveTo>
                        <a:pt x="207794" y="229810"/>
                      </a:moveTo>
                      <a:cubicBezTo>
                        <a:pt x="214394" y="233160"/>
                        <a:pt x="219184" y="232708"/>
                        <a:pt x="219251" y="232767"/>
                      </a:cubicBezTo>
                      <a:cubicBezTo>
                        <a:pt x="242501" y="233989"/>
                        <a:pt x="266144" y="227440"/>
                        <a:pt x="289024" y="226879"/>
                      </a:cubicBezTo>
                      <a:cubicBezTo>
                        <a:pt x="290390" y="226385"/>
                        <a:pt x="291755" y="226694"/>
                        <a:pt x="290984" y="224500"/>
                      </a:cubicBezTo>
                      <a:cubicBezTo>
                        <a:pt x="288212" y="216586"/>
                        <a:pt x="287291" y="207825"/>
                        <a:pt x="287525" y="199685"/>
                      </a:cubicBezTo>
                      <a:cubicBezTo>
                        <a:pt x="285030" y="198655"/>
                        <a:pt x="282484" y="197750"/>
                        <a:pt x="279904" y="196980"/>
                      </a:cubicBezTo>
                      <a:cubicBezTo>
                        <a:pt x="272668" y="196092"/>
                        <a:pt x="265147" y="195162"/>
                        <a:pt x="257861" y="194283"/>
                      </a:cubicBezTo>
                      <a:cubicBezTo>
                        <a:pt x="248196" y="194685"/>
                        <a:pt x="239251" y="195715"/>
                        <a:pt x="229670" y="196938"/>
                      </a:cubicBezTo>
                      <a:cubicBezTo>
                        <a:pt x="228941" y="196745"/>
                        <a:pt x="228313" y="196276"/>
                        <a:pt x="227928" y="195631"/>
                      </a:cubicBezTo>
                      <a:cubicBezTo>
                        <a:pt x="226672" y="195841"/>
                        <a:pt x="224544" y="196368"/>
                        <a:pt x="224335" y="194484"/>
                      </a:cubicBezTo>
                      <a:cubicBezTo>
                        <a:pt x="224201" y="193027"/>
                        <a:pt x="226395" y="193069"/>
                        <a:pt x="227375" y="192507"/>
                      </a:cubicBezTo>
                      <a:cubicBezTo>
                        <a:pt x="227065" y="192549"/>
                        <a:pt x="226663" y="192591"/>
                        <a:pt x="226370" y="192457"/>
                      </a:cubicBezTo>
                      <a:cubicBezTo>
                        <a:pt x="225030" y="192315"/>
                        <a:pt x="222719" y="193671"/>
                        <a:pt x="221906" y="192323"/>
                      </a:cubicBezTo>
                      <a:cubicBezTo>
                        <a:pt x="221772" y="191444"/>
                        <a:pt x="222434" y="190698"/>
                        <a:pt x="223263" y="190506"/>
                      </a:cubicBezTo>
                      <a:cubicBezTo>
                        <a:pt x="221278" y="189031"/>
                        <a:pt x="222350" y="187784"/>
                        <a:pt x="224343" y="187390"/>
                      </a:cubicBezTo>
                      <a:cubicBezTo>
                        <a:pt x="224301" y="187239"/>
                        <a:pt x="224310" y="187088"/>
                        <a:pt x="224352" y="186938"/>
                      </a:cubicBezTo>
                      <a:cubicBezTo>
                        <a:pt x="224327" y="186921"/>
                        <a:pt x="222258" y="187231"/>
                        <a:pt x="222258" y="187189"/>
                      </a:cubicBezTo>
                      <a:cubicBezTo>
                        <a:pt x="222518" y="186586"/>
                        <a:pt x="222919" y="186058"/>
                        <a:pt x="223422" y="185640"/>
                      </a:cubicBezTo>
                      <a:lnTo>
                        <a:pt x="223497" y="185606"/>
                      </a:lnTo>
                      <a:lnTo>
                        <a:pt x="224486" y="185305"/>
                      </a:lnTo>
                      <a:cubicBezTo>
                        <a:pt x="224770" y="184727"/>
                        <a:pt x="225189" y="184224"/>
                        <a:pt x="225717" y="183848"/>
                      </a:cubicBezTo>
                      <a:cubicBezTo>
                        <a:pt x="229209" y="182750"/>
                        <a:pt x="232652" y="181695"/>
                        <a:pt x="236295" y="180883"/>
                      </a:cubicBezTo>
                      <a:cubicBezTo>
                        <a:pt x="238296" y="179668"/>
                        <a:pt x="240901" y="179785"/>
                        <a:pt x="243581" y="179166"/>
                      </a:cubicBezTo>
                      <a:cubicBezTo>
                        <a:pt x="258706" y="176050"/>
                        <a:pt x="275499" y="179584"/>
                        <a:pt x="289720" y="185397"/>
                      </a:cubicBezTo>
                      <a:cubicBezTo>
                        <a:pt x="290423" y="182809"/>
                        <a:pt x="291420" y="180380"/>
                        <a:pt x="292425" y="177884"/>
                      </a:cubicBezTo>
                      <a:lnTo>
                        <a:pt x="291202" y="177156"/>
                      </a:lnTo>
                      <a:cubicBezTo>
                        <a:pt x="291035" y="177541"/>
                        <a:pt x="290683" y="177817"/>
                        <a:pt x="290264" y="177893"/>
                      </a:cubicBezTo>
                      <a:cubicBezTo>
                        <a:pt x="245281" y="147977"/>
                        <a:pt x="187283" y="141670"/>
                        <a:pt x="135634" y="156452"/>
                      </a:cubicBezTo>
                      <a:cubicBezTo>
                        <a:pt x="150399" y="186921"/>
                        <a:pt x="168381" y="222482"/>
                        <a:pt x="204277" y="230698"/>
                      </a:cubicBezTo>
                      <a:cubicBezTo>
                        <a:pt x="204854" y="230430"/>
                        <a:pt x="207794" y="229810"/>
                        <a:pt x="207794" y="229810"/>
                      </a:cubicBezTo>
                      <a:close/>
                      <a:moveTo>
                        <a:pt x="490371" y="200631"/>
                      </a:moveTo>
                      <a:cubicBezTo>
                        <a:pt x="490589" y="200598"/>
                        <a:pt x="491301" y="201209"/>
                        <a:pt x="491485" y="201301"/>
                      </a:cubicBezTo>
                      <a:cubicBezTo>
                        <a:pt x="498436" y="203169"/>
                        <a:pt x="505036" y="206150"/>
                        <a:pt x="511032" y="210145"/>
                      </a:cubicBezTo>
                      <a:cubicBezTo>
                        <a:pt x="510991" y="209852"/>
                        <a:pt x="510915" y="209274"/>
                        <a:pt x="510865" y="208964"/>
                      </a:cubicBezTo>
                      <a:cubicBezTo>
                        <a:pt x="511652" y="198060"/>
                        <a:pt x="506569" y="188906"/>
                        <a:pt x="503194" y="177909"/>
                      </a:cubicBezTo>
                      <a:cubicBezTo>
                        <a:pt x="501418" y="174995"/>
                        <a:pt x="499458" y="172198"/>
                        <a:pt x="497339" y="169526"/>
                      </a:cubicBezTo>
                      <a:cubicBezTo>
                        <a:pt x="490957" y="180531"/>
                        <a:pt x="483101" y="190296"/>
                        <a:pt x="473805" y="198914"/>
                      </a:cubicBezTo>
                      <a:cubicBezTo>
                        <a:pt x="479374" y="198898"/>
                        <a:pt x="484517" y="199576"/>
                        <a:pt x="489852" y="200857"/>
                      </a:cubicBezTo>
                      <a:cubicBezTo>
                        <a:pt x="489986" y="200723"/>
                        <a:pt x="490170" y="200648"/>
                        <a:pt x="490371" y="200631"/>
                      </a:cubicBezTo>
                      <a:lnTo>
                        <a:pt x="490371" y="200631"/>
                      </a:lnTo>
                      <a:close/>
                      <a:moveTo>
                        <a:pt x="423806" y="198027"/>
                      </a:moveTo>
                      <a:cubicBezTo>
                        <a:pt x="430573" y="198027"/>
                        <a:pt x="437340" y="198428"/>
                        <a:pt x="444065" y="199224"/>
                      </a:cubicBezTo>
                      <a:cubicBezTo>
                        <a:pt x="478009" y="178764"/>
                        <a:pt x="502456" y="138488"/>
                        <a:pt x="498947" y="98320"/>
                      </a:cubicBezTo>
                      <a:cubicBezTo>
                        <a:pt x="461376" y="105213"/>
                        <a:pt x="425095" y="126260"/>
                        <a:pt x="401419" y="156762"/>
                      </a:cubicBezTo>
                      <a:cubicBezTo>
                        <a:pt x="404409" y="157122"/>
                        <a:pt x="404199" y="162641"/>
                        <a:pt x="402281" y="164325"/>
                      </a:cubicBezTo>
                      <a:cubicBezTo>
                        <a:pt x="400288" y="166125"/>
                        <a:pt x="395439" y="165983"/>
                        <a:pt x="395146" y="166033"/>
                      </a:cubicBezTo>
                      <a:cubicBezTo>
                        <a:pt x="395062" y="166042"/>
                        <a:pt x="394635" y="165883"/>
                        <a:pt x="394560" y="165866"/>
                      </a:cubicBezTo>
                      <a:cubicBezTo>
                        <a:pt x="398278" y="169727"/>
                        <a:pt x="401452" y="174090"/>
                        <a:pt x="404032" y="178797"/>
                      </a:cubicBezTo>
                      <a:cubicBezTo>
                        <a:pt x="405364" y="177574"/>
                        <a:pt x="406017" y="175883"/>
                        <a:pt x="406017" y="175883"/>
                      </a:cubicBezTo>
                      <a:cubicBezTo>
                        <a:pt x="418018" y="163730"/>
                        <a:pt x="435229" y="158270"/>
                        <a:pt x="451108" y="153018"/>
                      </a:cubicBezTo>
                      <a:lnTo>
                        <a:pt x="451117" y="153018"/>
                      </a:lnTo>
                      <a:cubicBezTo>
                        <a:pt x="451846" y="152859"/>
                        <a:pt x="452725" y="152315"/>
                        <a:pt x="453487" y="152365"/>
                      </a:cubicBezTo>
                      <a:cubicBezTo>
                        <a:pt x="453529" y="152441"/>
                        <a:pt x="453537" y="152525"/>
                        <a:pt x="453504" y="152608"/>
                      </a:cubicBezTo>
                      <a:cubicBezTo>
                        <a:pt x="454760" y="151888"/>
                        <a:pt x="456913" y="153429"/>
                        <a:pt x="456226" y="154819"/>
                      </a:cubicBezTo>
                      <a:cubicBezTo>
                        <a:pt x="456711" y="155213"/>
                        <a:pt x="457247" y="155715"/>
                        <a:pt x="457716" y="156201"/>
                      </a:cubicBezTo>
                      <a:cubicBezTo>
                        <a:pt x="458956" y="155581"/>
                        <a:pt x="460723" y="157533"/>
                        <a:pt x="462105" y="158982"/>
                      </a:cubicBezTo>
                      <a:cubicBezTo>
                        <a:pt x="463939" y="160765"/>
                        <a:pt x="462675" y="161260"/>
                        <a:pt x="460782" y="161770"/>
                      </a:cubicBezTo>
                      <a:cubicBezTo>
                        <a:pt x="460865" y="162759"/>
                        <a:pt x="459123" y="162784"/>
                        <a:pt x="458520" y="163152"/>
                      </a:cubicBezTo>
                      <a:cubicBezTo>
                        <a:pt x="460288" y="164870"/>
                        <a:pt x="463127" y="166679"/>
                        <a:pt x="459023" y="167558"/>
                      </a:cubicBezTo>
                      <a:cubicBezTo>
                        <a:pt x="459132" y="167759"/>
                        <a:pt x="459157" y="168002"/>
                        <a:pt x="459082" y="168228"/>
                      </a:cubicBezTo>
                      <a:cubicBezTo>
                        <a:pt x="442909" y="173596"/>
                        <a:pt x="427901" y="182650"/>
                        <a:pt x="411461" y="187440"/>
                      </a:cubicBezTo>
                      <a:cubicBezTo>
                        <a:pt x="410338" y="187767"/>
                        <a:pt x="408412" y="188093"/>
                        <a:pt x="407968" y="188186"/>
                      </a:cubicBezTo>
                      <a:cubicBezTo>
                        <a:pt x="409442" y="192139"/>
                        <a:pt x="409945" y="194383"/>
                        <a:pt x="410497" y="198571"/>
                      </a:cubicBezTo>
                      <a:cubicBezTo>
                        <a:pt x="415112" y="198186"/>
                        <a:pt x="419258" y="198027"/>
                        <a:pt x="423806" y="198027"/>
                      </a:cubicBezTo>
                      <a:close/>
                      <a:moveTo>
                        <a:pt x="185164" y="548157"/>
                      </a:moveTo>
                      <a:cubicBezTo>
                        <a:pt x="182970" y="547973"/>
                        <a:pt x="181990" y="546566"/>
                        <a:pt x="180048" y="545595"/>
                      </a:cubicBezTo>
                      <a:cubicBezTo>
                        <a:pt x="180048" y="545595"/>
                        <a:pt x="179386" y="545201"/>
                        <a:pt x="179394" y="545201"/>
                      </a:cubicBezTo>
                      <a:cubicBezTo>
                        <a:pt x="168238" y="538065"/>
                        <a:pt x="155391" y="533132"/>
                        <a:pt x="143314" y="528685"/>
                      </a:cubicBezTo>
                      <a:cubicBezTo>
                        <a:pt x="144386" y="525880"/>
                        <a:pt x="147627" y="521265"/>
                        <a:pt x="150709" y="519497"/>
                      </a:cubicBezTo>
                      <a:cubicBezTo>
                        <a:pt x="152753" y="518325"/>
                        <a:pt x="154855" y="518543"/>
                        <a:pt x="154897" y="518476"/>
                      </a:cubicBezTo>
                      <a:cubicBezTo>
                        <a:pt x="160709" y="520134"/>
                        <a:pt x="180667" y="528702"/>
                        <a:pt x="187585" y="534933"/>
                      </a:cubicBezTo>
                      <a:cubicBezTo>
                        <a:pt x="188213" y="535494"/>
                        <a:pt x="189402" y="535871"/>
                        <a:pt x="189562" y="536910"/>
                      </a:cubicBezTo>
                      <a:cubicBezTo>
                        <a:pt x="189494" y="540351"/>
                        <a:pt x="189226" y="547772"/>
                        <a:pt x="185164" y="54815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3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pic>
          <p:nvPicPr>
            <p:cNvPr id="177" name="Graphic 176" descr="A tired face">
              <a:extLst>
                <a:ext uri="{FF2B5EF4-FFF2-40B4-BE49-F238E27FC236}">
                  <a16:creationId xmlns:a16="http://schemas.microsoft.com/office/drawing/2014/main" id="{30397226-E635-4A0B-A6DA-0A6633CE5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13215736" y="17353835"/>
              <a:ext cx="314325" cy="314325"/>
            </a:xfrm>
            <a:prstGeom prst="rect">
              <a:avLst/>
            </a:prstGeom>
          </p:spPr>
        </p:pic>
        <p:pic>
          <p:nvPicPr>
            <p:cNvPr id="179" name="Graphic 178" descr="Thick eyeglasses">
              <a:extLst>
                <a:ext uri="{FF2B5EF4-FFF2-40B4-BE49-F238E27FC236}">
                  <a16:creationId xmlns:a16="http://schemas.microsoft.com/office/drawing/2014/main" id="{71453764-E3DA-4830-B650-0569DBD80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13119049" y="17368509"/>
              <a:ext cx="638175" cy="219075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18AEA83-CCA6-929C-2089-173C28A44B8D}"/>
              </a:ext>
            </a:extLst>
          </p:cNvPr>
          <p:cNvGrpSpPr/>
          <p:nvPr/>
        </p:nvGrpSpPr>
        <p:grpSpPr>
          <a:xfrm>
            <a:off x="16226300" y="17240951"/>
            <a:ext cx="7668762" cy="6371130"/>
            <a:chOff x="19293841" y="20343739"/>
            <a:chExt cx="7668762" cy="6371130"/>
          </a:xfrm>
        </p:grpSpPr>
        <p:pic>
          <p:nvPicPr>
            <p:cNvPr id="9" name="Picture 8" descr="Treemap chart&#10;&#10;Description automatically generated with low confidence">
              <a:extLst>
                <a:ext uri="{FF2B5EF4-FFF2-40B4-BE49-F238E27FC236}">
                  <a16:creationId xmlns:a16="http://schemas.microsoft.com/office/drawing/2014/main" id="{3FF1CF06-2EA2-4881-DF1C-DA5CD01018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427406" y="20343739"/>
              <a:ext cx="7535197" cy="6371130"/>
            </a:xfrm>
            <a:prstGeom prst="rect">
              <a:avLst/>
            </a:prstGeom>
          </p:spPr>
        </p:pic>
        <p:pic>
          <p:nvPicPr>
            <p:cNvPr id="84" name="Picture 83" descr="Treemap chart&#10;&#10;Description automatically generated with low confidence">
              <a:extLst>
                <a:ext uri="{FF2B5EF4-FFF2-40B4-BE49-F238E27FC236}">
                  <a16:creationId xmlns:a16="http://schemas.microsoft.com/office/drawing/2014/main" id="{E1FE5B37-0014-12A6-CBA7-F20322ACE5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293841" y="25587961"/>
              <a:ext cx="2057400" cy="731519"/>
            </a:xfrm>
            <a:prstGeom prst="rect">
              <a:avLst/>
            </a:prstGeom>
          </p:spPr>
        </p:pic>
      </p:grpSp>
      <p:sp>
        <p:nvSpPr>
          <p:cNvPr id="190" name="TextBox 189">
            <a:extLst>
              <a:ext uri="{FF2B5EF4-FFF2-40B4-BE49-F238E27FC236}">
                <a16:creationId xmlns:a16="http://schemas.microsoft.com/office/drawing/2014/main" id="{E777F735-27CF-7E17-DE78-2B9BA778CD3F}"/>
              </a:ext>
            </a:extLst>
          </p:cNvPr>
          <p:cNvSpPr txBox="1"/>
          <p:nvPr/>
        </p:nvSpPr>
        <p:spPr>
          <a:xfrm>
            <a:off x="935553" y="31802925"/>
            <a:ext cx="131197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GB" sz="3000" dirty="0">
                <a:solidFill>
                  <a:srgbClr val="F8F0E9"/>
                </a:solidFill>
                <a:latin typeface="Avenir Next LT Pro Demi" panose="020B0704020202020204" pitchFamily="34" charset="0"/>
              </a:rPr>
              <a:t>Racial discrimination is statistically significant even when accounting for same race interactions between host and guest. 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55C7615-3BA7-E2CF-4EBB-2EDFC6942C37}"/>
              </a:ext>
            </a:extLst>
          </p:cNvPr>
          <p:cNvSpPr txBox="1"/>
          <p:nvPr/>
        </p:nvSpPr>
        <p:spPr>
          <a:xfrm>
            <a:off x="910586" y="32942938"/>
            <a:ext cx="13125874" cy="1094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buClr>
                <a:srgbClr val="72DBDE"/>
              </a:buClr>
              <a:buSzPct val="200000"/>
            </a:pPr>
            <a:r>
              <a:rPr lang="en-GB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Black guests reported rejection rates of </a:t>
            </a:r>
            <a:r>
              <a:rPr lang="en-GB" sz="2300" dirty="0">
                <a:solidFill>
                  <a:srgbClr val="72DBDE"/>
                </a:solidFill>
                <a:latin typeface="Avenir Next LT Pro Demi" panose="020B0704020202020204" pitchFamily="34" charset="0"/>
                <a:cs typeface="Arial" panose="020B0604020202020204" pitchFamily="34" charset="0"/>
              </a:rPr>
              <a:t>52.89% </a:t>
            </a:r>
            <a:r>
              <a:rPr lang="en-GB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and </a:t>
            </a:r>
            <a:r>
              <a:rPr lang="en-GB" sz="2300" dirty="0">
                <a:solidFill>
                  <a:srgbClr val="72DBDE"/>
                </a:solidFill>
                <a:latin typeface="Avenir Next LT Pro Demi" panose="020B0704020202020204" pitchFamily="34" charset="0"/>
                <a:cs typeface="Arial" panose="020B0604020202020204" pitchFamily="34" charset="0"/>
              </a:rPr>
              <a:t>59.72%</a:t>
            </a:r>
            <a:r>
              <a:rPr lang="en-GB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 from black and white guest respectively, while rejection for white individuals was </a:t>
            </a:r>
            <a:r>
              <a:rPr lang="en-GB" sz="2300" dirty="0">
                <a:solidFill>
                  <a:srgbClr val="72DBDE"/>
                </a:solidFill>
                <a:latin typeface="Avenir Next LT Pro Demi" panose="020B0704020202020204" pitchFamily="34" charset="0"/>
                <a:cs typeface="Arial" panose="020B0604020202020204" pitchFamily="34" charset="0"/>
              </a:rPr>
              <a:t>45.53% </a:t>
            </a:r>
            <a:r>
              <a:rPr lang="en-GB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and </a:t>
            </a:r>
            <a:r>
              <a:rPr lang="en-GB" sz="2300" dirty="0">
                <a:solidFill>
                  <a:srgbClr val="72DBDE"/>
                </a:solidFill>
                <a:latin typeface="Avenir Next LT Pro Demi" panose="020B0704020202020204" pitchFamily="34" charset="0"/>
                <a:cs typeface="Arial" panose="020B0604020202020204" pitchFamily="34" charset="0"/>
              </a:rPr>
              <a:t>51.70%. 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FE4F473-AC7F-4CA6-9B0B-D4191C91B016}"/>
              </a:ext>
            </a:extLst>
          </p:cNvPr>
          <p:cNvSpPr txBox="1"/>
          <p:nvPr/>
        </p:nvSpPr>
        <p:spPr>
          <a:xfrm>
            <a:off x="8489671" y="36794715"/>
            <a:ext cx="557182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800"/>
              </a:spcAft>
              <a:buClr>
                <a:srgbClr val="72DBDE"/>
              </a:buClr>
              <a:buSzPct val="200000"/>
              <a:buFont typeface="Arial" panose="020B0604020202020204" pitchFamily="34" charset="0"/>
              <a:buChar char="•"/>
            </a:pPr>
            <a:r>
              <a:rPr lang="en-GB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The female subsample reports a positive effect of race interactions as female black host tend to accept black guest request </a:t>
            </a:r>
            <a:r>
              <a:rPr lang="en-GB" sz="2300" dirty="0">
                <a:solidFill>
                  <a:srgbClr val="72DBDE"/>
                </a:solidFill>
                <a:latin typeface="Avenir Next LT Pro Demi" panose="020B0704020202020204" pitchFamily="34" charset="0"/>
                <a:cs typeface="Arial" panose="020B0604020202020204" pitchFamily="34" charset="0"/>
              </a:rPr>
              <a:t>2pp</a:t>
            </a:r>
            <a:r>
              <a:rPr lang="en-GB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 relative to white guest.</a:t>
            </a:r>
          </a:p>
        </p:txBody>
      </p:sp>
      <p:grpSp>
        <p:nvGrpSpPr>
          <p:cNvPr id="221" name="Graphic 214" descr="Woman with thumbs up">
            <a:extLst>
              <a:ext uri="{FF2B5EF4-FFF2-40B4-BE49-F238E27FC236}">
                <a16:creationId xmlns:a16="http://schemas.microsoft.com/office/drawing/2014/main" id="{90DC0277-5000-62A0-796F-0B882EDF955E}"/>
              </a:ext>
            </a:extLst>
          </p:cNvPr>
          <p:cNvGrpSpPr/>
          <p:nvPr/>
        </p:nvGrpSpPr>
        <p:grpSpPr>
          <a:xfrm>
            <a:off x="4161684" y="11357014"/>
            <a:ext cx="1020109" cy="965123"/>
            <a:chOff x="18589589" y="9750097"/>
            <a:chExt cx="1020109" cy="965123"/>
          </a:xfrm>
        </p:grpSpPr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AE17B464-7063-C092-A4E1-C9EBFD3373E8}"/>
                </a:ext>
              </a:extLst>
            </p:cNvPr>
            <p:cNvSpPr/>
            <p:nvPr/>
          </p:nvSpPr>
          <p:spPr>
            <a:xfrm>
              <a:off x="18595113" y="9750097"/>
              <a:ext cx="1004072" cy="956161"/>
            </a:xfrm>
            <a:custGeom>
              <a:avLst/>
              <a:gdLst>
                <a:gd name="connsiteX0" fmla="*/ 406561 w 1004072"/>
                <a:gd name="connsiteY0" fmla="*/ 11 h 956161"/>
                <a:gd name="connsiteX1" fmla="*/ 400048 w 1004072"/>
                <a:gd name="connsiteY1" fmla="*/ 8460 h 956161"/>
                <a:gd name="connsiteX2" fmla="*/ 407729 w 1004072"/>
                <a:gd name="connsiteY2" fmla="*/ 79139 h 956161"/>
                <a:gd name="connsiteX3" fmla="*/ 367345 w 1004072"/>
                <a:gd name="connsiteY3" fmla="*/ 151622 h 956161"/>
                <a:gd name="connsiteX4" fmla="*/ 258575 w 1004072"/>
                <a:gd name="connsiteY4" fmla="*/ 189668 h 956161"/>
                <a:gd name="connsiteX5" fmla="*/ 239500 w 1004072"/>
                <a:gd name="connsiteY5" fmla="*/ 146224 h 956161"/>
                <a:gd name="connsiteX6" fmla="*/ 215493 w 1004072"/>
                <a:gd name="connsiteY6" fmla="*/ 83249 h 956161"/>
                <a:gd name="connsiteX7" fmla="*/ 174928 w 1004072"/>
                <a:gd name="connsiteY7" fmla="*/ 71805 h 956161"/>
                <a:gd name="connsiteX8" fmla="*/ 190180 w 1004072"/>
                <a:gd name="connsiteY8" fmla="*/ 126430 h 956161"/>
                <a:gd name="connsiteX9" fmla="*/ 194484 w 1004072"/>
                <a:gd name="connsiteY9" fmla="*/ 197371 h 956161"/>
                <a:gd name="connsiteX10" fmla="*/ 122867 w 1004072"/>
                <a:gd name="connsiteY10" fmla="*/ 226156 h 956161"/>
                <a:gd name="connsiteX11" fmla="*/ 340 w 1004072"/>
                <a:gd name="connsiteY11" fmla="*/ 444590 h 956161"/>
                <a:gd name="connsiteX12" fmla="*/ 4722 w 1004072"/>
                <a:gd name="connsiteY12" fmla="*/ 456436 h 956161"/>
                <a:gd name="connsiteX13" fmla="*/ 25413 w 1004072"/>
                <a:gd name="connsiteY13" fmla="*/ 481144 h 956161"/>
                <a:gd name="connsiteX14" fmla="*/ 41068 w 1004072"/>
                <a:gd name="connsiteY14" fmla="*/ 810747 h 956161"/>
                <a:gd name="connsiteX15" fmla="*/ 127498 w 1004072"/>
                <a:gd name="connsiteY15" fmla="*/ 862977 h 956161"/>
                <a:gd name="connsiteX16" fmla="*/ 135343 w 1004072"/>
                <a:gd name="connsiteY16" fmla="*/ 869982 h 956161"/>
                <a:gd name="connsiteX17" fmla="*/ 135799 w 1004072"/>
                <a:gd name="connsiteY17" fmla="*/ 916059 h 956161"/>
                <a:gd name="connsiteX18" fmla="*/ 461577 w 1004072"/>
                <a:gd name="connsiteY18" fmla="*/ 949479 h 956161"/>
                <a:gd name="connsiteX19" fmla="*/ 839013 w 1004072"/>
                <a:gd name="connsiteY19" fmla="*/ 908586 h 956161"/>
                <a:gd name="connsiteX20" fmla="*/ 1004072 w 1004072"/>
                <a:gd name="connsiteY20" fmla="*/ 897151 h 956161"/>
                <a:gd name="connsiteX21" fmla="*/ 993598 w 1004072"/>
                <a:gd name="connsiteY21" fmla="*/ 687297 h 956161"/>
                <a:gd name="connsiteX22" fmla="*/ 959590 w 1004072"/>
                <a:gd name="connsiteY22" fmla="*/ 461103 h 956161"/>
                <a:gd name="connsiteX23" fmla="*/ 981913 w 1004072"/>
                <a:gd name="connsiteY23" fmla="*/ 419972 h 956161"/>
                <a:gd name="connsiteX24" fmla="*/ 877825 w 1004072"/>
                <a:gd name="connsiteY24" fmla="*/ 264211 h 956161"/>
                <a:gd name="connsiteX25" fmla="*/ 758795 w 1004072"/>
                <a:gd name="connsiteY25" fmla="*/ 184763 h 956161"/>
                <a:gd name="connsiteX26" fmla="*/ 648031 w 1004072"/>
                <a:gd name="connsiteY26" fmla="*/ 175789 h 956161"/>
                <a:gd name="connsiteX27" fmla="*/ 621782 w 1004072"/>
                <a:gd name="connsiteY27" fmla="*/ 106390 h 956161"/>
                <a:gd name="connsiteX28" fmla="*/ 406561 w 1004072"/>
                <a:gd name="connsiteY28" fmla="*/ 11 h 956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04072" h="956161">
                  <a:moveTo>
                    <a:pt x="406561" y="11"/>
                  </a:moveTo>
                  <a:cubicBezTo>
                    <a:pt x="401852" y="-251"/>
                    <a:pt x="398441" y="4227"/>
                    <a:pt x="400048" y="8460"/>
                  </a:cubicBezTo>
                  <a:cubicBezTo>
                    <a:pt x="405186" y="21938"/>
                    <a:pt x="413366" y="49722"/>
                    <a:pt x="407729" y="79139"/>
                  </a:cubicBezTo>
                  <a:cubicBezTo>
                    <a:pt x="402978" y="103945"/>
                    <a:pt x="384255" y="128875"/>
                    <a:pt x="367345" y="151622"/>
                  </a:cubicBezTo>
                  <a:cubicBezTo>
                    <a:pt x="367345" y="151622"/>
                    <a:pt x="305961" y="147512"/>
                    <a:pt x="258575" y="189668"/>
                  </a:cubicBezTo>
                  <a:cubicBezTo>
                    <a:pt x="258575" y="189668"/>
                    <a:pt x="254923" y="196157"/>
                    <a:pt x="239500" y="146224"/>
                  </a:cubicBezTo>
                  <a:cubicBezTo>
                    <a:pt x="232377" y="123157"/>
                    <a:pt x="228519" y="96513"/>
                    <a:pt x="215493" y="83249"/>
                  </a:cubicBezTo>
                  <a:cubicBezTo>
                    <a:pt x="200336" y="67810"/>
                    <a:pt x="176286" y="67859"/>
                    <a:pt x="174928" y="71805"/>
                  </a:cubicBezTo>
                  <a:cubicBezTo>
                    <a:pt x="172411" y="79139"/>
                    <a:pt x="185334" y="103814"/>
                    <a:pt x="190180" y="126430"/>
                  </a:cubicBezTo>
                  <a:cubicBezTo>
                    <a:pt x="195026" y="149046"/>
                    <a:pt x="194484" y="197371"/>
                    <a:pt x="194484" y="197371"/>
                  </a:cubicBezTo>
                  <a:cubicBezTo>
                    <a:pt x="194484" y="197371"/>
                    <a:pt x="160794" y="195550"/>
                    <a:pt x="122867" y="226156"/>
                  </a:cubicBezTo>
                  <a:cubicBezTo>
                    <a:pt x="80043" y="260741"/>
                    <a:pt x="27604" y="337260"/>
                    <a:pt x="340" y="444590"/>
                  </a:cubicBezTo>
                  <a:cubicBezTo>
                    <a:pt x="-785" y="449020"/>
                    <a:pt x="933" y="453663"/>
                    <a:pt x="4722" y="456436"/>
                  </a:cubicBezTo>
                  <a:cubicBezTo>
                    <a:pt x="13143" y="462596"/>
                    <a:pt x="26925" y="473941"/>
                    <a:pt x="25413" y="481144"/>
                  </a:cubicBezTo>
                  <a:cubicBezTo>
                    <a:pt x="13031" y="540124"/>
                    <a:pt x="-10074" y="714220"/>
                    <a:pt x="41068" y="810747"/>
                  </a:cubicBezTo>
                  <a:cubicBezTo>
                    <a:pt x="57514" y="841788"/>
                    <a:pt x="91746" y="865224"/>
                    <a:pt x="127498" y="862977"/>
                  </a:cubicBezTo>
                  <a:cubicBezTo>
                    <a:pt x="131726" y="862714"/>
                    <a:pt x="135309" y="865930"/>
                    <a:pt x="135343" y="869982"/>
                  </a:cubicBezTo>
                  <a:lnTo>
                    <a:pt x="135799" y="916059"/>
                  </a:lnTo>
                  <a:cubicBezTo>
                    <a:pt x="135799" y="916059"/>
                    <a:pt x="292454" y="937601"/>
                    <a:pt x="461577" y="949479"/>
                  </a:cubicBezTo>
                  <a:cubicBezTo>
                    <a:pt x="608618" y="959807"/>
                    <a:pt x="764827" y="965615"/>
                    <a:pt x="839013" y="908586"/>
                  </a:cubicBezTo>
                  <a:cubicBezTo>
                    <a:pt x="839013" y="908586"/>
                    <a:pt x="969204" y="936067"/>
                    <a:pt x="1004072" y="897151"/>
                  </a:cubicBezTo>
                  <a:lnTo>
                    <a:pt x="993598" y="687297"/>
                  </a:lnTo>
                  <a:lnTo>
                    <a:pt x="959590" y="461103"/>
                  </a:lnTo>
                  <a:cubicBezTo>
                    <a:pt x="959590" y="461103"/>
                    <a:pt x="993426" y="440530"/>
                    <a:pt x="981913" y="419972"/>
                  </a:cubicBezTo>
                  <a:cubicBezTo>
                    <a:pt x="974815" y="407290"/>
                    <a:pt x="935050" y="327260"/>
                    <a:pt x="877825" y="264211"/>
                  </a:cubicBezTo>
                  <a:cubicBezTo>
                    <a:pt x="842253" y="225024"/>
                    <a:pt x="795845" y="194115"/>
                    <a:pt x="758795" y="184763"/>
                  </a:cubicBezTo>
                  <a:cubicBezTo>
                    <a:pt x="758795" y="184763"/>
                    <a:pt x="687745" y="160358"/>
                    <a:pt x="648031" y="175789"/>
                  </a:cubicBezTo>
                  <a:cubicBezTo>
                    <a:pt x="648031" y="175789"/>
                    <a:pt x="615045" y="161655"/>
                    <a:pt x="621782" y="106390"/>
                  </a:cubicBezTo>
                  <a:cubicBezTo>
                    <a:pt x="621782" y="106382"/>
                    <a:pt x="488368" y="4629"/>
                    <a:pt x="406561" y="11"/>
                  </a:cubicBezTo>
                  <a:close/>
                </a:path>
              </a:pathLst>
            </a:custGeom>
            <a:solidFill>
              <a:srgbClr val="FFFFFF"/>
            </a:solidFill>
            <a:ln w="85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23" name="Graphic 214" descr="Woman with thumbs up">
              <a:extLst>
                <a:ext uri="{FF2B5EF4-FFF2-40B4-BE49-F238E27FC236}">
                  <a16:creationId xmlns:a16="http://schemas.microsoft.com/office/drawing/2014/main" id="{088B63FE-09FE-20FB-AD8D-803B0DE4B678}"/>
                </a:ext>
              </a:extLst>
            </p:cNvPr>
            <p:cNvGrpSpPr/>
            <p:nvPr/>
          </p:nvGrpSpPr>
          <p:grpSpPr>
            <a:xfrm>
              <a:off x="18593091" y="9922665"/>
              <a:ext cx="982998" cy="792555"/>
              <a:chOff x="18593091" y="9922665"/>
              <a:chExt cx="982998" cy="792555"/>
            </a:xfrm>
            <a:solidFill>
              <a:srgbClr val="FFFFFF"/>
            </a:solidFill>
          </p:grpSpPr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797A7C41-43F9-0189-069A-C859F5C96631}"/>
                  </a:ext>
                </a:extLst>
              </p:cNvPr>
              <p:cNvSpPr/>
              <p:nvPr/>
            </p:nvSpPr>
            <p:spPr>
              <a:xfrm>
                <a:off x="18593091" y="9950454"/>
                <a:ext cx="205612" cy="309070"/>
              </a:xfrm>
              <a:custGeom>
                <a:avLst/>
                <a:gdLst>
                  <a:gd name="connsiteX0" fmla="*/ 146285 w 205612"/>
                  <a:gd name="connsiteY0" fmla="*/ 309071 h 309070"/>
                  <a:gd name="connsiteX1" fmla="*/ 200451 w 205612"/>
                  <a:gd name="connsiteY1" fmla="*/ 25799 h 309070"/>
                  <a:gd name="connsiteX2" fmla="*/ 190845 w 205612"/>
                  <a:gd name="connsiteY2" fmla="*/ 0 h 309070"/>
                  <a:gd name="connsiteX3" fmla="*/ 67562 w 205612"/>
                  <a:gd name="connsiteY3" fmla="*/ 99488 h 309070"/>
                  <a:gd name="connsiteX4" fmla="*/ 275 w 205612"/>
                  <a:gd name="connsiteY4" fmla="*/ 247572 h 309070"/>
                  <a:gd name="connsiteX5" fmla="*/ 29386 w 205612"/>
                  <a:gd name="connsiteY5" fmla="*/ 273600 h 309070"/>
                  <a:gd name="connsiteX6" fmla="*/ 146285 w 205612"/>
                  <a:gd name="connsiteY6" fmla="*/ 309071 h 309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5612" h="309070">
                    <a:moveTo>
                      <a:pt x="146285" y="309071"/>
                    </a:moveTo>
                    <a:cubicBezTo>
                      <a:pt x="193491" y="239393"/>
                      <a:pt x="216699" y="115008"/>
                      <a:pt x="200451" y="25799"/>
                    </a:cubicBezTo>
                    <a:cubicBezTo>
                      <a:pt x="197409" y="18662"/>
                      <a:pt x="201491" y="148"/>
                      <a:pt x="190845" y="0"/>
                    </a:cubicBezTo>
                    <a:cubicBezTo>
                      <a:pt x="138844" y="4487"/>
                      <a:pt x="95100" y="56577"/>
                      <a:pt x="67562" y="99488"/>
                    </a:cubicBezTo>
                    <a:cubicBezTo>
                      <a:pt x="33673" y="152300"/>
                      <a:pt x="10130" y="212265"/>
                      <a:pt x="275" y="247572"/>
                    </a:cubicBezTo>
                    <a:cubicBezTo>
                      <a:pt x="-3007" y="252600"/>
                      <a:pt x="24067" y="273248"/>
                      <a:pt x="29386" y="273600"/>
                    </a:cubicBezTo>
                    <a:cubicBezTo>
                      <a:pt x="62346" y="302656"/>
                      <a:pt x="115301" y="306454"/>
                      <a:pt x="146285" y="309071"/>
                    </a:cubicBezTo>
                    <a:close/>
                  </a:path>
                </a:pathLst>
              </a:custGeom>
              <a:solidFill>
                <a:srgbClr val="72DBDE"/>
              </a:solidFill>
              <a:ln w="85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3D7B4773-FD4A-DE10-D04A-92BC91A2332A}"/>
                  </a:ext>
                </a:extLst>
              </p:cNvPr>
              <p:cNvSpPr/>
              <p:nvPr/>
            </p:nvSpPr>
            <p:spPr>
              <a:xfrm>
                <a:off x="18732378" y="9922665"/>
                <a:ext cx="843711" cy="792555"/>
              </a:xfrm>
              <a:custGeom>
                <a:avLst/>
                <a:gdLst>
                  <a:gd name="connsiteX0" fmla="*/ 526783 w 843711"/>
                  <a:gd name="connsiteY0" fmla="*/ 128 h 792555"/>
                  <a:gd name="connsiteX1" fmla="*/ 512434 w 843711"/>
                  <a:gd name="connsiteY1" fmla="*/ 3360 h 792555"/>
                  <a:gd name="connsiteX2" fmla="*/ 529782 w 843711"/>
                  <a:gd name="connsiteY2" fmla="*/ 24984 h 792555"/>
                  <a:gd name="connsiteX3" fmla="*/ 547869 w 843711"/>
                  <a:gd name="connsiteY3" fmla="*/ 34073 h 792555"/>
                  <a:gd name="connsiteX4" fmla="*/ 548359 w 843711"/>
                  <a:gd name="connsiteY4" fmla="*/ 75351 h 792555"/>
                  <a:gd name="connsiteX5" fmla="*/ 422197 w 843711"/>
                  <a:gd name="connsiteY5" fmla="*/ 179220 h 792555"/>
                  <a:gd name="connsiteX6" fmla="*/ 306011 w 843711"/>
                  <a:gd name="connsiteY6" fmla="*/ 109542 h 792555"/>
                  <a:gd name="connsiteX7" fmla="*/ 296053 w 843711"/>
                  <a:gd name="connsiteY7" fmla="*/ 114431 h 792555"/>
                  <a:gd name="connsiteX8" fmla="*/ 211642 w 843711"/>
                  <a:gd name="connsiteY8" fmla="*/ 204420 h 792555"/>
                  <a:gd name="connsiteX9" fmla="*/ 174076 w 843711"/>
                  <a:gd name="connsiteY9" fmla="*/ 230449 h 792555"/>
                  <a:gd name="connsiteX10" fmla="*/ 167073 w 843711"/>
                  <a:gd name="connsiteY10" fmla="*/ 296763 h 792555"/>
                  <a:gd name="connsiteX11" fmla="*/ 4996 w 843711"/>
                  <a:gd name="connsiteY11" fmla="*/ 692099 h 792555"/>
                  <a:gd name="connsiteX12" fmla="*/ 554 w 843711"/>
                  <a:gd name="connsiteY12" fmla="*/ 734821 h 792555"/>
                  <a:gd name="connsiteX13" fmla="*/ 8158 w 843711"/>
                  <a:gd name="connsiteY13" fmla="*/ 749824 h 792555"/>
                  <a:gd name="connsiteX14" fmla="*/ 698080 w 843711"/>
                  <a:gd name="connsiteY14" fmla="*/ 747610 h 792555"/>
                  <a:gd name="connsiteX15" fmla="*/ 680741 w 843711"/>
                  <a:gd name="connsiteY15" fmla="*/ 317853 h 792555"/>
                  <a:gd name="connsiteX16" fmla="*/ 686206 w 843711"/>
                  <a:gd name="connsiteY16" fmla="*/ 314211 h 792555"/>
                  <a:gd name="connsiteX17" fmla="*/ 843712 w 843711"/>
                  <a:gd name="connsiteY17" fmla="*/ 259406 h 792555"/>
                  <a:gd name="connsiteX18" fmla="*/ 526783 w 843711"/>
                  <a:gd name="connsiteY18" fmla="*/ 128 h 792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43711" h="792555">
                    <a:moveTo>
                      <a:pt x="526783" y="128"/>
                    </a:moveTo>
                    <a:cubicBezTo>
                      <a:pt x="525400" y="169"/>
                      <a:pt x="514840" y="-905"/>
                      <a:pt x="512434" y="3360"/>
                    </a:cubicBezTo>
                    <a:cubicBezTo>
                      <a:pt x="509530" y="11990"/>
                      <a:pt x="524910" y="19898"/>
                      <a:pt x="529782" y="24984"/>
                    </a:cubicBezTo>
                    <a:cubicBezTo>
                      <a:pt x="530796" y="26173"/>
                      <a:pt x="546202" y="30365"/>
                      <a:pt x="547869" y="34073"/>
                    </a:cubicBezTo>
                    <a:cubicBezTo>
                      <a:pt x="553033" y="45549"/>
                      <a:pt x="554081" y="59609"/>
                      <a:pt x="548359" y="75351"/>
                    </a:cubicBezTo>
                    <a:cubicBezTo>
                      <a:pt x="537042" y="118278"/>
                      <a:pt x="464085" y="195930"/>
                      <a:pt x="422197" y="179220"/>
                    </a:cubicBezTo>
                    <a:cubicBezTo>
                      <a:pt x="382483" y="158105"/>
                      <a:pt x="340991" y="137859"/>
                      <a:pt x="306011" y="109542"/>
                    </a:cubicBezTo>
                    <a:cubicBezTo>
                      <a:pt x="302154" y="106261"/>
                      <a:pt x="295426" y="109403"/>
                      <a:pt x="296053" y="114431"/>
                    </a:cubicBezTo>
                    <a:cubicBezTo>
                      <a:pt x="299602" y="155258"/>
                      <a:pt x="257619" y="181796"/>
                      <a:pt x="211642" y="204420"/>
                    </a:cubicBezTo>
                    <a:cubicBezTo>
                      <a:pt x="199681" y="210827"/>
                      <a:pt x="179833" y="216897"/>
                      <a:pt x="174076" y="230449"/>
                    </a:cubicBezTo>
                    <a:cubicBezTo>
                      <a:pt x="172469" y="252195"/>
                      <a:pt x="168190" y="275353"/>
                      <a:pt x="167073" y="296763"/>
                    </a:cubicBezTo>
                    <a:cubicBezTo>
                      <a:pt x="154417" y="416497"/>
                      <a:pt x="155224" y="625776"/>
                      <a:pt x="4996" y="692099"/>
                    </a:cubicBezTo>
                    <a:cubicBezTo>
                      <a:pt x="-1010" y="693961"/>
                      <a:pt x="-280" y="727052"/>
                      <a:pt x="554" y="734821"/>
                    </a:cubicBezTo>
                    <a:cubicBezTo>
                      <a:pt x="1533" y="742302"/>
                      <a:pt x="-2883" y="750358"/>
                      <a:pt x="8158" y="749824"/>
                    </a:cubicBezTo>
                    <a:cubicBezTo>
                      <a:pt x="193065" y="768044"/>
                      <a:pt x="554906" y="837360"/>
                      <a:pt x="698080" y="747610"/>
                    </a:cubicBezTo>
                    <a:cubicBezTo>
                      <a:pt x="707712" y="619099"/>
                      <a:pt x="705409" y="459481"/>
                      <a:pt x="680741" y="317853"/>
                    </a:cubicBezTo>
                    <a:cubicBezTo>
                      <a:pt x="680526" y="316631"/>
                      <a:pt x="685364" y="313670"/>
                      <a:pt x="686206" y="314211"/>
                    </a:cubicBezTo>
                    <a:cubicBezTo>
                      <a:pt x="704224" y="325794"/>
                      <a:pt x="833272" y="300906"/>
                      <a:pt x="843712" y="259406"/>
                    </a:cubicBezTo>
                    <a:cubicBezTo>
                      <a:pt x="790869" y="145234"/>
                      <a:pt x="711484" y="-5007"/>
                      <a:pt x="526783" y="128"/>
                    </a:cubicBezTo>
                    <a:close/>
                  </a:path>
                </a:pathLst>
              </a:custGeom>
              <a:solidFill>
                <a:srgbClr val="72DBDE"/>
              </a:solidFill>
              <a:ln w="85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226" name="Graphic 214" descr="Woman with thumbs up">
              <a:extLst>
                <a:ext uri="{FF2B5EF4-FFF2-40B4-BE49-F238E27FC236}">
                  <a16:creationId xmlns:a16="http://schemas.microsoft.com/office/drawing/2014/main" id="{929F0C98-E674-A6E5-CF0F-D7014FD302EC}"/>
                </a:ext>
              </a:extLst>
            </p:cNvPr>
            <p:cNvGrpSpPr/>
            <p:nvPr/>
          </p:nvGrpSpPr>
          <p:grpSpPr>
            <a:xfrm>
              <a:off x="18589589" y="9754930"/>
              <a:ext cx="1020109" cy="923987"/>
              <a:chOff x="18589589" y="9754930"/>
              <a:chExt cx="1020109" cy="923987"/>
            </a:xfrm>
            <a:solidFill>
              <a:srgbClr val="000000"/>
            </a:solidFill>
          </p:grpSpPr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E098039A-AF4C-F1E3-6989-580F99BF5420}"/>
                  </a:ext>
                </a:extLst>
              </p:cNvPr>
              <p:cNvSpPr/>
              <p:nvPr/>
            </p:nvSpPr>
            <p:spPr>
              <a:xfrm>
                <a:off x="18589589" y="9754930"/>
                <a:ext cx="1020109" cy="923987"/>
              </a:xfrm>
              <a:custGeom>
                <a:avLst/>
                <a:gdLst>
                  <a:gd name="connsiteX0" fmla="*/ 1018524 w 1020109"/>
                  <a:gd name="connsiteY0" fmla="*/ 814363 h 923987"/>
                  <a:gd name="connsiteX1" fmla="*/ 973388 w 1020109"/>
                  <a:gd name="connsiteY1" fmla="*/ 464694 h 923987"/>
                  <a:gd name="connsiteX2" fmla="*/ 983725 w 1020109"/>
                  <a:gd name="connsiteY2" fmla="*/ 386141 h 923987"/>
                  <a:gd name="connsiteX3" fmla="*/ 939998 w 1020109"/>
                  <a:gd name="connsiteY3" fmla="*/ 316537 h 923987"/>
                  <a:gd name="connsiteX4" fmla="*/ 675646 w 1020109"/>
                  <a:gd name="connsiteY4" fmla="*/ 160078 h 923987"/>
                  <a:gd name="connsiteX5" fmla="*/ 665988 w 1020109"/>
                  <a:gd name="connsiteY5" fmla="*/ 160775 h 923987"/>
                  <a:gd name="connsiteX6" fmla="*/ 652507 w 1020109"/>
                  <a:gd name="connsiteY6" fmla="*/ 163818 h 923987"/>
                  <a:gd name="connsiteX7" fmla="*/ 631275 w 1020109"/>
                  <a:gd name="connsiteY7" fmla="*/ 101548 h 923987"/>
                  <a:gd name="connsiteX8" fmla="*/ 623869 w 1020109"/>
                  <a:gd name="connsiteY8" fmla="*/ 99637 h 923987"/>
                  <a:gd name="connsiteX9" fmla="*/ 652937 w 1020109"/>
                  <a:gd name="connsiteY9" fmla="*/ 188649 h 923987"/>
                  <a:gd name="connsiteX10" fmla="*/ 684247 w 1020109"/>
                  <a:gd name="connsiteY10" fmla="*/ 206713 h 923987"/>
                  <a:gd name="connsiteX11" fmla="*/ 578991 w 1020109"/>
                  <a:gd name="connsiteY11" fmla="*/ 340761 h 923987"/>
                  <a:gd name="connsiteX12" fmla="*/ 576027 w 1020109"/>
                  <a:gd name="connsiteY12" fmla="*/ 341188 h 923987"/>
                  <a:gd name="connsiteX13" fmla="*/ 573372 w 1020109"/>
                  <a:gd name="connsiteY13" fmla="*/ 340302 h 923987"/>
                  <a:gd name="connsiteX14" fmla="*/ 439829 w 1020109"/>
                  <a:gd name="connsiteY14" fmla="*/ 262798 h 923987"/>
                  <a:gd name="connsiteX15" fmla="*/ 429493 w 1020109"/>
                  <a:gd name="connsiteY15" fmla="*/ 222200 h 923987"/>
                  <a:gd name="connsiteX16" fmla="*/ 406955 w 1020109"/>
                  <a:gd name="connsiteY16" fmla="*/ 178240 h 923987"/>
                  <a:gd name="connsiteX17" fmla="*/ 384795 w 1020109"/>
                  <a:gd name="connsiteY17" fmla="*/ 144697 h 923987"/>
                  <a:gd name="connsiteX18" fmla="*/ 421742 w 1020109"/>
                  <a:gd name="connsiteY18" fmla="*/ 51739 h 923987"/>
                  <a:gd name="connsiteX19" fmla="*/ 405984 w 1020109"/>
                  <a:gd name="connsiteY19" fmla="*/ 1437 h 923987"/>
                  <a:gd name="connsiteX20" fmla="*/ 397366 w 1020109"/>
                  <a:gd name="connsiteY20" fmla="*/ 4841 h 923987"/>
                  <a:gd name="connsiteX21" fmla="*/ 402444 w 1020109"/>
                  <a:gd name="connsiteY21" fmla="*/ 29352 h 923987"/>
                  <a:gd name="connsiteX22" fmla="*/ 405597 w 1020109"/>
                  <a:gd name="connsiteY22" fmla="*/ 51730 h 923987"/>
                  <a:gd name="connsiteX23" fmla="*/ 371202 w 1020109"/>
                  <a:gd name="connsiteY23" fmla="*/ 135928 h 923987"/>
                  <a:gd name="connsiteX24" fmla="*/ 368882 w 1020109"/>
                  <a:gd name="connsiteY24" fmla="*/ 140390 h 923987"/>
                  <a:gd name="connsiteX25" fmla="*/ 264597 w 1020109"/>
                  <a:gd name="connsiteY25" fmla="*/ 178026 h 923987"/>
                  <a:gd name="connsiteX26" fmla="*/ 264245 w 1020109"/>
                  <a:gd name="connsiteY26" fmla="*/ 177665 h 923987"/>
                  <a:gd name="connsiteX27" fmla="*/ 259605 w 1020109"/>
                  <a:gd name="connsiteY27" fmla="*/ 168749 h 923987"/>
                  <a:gd name="connsiteX28" fmla="*/ 220630 w 1020109"/>
                  <a:gd name="connsiteY28" fmla="*/ 70171 h 923987"/>
                  <a:gd name="connsiteX29" fmla="*/ 178940 w 1020109"/>
                  <a:gd name="connsiteY29" fmla="*/ 61615 h 923987"/>
                  <a:gd name="connsiteX30" fmla="*/ 174678 w 1020109"/>
                  <a:gd name="connsiteY30" fmla="*/ 66964 h 923987"/>
                  <a:gd name="connsiteX31" fmla="*/ 191820 w 1020109"/>
                  <a:gd name="connsiteY31" fmla="*/ 132934 h 923987"/>
                  <a:gd name="connsiteX32" fmla="*/ 193925 w 1020109"/>
                  <a:gd name="connsiteY32" fmla="*/ 180865 h 923987"/>
                  <a:gd name="connsiteX33" fmla="*/ 159 w 1020109"/>
                  <a:gd name="connsiteY33" fmla="*/ 448895 h 923987"/>
                  <a:gd name="connsiteX34" fmla="*/ 1817 w 1020109"/>
                  <a:gd name="connsiteY34" fmla="*/ 453382 h 923987"/>
                  <a:gd name="connsiteX35" fmla="*/ 23599 w 1020109"/>
                  <a:gd name="connsiteY35" fmla="*/ 471561 h 923987"/>
                  <a:gd name="connsiteX36" fmla="*/ 134870 w 1020109"/>
                  <a:gd name="connsiteY36" fmla="*/ 870957 h 923987"/>
                  <a:gd name="connsiteX37" fmla="*/ 139742 w 1020109"/>
                  <a:gd name="connsiteY37" fmla="*/ 916025 h 923987"/>
                  <a:gd name="connsiteX38" fmla="*/ 146779 w 1020109"/>
                  <a:gd name="connsiteY38" fmla="*/ 915155 h 923987"/>
                  <a:gd name="connsiteX39" fmla="*/ 149374 w 1020109"/>
                  <a:gd name="connsiteY39" fmla="*/ 902022 h 923987"/>
                  <a:gd name="connsiteX40" fmla="*/ 150525 w 1020109"/>
                  <a:gd name="connsiteY40" fmla="*/ 869234 h 923987"/>
                  <a:gd name="connsiteX41" fmla="*/ 313324 w 1020109"/>
                  <a:gd name="connsiteY41" fmla="*/ 583444 h 923987"/>
                  <a:gd name="connsiteX42" fmla="*/ 326410 w 1020109"/>
                  <a:gd name="connsiteY42" fmla="*/ 398273 h 923987"/>
                  <a:gd name="connsiteX43" fmla="*/ 357266 w 1020109"/>
                  <a:gd name="connsiteY43" fmla="*/ 377265 h 923987"/>
                  <a:gd name="connsiteX44" fmla="*/ 444873 w 1020109"/>
                  <a:gd name="connsiteY44" fmla="*/ 281698 h 923987"/>
                  <a:gd name="connsiteX45" fmla="*/ 561540 w 1020109"/>
                  <a:gd name="connsiteY45" fmla="*/ 351729 h 923987"/>
                  <a:gd name="connsiteX46" fmla="*/ 599286 w 1020109"/>
                  <a:gd name="connsiteY46" fmla="*/ 350506 h 923987"/>
                  <a:gd name="connsiteX47" fmla="*/ 688329 w 1020109"/>
                  <a:gd name="connsiteY47" fmla="*/ 175057 h 923987"/>
                  <a:gd name="connsiteX48" fmla="*/ 905955 w 1020109"/>
                  <a:gd name="connsiteY48" fmla="*/ 304339 h 923987"/>
                  <a:gd name="connsiteX49" fmla="*/ 966574 w 1020109"/>
                  <a:gd name="connsiteY49" fmla="*/ 399816 h 923987"/>
                  <a:gd name="connsiteX50" fmla="*/ 980365 w 1020109"/>
                  <a:gd name="connsiteY50" fmla="*/ 426566 h 923987"/>
                  <a:gd name="connsiteX51" fmla="*/ 980537 w 1020109"/>
                  <a:gd name="connsiteY51" fmla="*/ 428199 h 923987"/>
                  <a:gd name="connsiteX52" fmla="*/ 980073 w 1020109"/>
                  <a:gd name="connsiteY52" fmla="*/ 429782 h 923987"/>
                  <a:gd name="connsiteX53" fmla="*/ 833204 w 1020109"/>
                  <a:gd name="connsiteY53" fmla="*/ 479198 h 923987"/>
                  <a:gd name="connsiteX54" fmla="*/ 806671 w 1020109"/>
                  <a:gd name="connsiteY54" fmla="*/ 392137 h 923987"/>
                  <a:gd name="connsiteX55" fmla="*/ 797443 w 1020109"/>
                  <a:gd name="connsiteY55" fmla="*/ 395853 h 923987"/>
                  <a:gd name="connsiteX56" fmla="*/ 837414 w 1020109"/>
                  <a:gd name="connsiteY56" fmla="*/ 798916 h 923987"/>
                  <a:gd name="connsiteX57" fmla="*/ 837217 w 1020109"/>
                  <a:gd name="connsiteY57" fmla="*/ 886584 h 923987"/>
                  <a:gd name="connsiteX58" fmla="*/ 834914 w 1020109"/>
                  <a:gd name="connsiteY58" fmla="*/ 914327 h 923987"/>
                  <a:gd name="connsiteX59" fmla="*/ 850492 w 1020109"/>
                  <a:gd name="connsiteY59" fmla="*/ 918428 h 923987"/>
                  <a:gd name="connsiteX60" fmla="*/ 857151 w 1020109"/>
                  <a:gd name="connsiteY60" fmla="*/ 866404 h 923987"/>
                  <a:gd name="connsiteX61" fmla="*/ 836211 w 1020109"/>
                  <a:gd name="connsiteY61" fmla="*/ 500460 h 923987"/>
                  <a:gd name="connsiteX62" fmla="*/ 960783 w 1020109"/>
                  <a:gd name="connsiteY62" fmla="*/ 472053 h 923987"/>
                  <a:gd name="connsiteX63" fmla="*/ 999827 w 1020109"/>
                  <a:gd name="connsiteY63" fmla="*/ 913802 h 923987"/>
                  <a:gd name="connsiteX64" fmla="*/ 1016436 w 1020109"/>
                  <a:gd name="connsiteY64" fmla="*/ 915951 h 923987"/>
                  <a:gd name="connsiteX65" fmla="*/ 1018524 w 1020109"/>
                  <a:gd name="connsiteY65" fmla="*/ 814363 h 923987"/>
                  <a:gd name="connsiteX66" fmla="*/ 9628 w 1020109"/>
                  <a:gd name="connsiteY66" fmla="*/ 444589 h 923987"/>
                  <a:gd name="connsiteX67" fmla="*/ 194887 w 1020109"/>
                  <a:gd name="connsiteY67" fmla="*/ 201274 h 923987"/>
                  <a:gd name="connsiteX68" fmla="*/ 201134 w 1020109"/>
                  <a:gd name="connsiteY68" fmla="*/ 243988 h 923987"/>
                  <a:gd name="connsiteX69" fmla="*/ 203583 w 1020109"/>
                  <a:gd name="connsiteY69" fmla="*/ 310188 h 923987"/>
                  <a:gd name="connsiteX70" fmla="*/ 149778 w 1020109"/>
                  <a:gd name="connsiteY70" fmla="*/ 498811 h 923987"/>
                  <a:gd name="connsiteX71" fmla="*/ 38773 w 1020109"/>
                  <a:gd name="connsiteY71" fmla="*/ 467754 h 923987"/>
                  <a:gd name="connsiteX72" fmla="*/ 31856 w 1020109"/>
                  <a:gd name="connsiteY72" fmla="*/ 463037 h 923987"/>
                  <a:gd name="connsiteX73" fmla="*/ 9628 w 1020109"/>
                  <a:gd name="connsiteY73" fmla="*/ 444589 h 923987"/>
                  <a:gd name="connsiteX74" fmla="*/ 430575 w 1020109"/>
                  <a:gd name="connsiteY74" fmla="*/ 288351 h 923987"/>
                  <a:gd name="connsiteX75" fmla="*/ 385139 w 1020109"/>
                  <a:gd name="connsiteY75" fmla="*/ 344592 h 923987"/>
                  <a:gd name="connsiteX76" fmla="*/ 329332 w 1020109"/>
                  <a:gd name="connsiteY76" fmla="*/ 374952 h 923987"/>
                  <a:gd name="connsiteX77" fmla="*/ 329804 w 1020109"/>
                  <a:gd name="connsiteY77" fmla="*/ 368873 h 923987"/>
                  <a:gd name="connsiteX78" fmla="*/ 319751 w 1020109"/>
                  <a:gd name="connsiteY78" fmla="*/ 366273 h 923987"/>
                  <a:gd name="connsiteX79" fmla="*/ 308908 w 1020109"/>
                  <a:gd name="connsiteY79" fmla="*/ 397141 h 923987"/>
                  <a:gd name="connsiteX80" fmla="*/ 300659 w 1020109"/>
                  <a:gd name="connsiteY80" fmla="*/ 430684 h 923987"/>
                  <a:gd name="connsiteX81" fmla="*/ 298374 w 1020109"/>
                  <a:gd name="connsiteY81" fmla="*/ 461536 h 923987"/>
                  <a:gd name="connsiteX82" fmla="*/ 267381 w 1020109"/>
                  <a:gd name="connsiteY82" fmla="*/ 684072 h 923987"/>
                  <a:gd name="connsiteX83" fmla="*/ 149503 w 1020109"/>
                  <a:gd name="connsiteY83" fmla="*/ 845527 h 923987"/>
                  <a:gd name="connsiteX84" fmla="*/ 36290 w 1020109"/>
                  <a:gd name="connsiteY84" fmla="*/ 479985 h 923987"/>
                  <a:gd name="connsiteX85" fmla="*/ 145241 w 1020109"/>
                  <a:gd name="connsiteY85" fmla="*/ 508573 h 923987"/>
                  <a:gd name="connsiteX86" fmla="*/ 90138 w 1020109"/>
                  <a:gd name="connsiteY86" fmla="*/ 687919 h 923987"/>
                  <a:gd name="connsiteX87" fmla="*/ 89872 w 1020109"/>
                  <a:gd name="connsiteY87" fmla="*/ 718903 h 923987"/>
                  <a:gd name="connsiteX88" fmla="*/ 97064 w 1020109"/>
                  <a:gd name="connsiteY88" fmla="*/ 726171 h 923987"/>
                  <a:gd name="connsiteX89" fmla="*/ 101669 w 1020109"/>
                  <a:gd name="connsiteY89" fmla="*/ 723488 h 923987"/>
                  <a:gd name="connsiteX90" fmla="*/ 102202 w 1020109"/>
                  <a:gd name="connsiteY90" fmla="*/ 718033 h 923987"/>
                  <a:gd name="connsiteX91" fmla="*/ 162778 w 1020109"/>
                  <a:gd name="connsiteY91" fmla="*/ 508590 h 923987"/>
                  <a:gd name="connsiteX92" fmla="*/ 212485 w 1020109"/>
                  <a:gd name="connsiteY92" fmla="*/ 359005 h 923987"/>
                  <a:gd name="connsiteX93" fmla="*/ 217245 w 1020109"/>
                  <a:gd name="connsiteY93" fmla="*/ 303059 h 923987"/>
                  <a:gd name="connsiteX94" fmla="*/ 209305 w 1020109"/>
                  <a:gd name="connsiteY94" fmla="*/ 206573 h 923987"/>
                  <a:gd name="connsiteX95" fmla="*/ 203909 w 1020109"/>
                  <a:gd name="connsiteY95" fmla="*/ 134320 h 923987"/>
                  <a:gd name="connsiteX96" fmla="*/ 186888 w 1020109"/>
                  <a:gd name="connsiteY96" fmla="*/ 71738 h 923987"/>
                  <a:gd name="connsiteX97" fmla="*/ 269993 w 1020109"/>
                  <a:gd name="connsiteY97" fmla="*/ 190873 h 923987"/>
                  <a:gd name="connsiteX98" fmla="*/ 272193 w 1020109"/>
                  <a:gd name="connsiteY98" fmla="*/ 184581 h 923987"/>
                  <a:gd name="connsiteX99" fmla="*/ 337632 w 1020109"/>
                  <a:gd name="connsiteY99" fmla="*/ 157133 h 923987"/>
                  <a:gd name="connsiteX100" fmla="*/ 387133 w 1020109"/>
                  <a:gd name="connsiteY100" fmla="*/ 164270 h 923987"/>
                  <a:gd name="connsiteX101" fmla="*/ 392838 w 1020109"/>
                  <a:gd name="connsiteY101" fmla="*/ 177108 h 923987"/>
                  <a:gd name="connsiteX102" fmla="*/ 359989 w 1020109"/>
                  <a:gd name="connsiteY102" fmla="*/ 186476 h 923987"/>
                  <a:gd name="connsiteX103" fmla="*/ 330595 w 1020109"/>
                  <a:gd name="connsiteY103" fmla="*/ 199740 h 923987"/>
                  <a:gd name="connsiteX104" fmla="*/ 331935 w 1020109"/>
                  <a:gd name="connsiteY104" fmla="*/ 204457 h 923987"/>
                  <a:gd name="connsiteX105" fmla="*/ 358778 w 1020109"/>
                  <a:gd name="connsiteY105" fmla="*/ 198985 h 923987"/>
                  <a:gd name="connsiteX106" fmla="*/ 406706 w 1020109"/>
                  <a:gd name="connsiteY106" fmla="*/ 192685 h 923987"/>
                  <a:gd name="connsiteX107" fmla="*/ 415384 w 1020109"/>
                  <a:gd name="connsiteY107" fmla="*/ 218993 h 923987"/>
                  <a:gd name="connsiteX108" fmla="*/ 388327 w 1020109"/>
                  <a:gd name="connsiteY108" fmla="*/ 226893 h 923987"/>
                  <a:gd name="connsiteX109" fmla="*/ 368874 w 1020109"/>
                  <a:gd name="connsiteY109" fmla="*/ 240895 h 923987"/>
                  <a:gd name="connsiteX110" fmla="*/ 421450 w 1020109"/>
                  <a:gd name="connsiteY110" fmla="*/ 232495 h 923987"/>
                  <a:gd name="connsiteX111" fmla="*/ 431985 w 1020109"/>
                  <a:gd name="connsiteY111" fmla="*/ 243717 h 923987"/>
                  <a:gd name="connsiteX112" fmla="*/ 392984 w 1020109"/>
                  <a:gd name="connsiteY112" fmla="*/ 283339 h 923987"/>
                  <a:gd name="connsiteX113" fmla="*/ 397899 w 1020109"/>
                  <a:gd name="connsiteY113" fmla="*/ 291394 h 923987"/>
                  <a:gd name="connsiteX114" fmla="*/ 428994 w 1020109"/>
                  <a:gd name="connsiteY114" fmla="*/ 274004 h 923987"/>
                  <a:gd name="connsiteX115" fmla="*/ 430575 w 1020109"/>
                  <a:gd name="connsiteY115" fmla="*/ 288351 h 923987"/>
                  <a:gd name="connsiteX116" fmla="*/ 676239 w 1020109"/>
                  <a:gd name="connsiteY116" fmla="*/ 188108 h 923987"/>
                  <a:gd name="connsiteX117" fmla="*/ 660601 w 1020109"/>
                  <a:gd name="connsiteY117" fmla="*/ 173785 h 923987"/>
                  <a:gd name="connsiteX118" fmla="*/ 667595 w 1020109"/>
                  <a:gd name="connsiteY118" fmla="*/ 174253 h 923987"/>
                  <a:gd name="connsiteX119" fmla="*/ 678447 w 1020109"/>
                  <a:gd name="connsiteY119" fmla="*/ 189626 h 923987"/>
                  <a:gd name="connsiteX120" fmla="*/ 676239 w 1020109"/>
                  <a:gd name="connsiteY120" fmla="*/ 188108 h 923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1020109" h="923987">
                    <a:moveTo>
                      <a:pt x="1018524" y="814363"/>
                    </a:moveTo>
                    <a:cubicBezTo>
                      <a:pt x="1011504" y="697099"/>
                      <a:pt x="995625" y="580187"/>
                      <a:pt x="973388" y="464694"/>
                    </a:cubicBezTo>
                    <a:cubicBezTo>
                      <a:pt x="1014013" y="436878"/>
                      <a:pt x="1006331" y="422883"/>
                      <a:pt x="983725" y="386141"/>
                    </a:cubicBezTo>
                    <a:cubicBezTo>
                      <a:pt x="971257" y="361794"/>
                      <a:pt x="956143" y="338792"/>
                      <a:pt x="939998" y="316537"/>
                    </a:cubicBezTo>
                    <a:cubicBezTo>
                      <a:pt x="877188" y="223562"/>
                      <a:pt x="798027" y="156313"/>
                      <a:pt x="675646" y="160078"/>
                    </a:cubicBezTo>
                    <a:cubicBezTo>
                      <a:pt x="672381" y="157756"/>
                      <a:pt x="668566" y="158568"/>
                      <a:pt x="665988" y="160775"/>
                    </a:cubicBezTo>
                    <a:cubicBezTo>
                      <a:pt x="661392" y="161317"/>
                      <a:pt x="656881" y="162227"/>
                      <a:pt x="652507" y="163818"/>
                    </a:cubicBezTo>
                    <a:cubicBezTo>
                      <a:pt x="639189" y="145616"/>
                      <a:pt x="631963" y="123689"/>
                      <a:pt x="631275" y="101548"/>
                    </a:cubicBezTo>
                    <a:cubicBezTo>
                      <a:pt x="631164" y="98095"/>
                      <a:pt x="625579" y="95986"/>
                      <a:pt x="623869" y="99637"/>
                    </a:cubicBezTo>
                    <a:cubicBezTo>
                      <a:pt x="610061" y="131227"/>
                      <a:pt x="630691" y="165590"/>
                      <a:pt x="652937" y="188649"/>
                    </a:cubicBezTo>
                    <a:cubicBezTo>
                      <a:pt x="660549" y="195786"/>
                      <a:pt x="672424" y="209592"/>
                      <a:pt x="684247" y="206713"/>
                    </a:cubicBezTo>
                    <a:cubicBezTo>
                      <a:pt x="694068" y="257285"/>
                      <a:pt x="628380" y="328760"/>
                      <a:pt x="578991" y="340761"/>
                    </a:cubicBezTo>
                    <a:cubicBezTo>
                      <a:pt x="578896" y="340786"/>
                      <a:pt x="577126" y="341286"/>
                      <a:pt x="576027" y="341188"/>
                    </a:cubicBezTo>
                    <a:cubicBezTo>
                      <a:pt x="574721" y="341073"/>
                      <a:pt x="573483" y="340359"/>
                      <a:pt x="573372" y="340302"/>
                    </a:cubicBezTo>
                    <a:cubicBezTo>
                      <a:pt x="527239" y="317128"/>
                      <a:pt x="481416" y="292994"/>
                      <a:pt x="439829" y="262798"/>
                    </a:cubicBezTo>
                    <a:cubicBezTo>
                      <a:pt x="451592" y="248434"/>
                      <a:pt x="446523" y="230100"/>
                      <a:pt x="429493" y="222200"/>
                    </a:cubicBezTo>
                    <a:cubicBezTo>
                      <a:pt x="432474" y="206065"/>
                      <a:pt x="425240" y="183096"/>
                      <a:pt x="406955" y="178240"/>
                    </a:cubicBezTo>
                    <a:cubicBezTo>
                      <a:pt x="410100" y="165024"/>
                      <a:pt x="396498" y="149963"/>
                      <a:pt x="384795" y="144697"/>
                    </a:cubicBezTo>
                    <a:cubicBezTo>
                      <a:pt x="410229" y="120391"/>
                      <a:pt x="424965" y="86274"/>
                      <a:pt x="421742" y="51739"/>
                    </a:cubicBezTo>
                    <a:cubicBezTo>
                      <a:pt x="420333" y="37112"/>
                      <a:pt x="416020" y="12593"/>
                      <a:pt x="405984" y="1437"/>
                    </a:cubicBezTo>
                    <a:cubicBezTo>
                      <a:pt x="402865" y="-1779"/>
                      <a:pt x="397564" y="862"/>
                      <a:pt x="397366" y="4841"/>
                    </a:cubicBezTo>
                    <a:cubicBezTo>
                      <a:pt x="396962" y="13003"/>
                      <a:pt x="400812" y="21379"/>
                      <a:pt x="402444" y="29352"/>
                    </a:cubicBezTo>
                    <a:cubicBezTo>
                      <a:pt x="403948" y="36710"/>
                      <a:pt x="405056" y="44241"/>
                      <a:pt x="405597" y="51730"/>
                    </a:cubicBezTo>
                    <a:cubicBezTo>
                      <a:pt x="408794" y="83313"/>
                      <a:pt x="394969" y="114214"/>
                      <a:pt x="371202" y="135928"/>
                    </a:cubicBezTo>
                    <a:cubicBezTo>
                      <a:pt x="369750" y="137322"/>
                      <a:pt x="369046" y="138864"/>
                      <a:pt x="368882" y="140390"/>
                    </a:cubicBezTo>
                    <a:cubicBezTo>
                      <a:pt x="331334" y="137593"/>
                      <a:pt x="292754" y="155263"/>
                      <a:pt x="264597" y="178026"/>
                    </a:cubicBezTo>
                    <a:cubicBezTo>
                      <a:pt x="264468" y="177903"/>
                      <a:pt x="264356" y="177788"/>
                      <a:pt x="264245" y="177665"/>
                    </a:cubicBezTo>
                    <a:cubicBezTo>
                      <a:pt x="261985" y="174794"/>
                      <a:pt x="260816" y="172292"/>
                      <a:pt x="259605" y="168749"/>
                    </a:cubicBezTo>
                    <a:cubicBezTo>
                      <a:pt x="247979" y="136223"/>
                      <a:pt x="249724" y="94518"/>
                      <a:pt x="220630" y="70171"/>
                    </a:cubicBezTo>
                    <a:cubicBezTo>
                      <a:pt x="208592" y="60705"/>
                      <a:pt x="193899" y="59121"/>
                      <a:pt x="178940" y="61615"/>
                    </a:cubicBezTo>
                    <a:cubicBezTo>
                      <a:pt x="176637" y="62001"/>
                      <a:pt x="174463" y="64724"/>
                      <a:pt x="174678" y="66964"/>
                    </a:cubicBezTo>
                    <a:cubicBezTo>
                      <a:pt x="176843" y="89859"/>
                      <a:pt x="188134" y="110416"/>
                      <a:pt x="191820" y="132934"/>
                    </a:cubicBezTo>
                    <a:cubicBezTo>
                      <a:pt x="194406" y="148716"/>
                      <a:pt x="193762" y="164819"/>
                      <a:pt x="193925" y="180865"/>
                    </a:cubicBezTo>
                    <a:cubicBezTo>
                      <a:pt x="96093" y="183867"/>
                      <a:pt x="-1559" y="365674"/>
                      <a:pt x="159" y="448895"/>
                    </a:cubicBezTo>
                    <a:cubicBezTo>
                      <a:pt x="13" y="450511"/>
                      <a:pt x="494" y="452111"/>
                      <a:pt x="1817" y="453382"/>
                    </a:cubicBezTo>
                    <a:cubicBezTo>
                      <a:pt x="8666" y="459953"/>
                      <a:pt x="15935" y="466023"/>
                      <a:pt x="23599" y="471561"/>
                    </a:cubicBezTo>
                    <a:cubicBezTo>
                      <a:pt x="-14285" y="567858"/>
                      <a:pt x="-24750" y="876937"/>
                      <a:pt x="134870" y="870957"/>
                    </a:cubicBezTo>
                    <a:cubicBezTo>
                      <a:pt x="134655" y="882490"/>
                      <a:pt x="127721" y="909569"/>
                      <a:pt x="139742" y="916025"/>
                    </a:cubicBezTo>
                    <a:cubicBezTo>
                      <a:pt x="141855" y="917124"/>
                      <a:pt x="145103" y="917050"/>
                      <a:pt x="146779" y="915155"/>
                    </a:cubicBezTo>
                    <a:cubicBezTo>
                      <a:pt x="150577" y="910881"/>
                      <a:pt x="149872" y="907231"/>
                      <a:pt x="149374" y="902022"/>
                    </a:cubicBezTo>
                    <a:cubicBezTo>
                      <a:pt x="148214" y="891079"/>
                      <a:pt x="150138" y="880144"/>
                      <a:pt x="150525" y="869234"/>
                    </a:cubicBezTo>
                    <a:cubicBezTo>
                      <a:pt x="263257" y="840588"/>
                      <a:pt x="298030" y="679158"/>
                      <a:pt x="313324" y="583444"/>
                    </a:cubicBezTo>
                    <a:cubicBezTo>
                      <a:pt x="321118" y="522010"/>
                      <a:pt x="321856" y="459920"/>
                      <a:pt x="326410" y="398273"/>
                    </a:cubicBezTo>
                    <a:cubicBezTo>
                      <a:pt x="333482" y="388118"/>
                      <a:pt x="346293" y="382843"/>
                      <a:pt x="357266" y="377265"/>
                    </a:cubicBezTo>
                    <a:cubicBezTo>
                      <a:pt x="395536" y="358431"/>
                      <a:pt x="449006" y="329408"/>
                      <a:pt x="444873" y="281698"/>
                    </a:cubicBezTo>
                    <a:cubicBezTo>
                      <a:pt x="480059" y="310171"/>
                      <a:pt x="521388" y="330499"/>
                      <a:pt x="561540" y="351729"/>
                    </a:cubicBezTo>
                    <a:cubicBezTo>
                      <a:pt x="573148" y="359333"/>
                      <a:pt x="587532" y="355986"/>
                      <a:pt x="599286" y="350506"/>
                    </a:cubicBezTo>
                    <a:cubicBezTo>
                      <a:pt x="660017" y="321492"/>
                      <a:pt x="730345" y="240412"/>
                      <a:pt x="688329" y="175057"/>
                    </a:cubicBezTo>
                    <a:cubicBezTo>
                      <a:pt x="784039" y="176796"/>
                      <a:pt x="855209" y="230658"/>
                      <a:pt x="905955" y="304339"/>
                    </a:cubicBezTo>
                    <a:cubicBezTo>
                      <a:pt x="928734" y="334609"/>
                      <a:pt x="949854" y="366084"/>
                      <a:pt x="966574" y="399816"/>
                    </a:cubicBezTo>
                    <a:cubicBezTo>
                      <a:pt x="971266" y="408814"/>
                      <a:pt x="977830" y="417600"/>
                      <a:pt x="980365" y="426566"/>
                    </a:cubicBezTo>
                    <a:cubicBezTo>
                      <a:pt x="980305" y="426566"/>
                      <a:pt x="980477" y="427895"/>
                      <a:pt x="980537" y="428199"/>
                    </a:cubicBezTo>
                    <a:cubicBezTo>
                      <a:pt x="980391" y="428584"/>
                      <a:pt x="980279" y="429322"/>
                      <a:pt x="980073" y="429782"/>
                    </a:cubicBezTo>
                    <a:cubicBezTo>
                      <a:pt x="951641" y="466737"/>
                      <a:pt x="879044" y="477746"/>
                      <a:pt x="833204" y="479198"/>
                    </a:cubicBezTo>
                    <a:cubicBezTo>
                      <a:pt x="828435" y="449420"/>
                      <a:pt x="823452" y="418166"/>
                      <a:pt x="806671" y="392137"/>
                    </a:cubicBezTo>
                    <a:cubicBezTo>
                      <a:pt x="803681" y="387814"/>
                      <a:pt x="795492" y="390415"/>
                      <a:pt x="797443" y="395853"/>
                    </a:cubicBezTo>
                    <a:cubicBezTo>
                      <a:pt x="835979" y="526292"/>
                      <a:pt x="836048" y="664286"/>
                      <a:pt x="837414" y="798916"/>
                    </a:cubicBezTo>
                    <a:cubicBezTo>
                      <a:pt x="837655" y="828136"/>
                      <a:pt x="839124" y="857380"/>
                      <a:pt x="837217" y="886584"/>
                    </a:cubicBezTo>
                    <a:cubicBezTo>
                      <a:pt x="836735" y="895763"/>
                      <a:pt x="836744" y="905295"/>
                      <a:pt x="834914" y="914327"/>
                    </a:cubicBezTo>
                    <a:cubicBezTo>
                      <a:pt x="832946" y="924023"/>
                      <a:pt x="848507" y="928174"/>
                      <a:pt x="850492" y="918428"/>
                    </a:cubicBezTo>
                    <a:cubicBezTo>
                      <a:pt x="854040" y="900964"/>
                      <a:pt x="856764" y="884262"/>
                      <a:pt x="857151" y="866404"/>
                    </a:cubicBezTo>
                    <a:cubicBezTo>
                      <a:pt x="856575" y="744177"/>
                      <a:pt x="854358" y="621695"/>
                      <a:pt x="836211" y="500460"/>
                    </a:cubicBezTo>
                    <a:cubicBezTo>
                      <a:pt x="878005" y="500190"/>
                      <a:pt x="923724" y="491297"/>
                      <a:pt x="960783" y="472053"/>
                    </a:cubicBezTo>
                    <a:cubicBezTo>
                      <a:pt x="980322" y="618512"/>
                      <a:pt x="1001004" y="765890"/>
                      <a:pt x="999827" y="913802"/>
                    </a:cubicBezTo>
                    <a:cubicBezTo>
                      <a:pt x="1000377" y="922382"/>
                      <a:pt x="1014425" y="925360"/>
                      <a:pt x="1016436" y="915951"/>
                    </a:cubicBezTo>
                    <a:cubicBezTo>
                      <a:pt x="1021978" y="882540"/>
                      <a:pt x="1019993" y="848053"/>
                      <a:pt x="1018524" y="814363"/>
                    </a:cubicBezTo>
                    <a:close/>
                    <a:moveTo>
                      <a:pt x="9628" y="444589"/>
                    </a:moveTo>
                    <a:cubicBezTo>
                      <a:pt x="30344" y="370399"/>
                      <a:pt x="104762" y="209051"/>
                      <a:pt x="194887" y="201274"/>
                    </a:cubicBezTo>
                    <a:cubicBezTo>
                      <a:pt x="196400" y="215605"/>
                      <a:pt x="199691" y="229641"/>
                      <a:pt x="201134" y="243988"/>
                    </a:cubicBezTo>
                    <a:cubicBezTo>
                      <a:pt x="203463" y="265981"/>
                      <a:pt x="204064" y="288097"/>
                      <a:pt x="203583" y="310188"/>
                    </a:cubicBezTo>
                    <a:cubicBezTo>
                      <a:pt x="195841" y="375149"/>
                      <a:pt x="179189" y="439560"/>
                      <a:pt x="149778" y="498811"/>
                    </a:cubicBezTo>
                    <a:cubicBezTo>
                      <a:pt x="111078" y="496465"/>
                      <a:pt x="70994" y="489443"/>
                      <a:pt x="38773" y="467754"/>
                    </a:cubicBezTo>
                    <a:cubicBezTo>
                      <a:pt x="38103" y="464859"/>
                      <a:pt x="34950" y="462964"/>
                      <a:pt x="31856" y="463037"/>
                    </a:cubicBezTo>
                    <a:cubicBezTo>
                      <a:pt x="23968" y="457500"/>
                      <a:pt x="16717" y="451126"/>
                      <a:pt x="9628" y="444589"/>
                    </a:cubicBezTo>
                    <a:close/>
                    <a:moveTo>
                      <a:pt x="430575" y="288351"/>
                    </a:moveTo>
                    <a:cubicBezTo>
                      <a:pt x="427388" y="312952"/>
                      <a:pt x="405116" y="331016"/>
                      <a:pt x="385139" y="344592"/>
                    </a:cubicBezTo>
                    <a:cubicBezTo>
                      <a:pt x="367551" y="356347"/>
                      <a:pt x="347075" y="363566"/>
                      <a:pt x="329332" y="374952"/>
                    </a:cubicBezTo>
                    <a:cubicBezTo>
                      <a:pt x="329529" y="372926"/>
                      <a:pt x="329701" y="370899"/>
                      <a:pt x="329804" y="368873"/>
                    </a:cubicBezTo>
                    <a:cubicBezTo>
                      <a:pt x="330062" y="363861"/>
                      <a:pt x="322140" y="361728"/>
                      <a:pt x="319751" y="366273"/>
                    </a:cubicBezTo>
                    <a:cubicBezTo>
                      <a:pt x="314493" y="376248"/>
                      <a:pt x="311657" y="386551"/>
                      <a:pt x="308908" y="397141"/>
                    </a:cubicBezTo>
                    <a:cubicBezTo>
                      <a:pt x="303813" y="407609"/>
                      <a:pt x="302275" y="419347"/>
                      <a:pt x="300659" y="430684"/>
                    </a:cubicBezTo>
                    <a:cubicBezTo>
                      <a:pt x="299396" y="440922"/>
                      <a:pt x="297626" y="451241"/>
                      <a:pt x="298374" y="461536"/>
                    </a:cubicBezTo>
                    <a:cubicBezTo>
                      <a:pt x="294584" y="536185"/>
                      <a:pt x="290640" y="612147"/>
                      <a:pt x="267381" y="684072"/>
                    </a:cubicBezTo>
                    <a:cubicBezTo>
                      <a:pt x="246923" y="743791"/>
                      <a:pt x="217631" y="824215"/>
                      <a:pt x="149503" y="845527"/>
                    </a:cubicBezTo>
                    <a:cubicBezTo>
                      <a:pt x="-3467" y="875501"/>
                      <a:pt x="20532" y="566176"/>
                      <a:pt x="36290" y="479985"/>
                    </a:cubicBezTo>
                    <a:cubicBezTo>
                      <a:pt x="68339" y="499862"/>
                      <a:pt x="107245" y="508401"/>
                      <a:pt x="145241" y="508573"/>
                    </a:cubicBezTo>
                    <a:cubicBezTo>
                      <a:pt x="119765" y="565979"/>
                      <a:pt x="97519" y="625674"/>
                      <a:pt x="90138" y="687919"/>
                    </a:cubicBezTo>
                    <a:cubicBezTo>
                      <a:pt x="89004" y="697558"/>
                      <a:pt x="87294" y="709395"/>
                      <a:pt x="89872" y="718903"/>
                    </a:cubicBezTo>
                    <a:cubicBezTo>
                      <a:pt x="90826" y="722414"/>
                      <a:pt x="92724" y="726105"/>
                      <a:pt x="97064" y="726171"/>
                    </a:cubicBezTo>
                    <a:cubicBezTo>
                      <a:pt x="99083" y="726203"/>
                      <a:pt x="100982" y="725309"/>
                      <a:pt x="101669" y="723488"/>
                    </a:cubicBezTo>
                    <a:cubicBezTo>
                      <a:pt x="102331" y="721766"/>
                      <a:pt x="102167" y="719846"/>
                      <a:pt x="102202" y="718033"/>
                    </a:cubicBezTo>
                    <a:cubicBezTo>
                      <a:pt x="107538" y="645443"/>
                      <a:pt x="132567" y="575003"/>
                      <a:pt x="162778" y="508590"/>
                    </a:cubicBezTo>
                    <a:cubicBezTo>
                      <a:pt x="185659" y="460831"/>
                      <a:pt x="203110" y="410849"/>
                      <a:pt x="212485" y="359005"/>
                    </a:cubicBezTo>
                    <a:cubicBezTo>
                      <a:pt x="215079" y="340548"/>
                      <a:pt x="220570" y="321672"/>
                      <a:pt x="217245" y="303059"/>
                    </a:cubicBezTo>
                    <a:cubicBezTo>
                      <a:pt x="218534" y="270542"/>
                      <a:pt x="214641" y="238599"/>
                      <a:pt x="209305" y="206573"/>
                    </a:cubicBezTo>
                    <a:cubicBezTo>
                      <a:pt x="205568" y="182645"/>
                      <a:pt x="207638" y="158208"/>
                      <a:pt x="203909" y="134320"/>
                    </a:cubicBezTo>
                    <a:cubicBezTo>
                      <a:pt x="200567" y="112918"/>
                      <a:pt x="190084" y="93099"/>
                      <a:pt x="186888" y="71738"/>
                    </a:cubicBezTo>
                    <a:cubicBezTo>
                      <a:pt x="253212" y="64995"/>
                      <a:pt x="224265" y="203653"/>
                      <a:pt x="269993" y="190873"/>
                    </a:cubicBezTo>
                    <a:cubicBezTo>
                      <a:pt x="272468" y="189790"/>
                      <a:pt x="273112" y="186853"/>
                      <a:pt x="272193" y="184581"/>
                    </a:cubicBezTo>
                    <a:cubicBezTo>
                      <a:pt x="292926" y="173326"/>
                      <a:pt x="314269" y="162514"/>
                      <a:pt x="337632" y="157133"/>
                    </a:cubicBezTo>
                    <a:cubicBezTo>
                      <a:pt x="353682" y="153294"/>
                      <a:pt x="375370" y="150464"/>
                      <a:pt x="387133" y="164270"/>
                    </a:cubicBezTo>
                    <a:cubicBezTo>
                      <a:pt x="389985" y="167830"/>
                      <a:pt x="390827" y="173006"/>
                      <a:pt x="392838" y="177108"/>
                    </a:cubicBezTo>
                    <a:cubicBezTo>
                      <a:pt x="381358" y="178166"/>
                      <a:pt x="370549" y="182284"/>
                      <a:pt x="359989" y="186476"/>
                    </a:cubicBezTo>
                    <a:cubicBezTo>
                      <a:pt x="350022" y="190438"/>
                      <a:pt x="339763" y="194244"/>
                      <a:pt x="330595" y="199740"/>
                    </a:cubicBezTo>
                    <a:cubicBezTo>
                      <a:pt x="328266" y="201135"/>
                      <a:pt x="329358" y="204252"/>
                      <a:pt x="331935" y="204457"/>
                    </a:cubicBezTo>
                    <a:cubicBezTo>
                      <a:pt x="341181" y="205179"/>
                      <a:pt x="350203" y="201939"/>
                      <a:pt x="358778" y="198985"/>
                    </a:cubicBezTo>
                    <a:cubicBezTo>
                      <a:pt x="372044" y="195056"/>
                      <a:pt x="393946" y="184564"/>
                      <a:pt x="406706" y="192685"/>
                    </a:cubicBezTo>
                    <a:cubicBezTo>
                      <a:pt x="414680" y="198567"/>
                      <a:pt x="414362" y="210445"/>
                      <a:pt x="415384" y="218993"/>
                    </a:cubicBezTo>
                    <a:cubicBezTo>
                      <a:pt x="405864" y="219206"/>
                      <a:pt x="396876" y="223242"/>
                      <a:pt x="388327" y="226893"/>
                    </a:cubicBezTo>
                    <a:cubicBezTo>
                      <a:pt x="384529" y="228943"/>
                      <a:pt x="361966" y="234940"/>
                      <a:pt x="368874" y="240895"/>
                    </a:cubicBezTo>
                    <a:cubicBezTo>
                      <a:pt x="383541" y="246933"/>
                      <a:pt x="406491" y="226195"/>
                      <a:pt x="421450" y="232495"/>
                    </a:cubicBezTo>
                    <a:cubicBezTo>
                      <a:pt x="425798" y="234604"/>
                      <a:pt x="431151" y="238837"/>
                      <a:pt x="431985" y="243717"/>
                    </a:cubicBezTo>
                    <a:cubicBezTo>
                      <a:pt x="432904" y="260977"/>
                      <a:pt x="402951" y="271862"/>
                      <a:pt x="392984" y="283339"/>
                    </a:cubicBezTo>
                    <a:cubicBezTo>
                      <a:pt x="389556" y="287161"/>
                      <a:pt x="392898" y="292149"/>
                      <a:pt x="397899" y="291394"/>
                    </a:cubicBezTo>
                    <a:cubicBezTo>
                      <a:pt x="409335" y="289663"/>
                      <a:pt x="420299" y="281460"/>
                      <a:pt x="428994" y="274004"/>
                    </a:cubicBezTo>
                    <a:cubicBezTo>
                      <a:pt x="430558" y="278589"/>
                      <a:pt x="430859" y="283544"/>
                      <a:pt x="430575" y="288351"/>
                    </a:cubicBezTo>
                    <a:close/>
                    <a:moveTo>
                      <a:pt x="676239" y="188108"/>
                    </a:moveTo>
                    <a:cubicBezTo>
                      <a:pt x="670525" y="183875"/>
                      <a:pt x="665335" y="178986"/>
                      <a:pt x="660601" y="173785"/>
                    </a:cubicBezTo>
                    <a:cubicBezTo>
                      <a:pt x="662921" y="174023"/>
                      <a:pt x="665249" y="174163"/>
                      <a:pt x="667595" y="174253"/>
                    </a:cubicBezTo>
                    <a:cubicBezTo>
                      <a:pt x="672029" y="179027"/>
                      <a:pt x="675663" y="184179"/>
                      <a:pt x="678447" y="189626"/>
                    </a:cubicBezTo>
                    <a:cubicBezTo>
                      <a:pt x="677700" y="189133"/>
                      <a:pt x="676961" y="188641"/>
                      <a:pt x="676239" y="188108"/>
                    </a:cubicBezTo>
                    <a:close/>
                  </a:path>
                </a:pathLst>
              </a:custGeom>
              <a:solidFill>
                <a:srgbClr val="000000"/>
              </a:solidFill>
              <a:ln w="85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grpSp>
            <p:nvGrpSpPr>
              <p:cNvPr id="228" name="Graphic 214" descr="Woman with thumbs up">
                <a:extLst>
                  <a:ext uri="{FF2B5EF4-FFF2-40B4-BE49-F238E27FC236}">
                    <a16:creationId xmlns:a16="http://schemas.microsoft.com/office/drawing/2014/main" id="{D1DC4FB0-C563-005B-5D42-293BCA069EDD}"/>
                  </a:ext>
                </a:extLst>
              </p:cNvPr>
              <p:cNvGrpSpPr/>
              <p:nvPr/>
            </p:nvGrpSpPr>
            <p:grpSpPr>
              <a:xfrm>
                <a:off x="18665142" y="10011288"/>
                <a:ext cx="834817" cy="632417"/>
                <a:chOff x="18665142" y="10011288"/>
                <a:chExt cx="834817" cy="632417"/>
              </a:xfrm>
              <a:solidFill>
                <a:srgbClr val="000000"/>
              </a:solidFill>
            </p:grpSpPr>
            <p:sp>
              <p:nvSpPr>
                <p:cNvPr id="229" name="Freeform: Shape 228">
                  <a:extLst>
                    <a:ext uri="{FF2B5EF4-FFF2-40B4-BE49-F238E27FC236}">
                      <a16:creationId xmlns:a16="http://schemas.microsoft.com/office/drawing/2014/main" id="{567EA02A-7057-9C2D-80D7-18E8A4023F52}"/>
                    </a:ext>
                  </a:extLst>
                </p:cNvPr>
                <p:cNvSpPr/>
                <p:nvPr/>
              </p:nvSpPr>
              <p:spPr>
                <a:xfrm>
                  <a:off x="18967846" y="10164292"/>
                  <a:ext cx="72095" cy="76541"/>
                </a:xfrm>
                <a:custGeom>
                  <a:avLst/>
                  <a:gdLst>
                    <a:gd name="connsiteX0" fmla="*/ 52491 w 72095"/>
                    <a:gd name="connsiteY0" fmla="*/ 4276 h 76541"/>
                    <a:gd name="connsiteX1" fmla="*/ 284 w 72095"/>
                    <a:gd name="connsiteY1" fmla="*/ 29780 h 76541"/>
                    <a:gd name="connsiteX2" fmla="*/ 54983 w 72095"/>
                    <a:gd name="connsiteY2" fmla="*/ 70705 h 76541"/>
                    <a:gd name="connsiteX3" fmla="*/ 52491 w 72095"/>
                    <a:gd name="connsiteY3" fmla="*/ 4276 h 765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095" h="76541">
                      <a:moveTo>
                        <a:pt x="52491" y="4276"/>
                      </a:moveTo>
                      <a:cubicBezTo>
                        <a:pt x="32419" y="-7561"/>
                        <a:pt x="1598" y="6548"/>
                        <a:pt x="284" y="29780"/>
                      </a:cubicBezTo>
                      <a:cubicBezTo>
                        <a:pt x="-3196" y="58409"/>
                        <a:pt x="25923" y="89778"/>
                        <a:pt x="54983" y="70705"/>
                      </a:cubicBezTo>
                      <a:cubicBezTo>
                        <a:pt x="79969" y="56399"/>
                        <a:pt x="76266" y="17155"/>
                        <a:pt x="52491" y="427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5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0" name="Freeform: Shape 229">
                  <a:extLst>
                    <a:ext uri="{FF2B5EF4-FFF2-40B4-BE49-F238E27FC236}">
                      <a16:creationId xmlns:a16="http://schemas.microsoft.com/office/drawing/2014/main" id="{994646AC-B667-5F9E-DDD0-0E54A334BC6B}"/>
                    </a:ext>
                  </a:extLst>
                </p:cNvPr>
                <p:cNvSpPr/>
                <p:nvPr/>
              </p:nvSpPr>
              <p:spPr>
                <a:xfrm>
                  <a:off x="19110566" y="10285565"/>
                  <a:ext cx="76115" cy="80788"/>
                </a:xfrm>
                <a:custGeom>
                  <a:avLst/>
                  <a:gdLst>
                    <a:gd name="connsiteX0" fmla="*/ 21661 w 76115"/>
                    <a:gd name="connsiteY0" fmla="*/ 76254 h 80788"/>
                    <a:gd name="connsiteX1" fmla="*/ 76024 w 76115"/>
                    <a:gd name="connsiteY1" fmla="*/ 40824 h 80788"/>
                    <a:gd name="connsiteX2" fmla="*/ 24951 w 76115"/>
                    <a:gd name="connsiteY2" fmla="*/ 2204 h 80788"/>
                    <a:gd name="connsiteX3" fmla="*/ 21661 w 76115"/>
                    <a:gd name="connsiteY3" fmla="*/ 76254 h 807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115" h="80788">
                      <a:moveTo>
                        <a:pt x="21661" y="76254"/>
                      </a:moveTo>
                      <a:cubicBezTo>
                        <a:pt x="46217" y="91036"/>
                        <a:pt x="78035" y="67164"/>
                        <a:pt x="76024" y="40824"/>
                      </a:cubicBezTo>
                      <a:cubicBezTo>
                        <a:pt x="75646" y="14992"/>
                        <a:pt x="51725" y="-7206"/>
                        <a:pt x="24951" y="2204"/>
                      </a:cubicBezTo>
                      <a:cubicBezTo>
                        <a:pt x="-10466" y="12400"/>
                        <a:pt x="-5053" y="60799"/>
                        <a:pt x="21661" y="7625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5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1" name="Freeform: Shape 230">
                  <a:extLst>
                    <a:ext uri="{FF2B5EF4-FFF2-40B4-BE49-F238E27FC236}">
                      <a16:creationId xmlns:a16="http://schemas.microsoft.com/office/drawing/2014/main" id="{914C2069-1EA4-D41E-D4A1-988993CFE9FF}"/>
                    </a:ext>
                  </a:extLst>
                </p:cNvPr>
                <p:cNvSpPr/>
                <p:nvPr/>
              </p:nvSpPr>
              <p:spPr>
                <a:xfrm>
                  <a:off x="19247751" y="10157802"/>
                  <a:ext cx="64716" cy="68667"/>
                </a:xfrm>
                <a:custGeom>
                  <a:avLst/>
                  <a:gdLst>
                    <a:gd name="connsiteX0" fmla="*/ 64639 w 64716"/>
                    <a:gd name="connsiteY0" fmla="*/ 34695 h 68667"/>
                    <a:gd name="connsiteX1" fmla="*/ 21214 w 64716"/>
                    <a:gd name="connsiteY1" fmla="*/ 1874 h 68667"/>
                    <a:gd name="connsiteX2" fmla="*/ 18404 w 64716"/>
                    <a:gd name="connsiteY2" fmla="*/ 64808 h 68667"/>
                    <a:gd name="connsiteX3" fmla="*/ 64639 w 64716"/>
                    <a:gd name="connsiteY3" fmla="*/ 34695 h 68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4716" h="68667">
                      <a:moveTo>
                        <a:pt x="64639" y="34695"/>
                      </a:moveTo>
                      <a:cubicBezTo>
                        <a:pt x="64321" y="12735"/>
                        <a:pt x="43975" y="-6124"/>
                        <a:pt x="21214" y="1874"/>
                      </a:cubicBezTo>
                      <a:cubicBezTo>
                        <a:pt x="-8885" y="10536"/>
                        <a:pt x="-4306" y="51675"/>
                        <a:pt x="18404" y="64808"/>
                      </a:cubicBezTo>
                      <a:cubicBezTo>
                        <a:pt x="39283" y="77384"/>
                        <a:pt x="66349" y="57089"/>
                        <a:pt x="64639" y="3469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5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2" name="Freeform: Shape 231">
                  <a:extLst>
                    <a:ext uri="{FF2B5EF4-FFF2-40B4-BE49-F238E27FC236}">
                      <a16:creationId xmlns:a16="http://schemas.microsoft.com/office/drawing/2014/main" id="{A2FD251D-7CB3-37F0-6220-30ACD3906513}"/>
                    </a:ext>
                  </a:extLst>
                </p:cNvPr>
                <p:cNvSpPr/>
                <p:nvPr/>
              </p:nvSpPr>
              <p:spPr>
                <a:xfrm>
                  <a:off x="18952706" y="10404629"/>
                  <a:ext cx="74462" cy="79056"/>
                </a:xfrm>
                <a:custGeom>
                  <a:avLst/>
                  <a:gdLst>
                    <a:gd name="connsiteX0" fmla="*/ 54210 w 74462"/>
                    <a:gd name="connsiteY0" fmla="*/ 4415 h 79056"/>
                    <a:gd name="connsiteX1" fmla="*/ 293 w 74462"/>
                    <a:gd name="connsiteY1" fmla="*/ 30756 h 79056"/>
                    <a:gd name="connsiteX2" fmla="*/ 56787 w 74462"/>
                    <a:gd name="connsiteY2" fmla="*/ 73027 h 79056"/>
                    <a:gd name="connsiteX3" fmla="*/ 54210 w 74462"/>
                    <a:gd name="connsiteY3" fmla="*/ 4415 h 790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462" h="79056">
                      <a:moveTo>
                        <a:pt x="54210" y="4415"/>
                      </a:moveTo>
                      <a:cubicBezTo>
                        <a:pt x="33485" y="-7808"/>
                        <a:pt x="1650" y="6761"/>
                        <a:pt x="293" y="30756"/>
                      </a:cubicBezTo>
                      <a:cubicBezTo>
                        <a:pt x="-3299" y="60328"/>
                        <a:pt x="26774" y="92731"/>
                        <a:pt x="56787" y="73027"/>
                      </a:cubicBezTo>
                      <a:cubicBezTo>
                        <a:pt x="82599" y="58253"/>
                        <a:pt x="78767" y="17713"/>
                        <a:pt x="54210" y="441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5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3" name="Freeform: Shape 232">
                  <a:extLst>
                    <a:ext uri="{FF2B5EF4-FFF2-40B4-BE49-F238E27FC236}">
                      <a16:creationId xmlns:a16="http://schemas.microsoft.com/office/drawing/2014/main" id="{77D776F6-5095-F1F5-2B34-F819A39D349F}"/>
                    </a:ext>
                  </a:extLst>
                </p:cNvPr>
                <p:cNvSpPr/>
                <p:nvPr/>
              </p:nvSpPr>
              <p:spPr>
                <a:xfrm>
                  <a:off x="19109846" y="10499843"/>
                  <a:ext cx="77892" cy="82708"/>
                </a:xfrm>
                <a:custGeom>
                  <a:avLst/>
                  <a:gdLst>
                    <a:gd name="connsiteX0" fmla="*/ 56706 w 77892"/>
                    <a:gd name="connsiteY0" fmla="*/ 4620 h 82708"/>
                    <a:gd name="connsiteX1" fmla="*/ 306 w 77892"/>
                    <a:gd name="connsiteY1" fmla="*/ 32175 h 82708"/>
                    <a:gd name="connsiteX2" fmla="*/ 59404 w 77892"/>
                    <a:gd name="connsiteY2" fmla="*/ 76398 h 82708"/>
                    <a:gd name="connsiteX3" fmla="*/ 56706 w 77892"/>
                    <a:gd name="connsiteY3" fmla="*/ 4620 h 827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892" h="82708">
                      <a:moveTo>
                        <a:pt x="56706" y="4620"/>
                      </a:moveTo>
                      <a:cubicBezTo>
                        <a:pt x="35028" y="-8169"/>
                        <a:pt x="1724" y="7073"/>
                        <a:pt x="306" y="32175"/>
                      </a:cubicBezTo>
                      <a:cubicBezTo>
                        <a:pt x="-3449" y="63109"/>
                        <a:pt x="27999" y="97021"/>
                        <a:pt x="59404" y="76398"/>
                      </a:cubicBezTo>
                      <a:cubicBezTo>
                        <a:pt x="86401" y="60943"/>
                        <a:pt x="82397" y="18533"/>
                        <a:pt x="56706" y="462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5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4" name="Freeform: Shape 233">
                  <a:extLst>
                    <a:ext uri="{FF2B5EF4-FFF2-40B4-BE49-F238E27FC236}">
                      <a16:creationId xmlns:a16="http://schemas.microsoft.com/office/drawing/2014/main" id="{E5FA50E0-7DA3-690D-AC96-A622131D17D8}"/>
                    </a:ext>
                  </a:extLst>
                </p:cNvPr>
                <p:cNvSpPr/>
                <p:nvPr/>
              </p:nvSpPr>
              <p:spPr>
                <a:xfrm>
                  <a:off x="19290505" y="10552424"/>
                  <a:ext cx="78737" cy="83606"/>
                </a:xfrm>
                <a:custGeom>
                  <a:avLst/>
                  <a:gdLst>
                    <a:gd name="connsiteX0" fmla="*/ 57320 w 78737"/>
                    <a:gd name="connsiteY0" fmla="*/ 4671 h 83606"/>
                    <a:gd name="connsiteX1" fmla="*/ 310 w 78737"/>
                    <a:gd name="connsiteY1" fmla="*/ 32521 h 83606"/>
                    <a:gd name="connsiteX2" fmla="*/ 60052 w 78737"/>
                    <a:gd name="connsiteY2" fmla="*/ 77228 h 83606"/>
                    <a:gd name="connsiteX3" fmla="*/ 57320 w 78737"/>
                    <a:gd name="connsiteY3" fmla="*/ 4671 h 83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737" h="83606">
                      <a:moveTo>
                        <a:pt x="57320" y="4671"/>
                      </a:moveTo>
                      <a:cubicBezTo>
                        <a:pt x="35401" y="-8257"/>
                        <a:pt x="1736" y="7148"/>
                        <a:pt x="310" y="32521"/>
                      </a:cubicBezTo>
                      <a:cubicBezTo>
                        <a:pt x="-3488" y="63791"/>
                        <a:pt x="28303" y="98072"/>
                        <a:pt x="60052" y="77228"/>
                      </a:cubicBezTo>
                      <a:cubicBezTo>
                        <a:pt x="87341" y="61617"/>
                        <a:pt x="83286" y="18739"/>
                        <a:pt x="57320" y="467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5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5" name="Freeform: Shape 234">
                  <a:extLst>
                    <a:ext uri="{FF2B5EF4-FFF2-40B4-BE49-F238E27FC236}">
                      <a16:creationId xmlns:a16="http://schemas.microsoft.com/office/drawing/2014/main" id="{6F40EAFF-7A88-4690-E24F-8D605662F04C}"/>
                    </a:ext>
                  </a:extLst>
                </p:cNvPr>
                <p:cNvSpPr/>
                <p:nvPr/>
              </p:nvSpPr>
              <p:spPr>
                <a:xfrm>
                  <a:off x="18856766" y="10567636"/>
                  <a:ext cx="71649" cy="76070"/>
                </a:xfrm>
                <a:custGeom>
                  <a:avLst/>
                  <a:gdLst>
                    <a:gd name="connsiteX0" fmla="*/ 52162 w 71649"/>
                    <a:gd name="connsiteY0" fmla="*/ 4250 h 76070"/>
                    <a:gd name="connsiteX1" fmla="*/ 281 w 71649"/>
                    <a:gd name="connsiteY1" fmla="*/ 29597 h 76070"/>
                    <a:gd name="connsiteX2" fmla="*/ 54645 w 71649"/>
                    <a:gd name="connsiteY2" fmla="*/ 70269 h 76070"/>
                    <a:gd name="connsiteX3" fmla="*/ 52162 w 71649"/>
                    <a:gd name="connsiteY3" fmla="*/ 4250 h 760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1649" h="76070">
                      <a:moveTo>
                        <a:pt x="52162" y="4250"/>
                      </a:moveTo>
                      <a:cubicBezTo>
                        <a:pt x="32219" y="-7514"/>
                        <a:pt x="1579" y="6505"/>
                        <a:pt x="281" y="29597"/>
                      </a:cubicBezTo>
                      <a:cubicBezTo>
                        <a:pt x="-3173" y="58054"/>
                        <a:pt x="25766" y="89226"/>
                        <a:pt x="54645" y="70269"/>
                      </a:cubicBezTo>
                      <a:cubicBezTo>
                        <a:pt x="79477" y="56053"/>
                        <a:pt x="75791" y="17047"/>
                        <a:pt x="52162" y="425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5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6" name="Freeform: Shape 235">
                  <a:extLst>
                    <a:ext uri="{FF2B5EF4-FFF2-40B4-BE49-F238E27FC236}">
                      <a16:creationId xmlns:a16="http://schemas.microsoft.com/office/drawing/2014/main" id="{8BB47708-39A6-CAE4-6AA2-0556AAD7519C}"/>
                    </a:ext>
                  </a:extLst>
                </p:cNvPr>
                <p:cNvSpPr/>
                <p:nvPr/>
              </p:nvSpPr>
              <p:spPr>
                <a:xfrm>
                  <a:off x="19294507" y="10353244"/>
                  <a:ext cx="71240" cy="75606"/>
                </a:xfrm>
                <a:custGeom>
                  <a:avLst/>
                  <a:gdLst>
                    <a:gd name="connsiteX0" fmla="*/ 20264 w 71240"/>
                    <a:gd name="connsiteY0" fmla="*/ 71361 h 75606"/>
                    <a:gd name="connsiteX1" fmla="*/ 71156 w 71240"/>
                    <a:gd name="connsiteY1" fmla="*/ 38204 h 75606"/>
                    <a:gd name="connsiteX2" fmla="*/ 23357 w 71240"/>
                    <a:gd name="connsiteY2" fmla="*/ 2061 h 75606"/>
                    <a:gd name="connsiteX3" fmla="*/ 20264 w 71240"/>
                    <a:gd name="connsiteY3" fmla="*/ 71361 h 75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1240" h="75606">
                      <a:moveTo>
                        <a:pt x="20264" y="71361"/>
                      </a:moveTo>
                      <a:cubicBezTo>
                        <a:pt x="43240" y="85200"/>
                        <a:pt x="73029" y="62855"/>
                        <a:pt x="71156" y="38204"/>
                      </a:cubicBezTo>
                      <a:cubicBezTo>
                        <a:pt x="70804" y="14029"/>
                        <a:pt x="48412" y="-6741"/>
                        <a:pt x="23357" y="2061"/>
                      </a:cubicBezTo>
                      <a:cubicBezTo>
                        <a:pt x="-9792" y="11609"/>
                        <a:pt x="-4731" y="56899"/>
                        <a:pt x="20264" y="7136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5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7" name="Freeform: Shape 236">
                  <a:extLst>
                    <a:ext uri="{FF2B5EF4-FFF2-40B4-BE49-F238E27FC236}">
                      <a16:creationId xmlns:a16="http://schemas.microsoft.com/office/drawing/2014/main" id="{02AE0C9C-E946-EAD5-CE3E-7C5197F7947E}"/>
                    </a:ext>
                  </a:extLst>
                </p:cNvPr>
                <p:cNvSpPr/>
                <p:nvPr/>
              </p:nvSpPr>
              <p:spPr>
                <a:xfrm>
                  <a:off x="19320993" y="10011350"/>
                  <a:ext cx="68268" cy="72454"/>
                </a:xfrm>
                <a:custGeom>
                  <a:avLst/>
                  <a:gdLst>
                    <a:gd name="connsiteX0" fmla="*/ 49705 w 68268"/>
                    <a:gd name="connsiteY0" fmla="*/ 4048 h 72454"/>
                    <a:gd name="connsiteX1" fmla="*/ 290 w 68268"/>
                    <a:gd name="connsiteY1" fmla="*/ 28190 h 72454"/>
                    <a:gd name="connsiteX2" fmla="*/ 52068 w 68268"/>
                    <a:gd name="connsiteY2" fmla="*/ 66917 h 72454"/>
                    <a:gd name="connsiteX3" fmla="*/ 49705 w 68268"/>
                    <a:gd name="connsiteY3" fmla="*/ 4048 h 72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8268" h="72454">
                      <a:moveTo>
                        <a:pt x="49705" y="4048"/>
                      </a:moveTo>
                      <a:cubicBezTo>
                        <a:pt x="30707" y="-7157"/>
                        <a:pt x="1528" y="6197"/>
                        <a:pt x="290" y="28190"/>
                      </a:cubicBezTo>
                      <a:cubicBezTo>
                        <a:pt x="-3164" y="55154"/>
                        <a:pt x="24813" y="85038"/>
                        <a:pt x="52068" y="66917"/>
                      </a:cubicBezTo>
                      <a:cubicBezTo>
                        <a:pt x="75722" y="53382"/>
                        <a:pt x="72217" y="16238"/>
                        <a:pt x="49705" y="404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5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8" name="Freeform: Shape 237">
                  <a:extLst>
                    <a:ext uri="{FF2B5EF4-FFF2-40B4-BE49-F238E27FC236}">
                      <a16:creationId xmlns:a16="http://schemas.microsoft.com/office/drawing/2014/main" id="{570E4980-6224-7D42-052D-2E48A3A38BBE}"/>
                    </a:ext>
                  </a:extLst>
                </p:cNvPr>
                <p:cNvSpPr/>
                <p:nvPr/>
              </p:nvSpPr>
              <p:spPr>
                <a:xfrm>
                  <a:off x="19438020" y="10116674"/>
                  <a:ext cx="61939" cy="65584"/>
                </a:xfrm>
                <a:custGeom>
                  <a:avLst/>
                  <a:gdLst>
                    <a:gd name="connsiteX0" fmla="*/ 30983 w 61939"/>
                    <a:gd name="connsiteY0" fmla="*/ 65585 h 65584"/>
                    <a:gd name="connsiteX1" fmla="*/ 61890 w 61939"/>
                    <a:gd name="connsiteY1" fmla="*/ 33133 h 65584"/>
                    <a:gd name="connsiteX2" fmla="*/ 20415 w 61939"/>
                    <a:gd name="connsiteY2" fmla="*/ 1789 h 65584"/>
                    <a:gd name="connsiteX3" fmla="*/ 197 w 61939"/>
                    <a:gd name="connsiteY3" fmla="*/ 25578 h 65584"/>
                    <a:gd name="connsiteX4" fmla="*/ 30983 w 61939"/>
                    <a:gd name="connsiteY4" fmla="*/ 65585 h 65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939" h="65584">
                      <a:moveTo>
                        <a:pt x="30983" y="65585"/>
                      </a:moveTo>
                      <a:cubicBezTo>
                        <a:pt x="47988" y="65445"/>
                        <a:pt x="62913" y="49909"/>
                        <a:pt x="61890" y="33133"/>
                      </a:cubicBezTo>
                      <a:cubicBezTo>
                        <a:pt x="61589" y="12166"/>
                        <a:pt x="42153" y="-5848"/>
                        <a:pt x="20415" y="1789"/>
                      </a:cubicBezTo>
                      <a:cubicBezTo>
                        <a:pt x="8729" y="5595"/>
                        <a:pt x="1555" y="14044"/>
                        <a:pt x="197" y="25578"/>
                      </a:cubicBezTo>
                      <a:cubicBezTo>
                        <a:pt x="-1771" y="43707"/>
                        <a:pt x="11178" y="65314"/>
                        <a:pt x="30983" y="6558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5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39" name="Freeform: Shape 238">
                  <a:extLst>
                    <a:ext uri="{FF2B5EF4-FFF2-40B4-BE49-F238E27FC236}">
                      <a16:creationId xmlns:a16="http://schemas.microsoft.com/office/drawing/2014/main" id="{23C19120-44F0-5C5D-903D-B153D1B16EFE}"/>
                    </a:ext>
                  </a:extLst>
                </p:cNvPr>
                <p:cNvSpPr/>
                <p:nvPr/>
              </p:nvSpPr>
              <p:spPr>
                <a:xfrm>
                  <a:off x="18710793" y="10011288"/>
                  <a:ext cx="68275" cy="72452"/>
                </a:xfrm>
                <a:custGeom>
                  <a:avLst/>
                  <a:gdLst>
                    <a:gd name="connsiteX0" fmla="*/ 19424 w 68275"/>
                    <a:gd name="connsiteY0" fmla="*/ 68382 h 72452"/>
                    <a:gd name="connsiteX1" fmla="*/ 68194 w 68275"/>
                    <a:gd name="connsiteY1" fmla="*/ 36611 h 72452"/>
                    <a:gd name="connsiteX2" fmla="*/ 22379 w 68275"/>
                    <a:gd name="connsiteY2" fmla="*/ 1977 h 72452"/>
                    <a:gd name="connsiteX3" fmla="*/ 19424 w 68275"/>
                    <a:gd name="connsiteY3" fmla="*/ 68382 h 72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8275" h="72452">
                      <a:moveTo>
                        <a:pt x="19424" y="68382"/>
                      </a:moveTo>
                      <a:cubicBezTo>
                        <a:pt x="41446" y="81646"/>
                        <a:pt x="69998" y="60236"/>
                        <a:pt x="68194" y="36611"/>
                      </a:cubicBezTo>
                      <a:cubicBezTo>
                        <a:pt x="67859" y="13445"/>
                        <a:pt x="46395" y="-6464"/>
                        <a:pt x="22379" y="1977"/>
                      </a:cubicBezTo>
                      <a:cubicBezTo>
                        <a:pt x="-9378" y="11116"/>
                        <a:pt x="-4540" y="54519"/>
                        <a:pt x="19424" y="6838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5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40" name="Freeform: Shape 239">
                  <a:extLst>
                    <a:ext uri="{FF2B5EF4-FFF2-40B4-BE49-F238E27FC236}">
                      <a16:creationId xmlns:a16="http://schemas.microsoft.com/office/drawing/2014/main" id="{0FF846AC-A99A-B07A-F992-59DCED76D8C5}"/>
                    </a:ext>
                  </a:extLst>
                </p:cNvPr>
                <p:cNvSpPr/>
                <p:nvPr/>
              </p:nvSpPr>
              <p:spPr>
                <a:xfrm>
                  <a:off x="18665142" y="10148801"/>
                  <a:ext cx="62509" cy="66325"/>
                </a:xfrm>
                <a:custGeom>
                  <a:avLst/>
                  <a:gdLst>
                    <a:gd name="connsiteX0" fmla="*/ 17773 w 62509"/>
                    <a:gd name="connsiteY0" fmla="*/ 62596 h 66325"/>
                    <a:gd name="connsiteX1" fmla="*/ 62436 w 62509"/>
                    <a:gd name="connsiteY1" fmla="*/ 33508 h 66325"/>
                    <a:gd name="connsiteX2" fmla="*/ 20497 w 62509"/>
                    <a:gd name="connsiteY2" fmla="*/ 1810 h 66325"/>
                    <a:gd name="connsiteX3" fmla="*/ 17773 w 62509"/>
                    <a:gd name="connsiteY3" fmla="*/ 62596 h 66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509" h="66325">
                      <a:moveTo>
                        <a:pt x="17773" y="62596"/>
                      </a:moveTo>
                      <a:cubicBezTo>
                        <a:pt x="37939" y="74745"/>
                        <a:pt x="64077" y="55148"/>
                        <a:pt x="62436" y="33508"/>
                      </a:cubicBezTo>
                      <a:cubicBezTo>
                        <a:pt x="62135" y="12302"/>
                        <a:pt x="42468" y="-5917"/>
                        <a:pt x="20497" y="1810"/>
                      </a:cubicBezTo>
                      <a:cubicBezTo>
                        <a:pt x="-8580" y="10186"/>
                        <a:pt x="-4163" y="49914"/>
                        <a:pt x="17773" y="6259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5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pic>
        <p:nvPicPr>
          <p:cNvPr id="216" name="Graphic 215" descr="Female with tied hair">
            <a:extLst>
              <a:ext uri="{FF2B5EF4-FFF2-40B4-BE49-F238E27FC236}">
                <a16:creationId xmlns:a16="http://schemas.microsoft.com/office/drawing/2014/main" id="{A3636EF3-7B10-9B58-0354-8E4D61AB85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84015" y="10799410"/>
            <a:ext cx="784758" cy="739848"/>
          </a:xfrm>
          <a:prstGeom prst="rect">
            <a:avLst/>
          </a:prstGeom>
        </p:spPr>
      </p:pic>
      <p:pic>
        <p:nvPicPr>
          <p:cNvPr id="217" name="Graphic 216" descr="A smiling woman">
            <a:extLst>
              <a:ext uri="{FF2B5EF4-FFF2-40B4-BE49-F238E27FC236}">
                <a16:creationId xmlns:a16="http://schemas.microsoft.com/office/drawing/2014/main" id="{85CAA645-DF3B-0634-09BA-B349E9D17C3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40317" y="11047391"/>
            <a:ext cx="337391" cy="352308"/>
          </a:xfrm>
          <a:prstGeom prst="rect">
            <a:avLst/>
          </a:prstGeom>
        </p:spPr>
      </p:pic>
      <p:grpSp>
        <p:nvGrpSpPr>
          <p:cNvPr id="241" name="Graphic 186" descr="Woman holding a teacup">
            <a:extLst>
              <a:ext uri="{FF2B5EF4-FFF2-40B4-BE49-F238E27FC236}">
                <a16:creationId xmlns:a16="http://schemas.microsoft.com/office/drawing/2014/main" id="{F62480DA-974B-5D69-D915-6F6014295FB7}"/>
              </a:ext>
            </a:extLst>
          </p:cNvPr>
          <p:cNvGrpSpPr/>
          <p:nvPr/>
        </p:nvGrpSpPr>
        <p:grpSpPr>
          <a:xfrm>
            <a:off x="5863147" y="11364544"/>
            <a:ext cx="1132149" cy="958556"/>
            <a:chOff x="20600677" y="9734767"/>
            <a:chExt cx="1132149" cy="958556"/>
          </a:xfrm>
        </p:grpSpPr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F55145F7-E78D-1112-1FED-2391A2431A23}"/>
                </a:ext>
              </a:extLst>
            </p:cNvPr>
            <p:cNvSpPr/>
            <p:nvPr/>
          </p:nvSpPr>
          <p:spPr>
            <a:xfrm>
              <a:off x="20610726" y="9742109"/>
              <a:ext cx="1115039" cy="940863"/>
            </a:xfrm>
            <a:custGeom>
              <a:avLst/>
              <a:gdLst>
                <a:gd name="connsiteX0" fmla="*/ 200405 w 1115039"/>
                <a:gd name="connsiteY0" fmla="*/ 901897 h 940863"/>
                <a:gd name="connsiteX1" fmla="*/ 942919 w 1115039"/>
                <a:gd name="connsiteY1" fmla="*/ 909290 h 940863"/>
                <a:gd name="connsiteX2" fmla="*/ 946030 w 1115039"/>
                <a:gd name="connsiteY2" fmla="*/ 905345 h 940863"/>
                <a:gd name="connsiteX3" fmla="*/ 938820 w 1115039"/>
                <a:gd name="connsiteY3" fmla="*/ 841526 h 940863"/>
                <a:gd name="connsiteX4" fmla="*/ 944454 w 1115039"/>
                <a:gd name="connsiteY4" fmla="*/ 837788 h 940863"/>
                <a:gd name="connsiteX5" fmla="*/ 1098645 w 1115039"/>
                <a:gd name="connsiteY5" fmla="*/ 817238 h 940863"/>
                <a:gd name="connsiteX6" fmla="*/ 1107901 w 1115039"/>
                <a:gd name="connsiteY6" fmla="*/ 648343 h 940863"/>
                <a:gd name="connsiteX7" fmla="*/ 1084837 w 1115039"/>
                <a:gd name="connsiteY7" fmla="*/ 535401 h 940863"/>
                <a:gd name="connsiteX8" fmla="*/ 935351 w 1115039"/>
                <a:gd name="connsiteY8" fmla="*/ 212056 h 940863"/>
                <a:gd name="connsiteX9" fmla="*/ 767932 w 1115039"/>
                <a:gd name="connsiteY9" fmla="*/ 135063 h 940863"/>
                <a:gd name="connsiteX10" fmla="*/ 704418 w 1115039"/>
                <a:gd name="connsiteY10" fmla="*/ 82359 h 940863"/>
                <a:gd name="connsiteX11" fmla="*/ 487650 w 1115039"/>
                <a:gd name="connsiteY11" fmla="*/ 9 h 940863"/>
                <a:gd name="connsiteX12" fmla="*/ 486193 w 1115039"/>
                <a:gd name="connsiteY12" fmla="*/ 1321 h 940863"/>
                <a:gd name="connsiteX13" fmla="*/ 448964 w 1115039"/>
                <a:gd name="connsiteY13" fmla="*/ 104280 h 940863"/>
                <a:gd name="connsiteX14" fmla="*/ 340312 w 1115039"/>
                <a:gd name="connsiteY14" fmla="*/ 140039 h 940863"/>
                <a:gd name="connsiteX15" fmla="*/ 91105 w 1115039"/>
                <a:gd name="connsiteY15" fmla="*/ 320804 h 940863"/>
                <a:gd name="connsiteX16" fmla="*/ 22818 w 1115039"/>
                <a:gd name="connsiteY16" fmla="*/ 544355 h 940863"/>
                <a:gd name="connsiteX17" fmla="*/ 249 w 1115039"/>
                <a:gd name="connsiteY17" fmla="*/ 656417 h 940863"/>
                <a:gd name="connsiteX18" fmla="*/ 151338 w 1115039"/>
                <a:gd name="connsiteY18" fmla="*/ 804338 h 940863"/>
                <a:gd name="connsiteX19" fmla="*/ 189087 w 1115039"/>
                <a:gd name="connsiteY19" fmla="*/ 798914 h 940863"/>
                <a:gd name="connsiteX20" fmla="*/ 195275 w 1115039"/>
                <a:gd name="connsiteY20" fmla="*/ 803856 h 940863"/>
                <a:gd name="connsiteX21" fmla="*/ 200405 w 1115039"/>
                <a:gd name="connsiteY21" fmla="*/ 901897 h 940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15039" h="940863">
                  <a:moveTo>
                    <a:pt x="200405" y="901897"/>
                  </a:moveTo>
                  <a:cubicBezTo>
                    <a:pt x="200405" y="901897"/>
                    <a:pt x="441217" y="984414"/>
                    <a:pt x="942919" y="909290"/>
                  </a:cubicBezTo>
                  <a:cubicBezTo>
                    <a:pt x="944871" y="908999"/>
                    <a:pt x="946243" y="907255"/>
                    <a:pt x="946030" y="905345"/>
                  </a:cubicBezTo>
                  <a:lnTo>
                    <a:pt x="938820" y="841526"/>
                  </a:lnTo>
                  <a:cubicBezTo>
                    <a:pt x="938479" y="838528"/>
                    <a:pt x="941718" y="836368"/>
                    <a:pt x="944454" y="837788"/>
                  </a:cubicBezTo>
                  <a:cubicBezTo>
                    <a:pt x="969460" y="850780"/>
                    <a:pt x="1060453" y="891381"/>
                    <a:pt x="1098645" y="817238"/>
                  </a:cubicBezTo>
                  <a:cubicBezTo>
                    <a:pt x="1119765" y="776238"/>
                    <a:pt x="1117728" y="719081"/>
                    <a:pt x="1107901" y="648343"/>
                  </a:cubicBezTo>
                  <a:cubicBezTo>
                    <a:pt x="1105506" y="631074"/>
                    <a:pt x="1099591" y="588238"/>
                    <a:pt x="1084837" y="535401"/>
                  </a:cubicBezTo>
                  <a:cubicBezTo>
                    <a:pt x="1054691" y="427450"/>
                    <a:pt x="998413" y="276971"/>
                    <a:pt x="935351" y="212056"/>
                  </a:cubicBezTo>
                  <a:cubicBezTo>
                    <a:pt x="896341" y="171903"/>
                    <a:pt x="834216" y="138411"/>
                    <a:pt x="767932" y="135063"/>
                  </a:cubicBezTo>
                  <a:cubicBezTo>
                    <a:pt x="767932" y="135063"/>
                    <a:pt x="718975" y="144242"/>
                    <a:pt x="704418" y="82359"/>
                  </a:cubicBezTo>
                  <a:cubicBezTo>
                    <a:pt x="690602" y="23608"/>
                    <a:pt x="506273" y="2036"/>
                    <a:pt x="487650" y="9"/>
                  </a:cubicBezTo>
                  <a:cubicBezTo>
                    <a:pt x="486849" y="-82"/>
                    <a:pt x="486167" y="532"/>
                    <a:pt x="486193" y="1321"/>
                  </a:cubicBezTo>
                  <a:cubicBezTo>
                    <a:pt x="486525" y="12593"/>
                    <a:pt x="487139" y="85383"/>
                    <a:pt x="448964" y="104280"/>
                  </a:cubicBezTo>
                  <a:cubicBezTo>
                    <a:pt x="410423" y="123360"/>
                    <a:pt x="372384" y="135196"/>
                    <a:pt x="340312" y="140039"/>
                  </a:cubicBezTo>
                  <a:cubicBezTo>
                    <a:pt x="212610" y="159293"/>
                    <a:pt x="157662" y="185982"/>
                    <a:pt x="91105" y="320804"/>
                  </a:cubicBezTo>
                  <a:cubicBezTo>
                    <a:pt x="46998" y="410140"/>
                    <a:pt x="35143" y="485844"/>
                    <a:pt x="22818" y="544355"/>
                  </a:cubicBezTo>
                  <a:cubicBezTo>
                    <a:pt x="11951" y="595955"/>
                    <a:pt x="-2043" y="634197"/>
                    <a:pt x="249" y="656417"/>
                  </a:cubicBezTo>
                  <a:cubicBezTo>
                    <a:pt x="5142" y="703830"/>
                    <a:pt x="9667" y="804338"/>
                    <a:pt x="151338" y="804338"/>
                  </a:cubicBezTo>
                  <a:lnTo>
                    <a:pt x="189087" y="798914"/>
                  </a:lnTo>
                  <a:cubicBezTo>
                    <a:pt x="192240" y="798457"/>
                    <a:pt x="195113" y="800758"/>
                    <a:pt x="195275" y="803856"/>
                  </a:cubicBezTo>
                  <a:lnTo>
                    <a:pt x="200405" y="901897"/>
                  </a:lnTo>
                  <a:close/>
                </a:path>
              </a:pathLst>
            </a:custGeom>
            <a:solidFill>
              <a:srgbClr val="FFFFFF"/>
            </a:solidFill>
            <a:ln w="85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AC35F036-E8DD-D018-4583-0325182DDBA4}"/>
                </a:ext>
              </a:extLst>
            </p:cNvPr>
            <p:cNvSpPr/>
            <p:nvPr/>
          </p:nvSpPr>
          <p:spPr>
            <a:xfrm>
              <a:off x="21155991" y="10220362"/>
              <a:ext cx="382771" cy="197592"/>
            </a:xfrm>
            <a:custGeom>
              <a:avLst/>
              <a:gdLst>
                <a:gd name="connsiteX0" fmla="*/ 382765 w 382771"/>
                <a:gd name="connsiteY0" fmla="*/ 126863 h 197592"/>
                <a:gd name="connsiteX1" fmla="*/ 313634 w 382771"/>
                <a:gd name="connsiteY1" fmla="*/ 112078 h 197592"/>
                <a:gd name="connsiteX2" fmla="*/ 308784 w 382771"/>
                <a:gd name="connsiteY2" fmla="*/ 103580 h 197592"/>
                <a:gd name="connsiteX3" fmla="*/ 313097 w 382771"/>
                <a:gd name="connsiteY3" fmla="*/ 90672 h 197592"/>
                <a:gd name="connsiteX4" fmla="*/ 313847 w 382771"/>
                <a:gd name="connsiteY4" fmla="*/ 39804 h 197592"/>
                <a:gd name="connsiteX5" fmla="*/ 317947 w 382771"/>
                <a:gd name="connsiteY5" fmla="*/ 39629 h 197592"/>
                <a:gd name="connsiteX6" fmla="*/ 325703 w 382771"/>
                <a:gd name="connsiteY6" fmla="*/ 47171 h 197592"/>
                <a:gd name="connsiteX7" fmla="*/ 327910 w 382771"/>
                <a:gd name="connsiteY7" fmla="*/ 41174 h 197592"/>
                <a:gd name="connsiteX8" fmla="*/ 326325 w 382771"/>
                <a:gd name="connsiteY8" fmla="*/ 8688 h 197592"/>
                <a:gd name="connsiteX9" fmla="*/ 260254 w 382771"/>
                <a:gd name="connsiteY9" fmla="*/ 6428 h 197592"/>
                <a:gd name="connsiteX10" fmla="*/ 100548 w 382771"/>
                <a:gd name="connsiteY10" fmla="*/ 439 h 197592"/>
                <a:gd name="connsiteX11" fmla="*/ 87406 w 382771"/>
                <a:gd name="connsiteY11" fmla="*/ 954 h 197592"/>
                <a:gd name="connsiteX12" fmla="*/ 77357 w 382771"/>
                <a:gd name="connsiteY12" fmla="*/ 91412 h 197592"/>
                <a:gd name="connsiteX13" fmla="*/ 71408 w 382771"/>
                <a:gd name="connsiteY13" fmla="*/ 94651 h 197592"/>
                <a:gd name="connsiteX14" fmla="*/ 39080 w 382771"/>
                <a:gd name="connsiteY14" fmla="*/ 111870 h 197592"/>
                <a:gd name="connsiteX15" fmla="*/ 6189 w 382771"/>
                <a:gd name="connsiteY15" fmla="*/ 114221 h 197592"/>
                <a:gd name="connsiteX16" fmla="*/ 34179 w 382771"/>
                <a:gd name="connsiteY16" fmla="*/ 137911 h 197592"/>
                <a:gd name="connsiteX17" fmla="*/ 95869 w 382771"/>
                <a:gd name="connsiteY17" fmla="*/ 182998 h 197592"/>
                <a:gd name="connsiteX18" fmla="*/ 157295 w 382771"/>
                <a:gd name="connsiteY18" fmla="*/ 197593 h 197592"/>
                <a:gd name="connsiteX19" fmla="*/ 203882 w 382771"/>
                <a:gd name="connsiteY19" fmla="*/ 196488 h 197592"/>
                <a:gd name="connsiteX20" fmla="*/ 209346 w 382771"/>
                <a:gd name="connsiteY20" fmla="*/ 192858 h 197592"/>
                <a:gd name="connsiteX21" fmla="*/ 258583 w 382771"/>
                <a:gd name="connsiteY21" fmla="*/ 182226 h 197592"/>
                <a:gd name="connsiteX22" fmla="*/ 336987 w 382771"/>
                <a:gd name="connsiteY22" fmla="*/ 169002 h 197592"/>
                <a:gd name="connsiteX23" fmla="*/ 378580 w 382771"/>
                <a:gd name="connsiteY23" fmla="*/ 140926 h 197592"/>
                <a:gd name="connsiteX24" fmla="*/ 382765 w 382771"/>
                <a:gd name="connsiteY24" fmla="*/ 126863 h 197592"/>
                <a:gd name="connsiteX25" fmla="*/ 104648 w 382771"/>
                <a:gd name="connsiteY25" fmla="*/ 81203 h 197592"/>
                <a:gd name="connsiteX26" fmla="*/ 81158 w 382771"/>
                <a:gd name="connsiteY26" fmla="*/ 52471 h 197592"/>
                <a:gd name="connsiteX27" fmla="*/ 87286 w 382771"/>
                <a:gd name="connsiteY27" fmla="*/ 35069 h 197592"/>
                <a:gd name="connsiteX28" fmla="*/ 93662 w 382771"/>
                <a:gd name="connsiteY28" fmla="*/ 34089 h 197592"/>
                <a:gd name="connsiteX29" fmla="*/ 104648 w 382771"/>
                <a:gd name="connsiteY29" fmla="*/ 81203 h 197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82771" h="197592">
                  <a:moveTo>
                    <a:pt x="382765" y="126863"/>
                  </a:moveTo>
                  <a:cubicBezTo>
                    <a:pt x="381606" y="116563"/>
                    <a:pt x="334652" y="114013"/>
                    <a:pt x="313634" y="112078"/>
                  </a:cubicBezTo>
                  <a:cubicBezTo>
                    <a:pt x="309415" y="111687"/>
                    <a:pt x="306901" y="107285"/>
                    <a:pt x="308784" y="103580"/>
                  </a:cubicBezTo>
                  <a:cubicBezTo>
                    <a:pt x="311307" y="98630"/>
                    <a:pt x="314154" y="94776"/>
                    <a:pt x="313097" y="90672"/>
                  </a:cubicBezTo>
                  <a:cubicBezTo>
                    <a:pt x="306696" y="76584"/>
                    <a:pt x="308853" y="56724"/>
                    <a:pt x="313847" y="39804"/>
                  </a:cubicBezTo>
                  <a:cubicBezTo>
                    <a:pt x="314427" y="37843"/>
                    <a:pt x="317222" y="37719"/>
                    <a:pt x="317947" y="39629"/>
                  </a:cubicBezTo>
                  <a:cubicBezTo>
                    <a:pt x="319558" y="43874"/>
                    <a:pt x="321637" y="48284"/>
                    <a:pt x="325703" y="47171"/>
                  </a:cubicBezTo>
                  <a:cubicBezTo>
                    <a:pt x="328345" y="46432"/>
                    <a:pt x="328021" y="43849"/>
                    <a:pt x="327910" y="41174"/>
                  </a:cubicBezTo>
                  <a:cubicBezTo>
                    <a:pt x="326257" y="31364"/>
                    <a:pt x="327995" y="8621"/>
                    <a:pt x="326325" y="8688"/>
                  </a:cubicBezTo>
                  <a:cubicBezTo>
                    <a:pt x="305102" y="9394"/>
                    <a:pt x="281306" y="7907"/>
                    <a:pt x="260254" y="6428"/>
                  </a:cubicBezTo>
                  <a:cubicBezTo>
                    <a:pt x="205817" y="356"/>
                    <a:pt x="154985" y="7001"/>
                    <a:pt x="100548" y="439"/>
                  </a:cubicBezTo>
                  <a:cubicBezTo>
                    <a:pt x="96270" y="-76"/>
                    <a:pt x="89903" y="-383"/>
                    <a:pt x="87406" y="954"/>
                  </a:cubicBezTo>
                  <a:cubicBezTo>
                    <a:pt x="42634" y="20582"/>
                    <a:pt x="49401" y="62198"/>
                    <a:pt x="77357" y="91412"/>
                  </a:cubicBezTo>
                  <a:cubicBezTo>
                    <a:pt x="74928" y="91137"/>
                    <a:pt x="72448" y="92483"/>
                    <a:pt x="71408" y="94651"/>
                  </a:cubicBezTo>
                  <a:cubicBezTo>
                    <a:pt x="66320" y="104918"/>
                    <a:pt x="51021" y="109686"/>
                    <a:pt x="39080" y="111870"/>
                  </a:cubicBezTo>
                  <a:cubicBezTo>
                    <a:pt x="26048" y="114229"/>
                    <a:pt x="12982" y="114346"/>
                    <a:pt x="6189" y="114221"/>
                  </a:cubicBezTo>
                  <a:cubicBezTo>
                    <a:pt x="-15732" y="123308"/>
                    <a:pt x="27071" y="135436"/>
                    <a:pt x="34179" y="137911"/>
                  </a:cubicBezTo>
                  <a:cubicBezTo>
                    <a:pt x="60959" y="144913"/>
                    <a:pt x="89673" y="160114"/>
                    <a:pt x="95869" y="182998"/>
                  </a:cubicBezTo>
                  <a:cubicBezTo>
                    <a:pt x="103429" y="192692"/>
                    <a:pt x="144059" y="197244"/>
                    <a:pt x="157295" y="197593"/>
                  </a:cubicBezTo>
                  <a:cubicBezTo>
                    <a:pt x="172986" y="197593"/>
                    <a:pt x="188251" y="196546"/>
                    <a:pt x="203882" y="196488"/>
                  </a:cubicBezTo>
                  <a:cubicBezTo>
                    <a:pt x="206294" y="196480"/>
                    <a:pt x="208417" y="195034"/>
                    <a:pt x="209346" y="192858"/>
                  </a:cubicBezTo>
                  <a:cubicBezTo>
                    <a:pt x="216565" y="176013"/>
                    <a:pt x="235605" y="177292"/>
                    <a:pt x="258583" y="182226"/>
                  </a:cubicBezTo>
                  <a:cubicBezTo>
                    <a:pt x="285832" y="189319"/>
                    <a:pt x="311623" y="176494"/>
                    <a:pt x="336987" y="169002"/>
                  </a:cubicBezTo>
                  <a:cubicBezTo>
                    <a:pt x="343729" y="167980"/>
                    <a:pt x="374966" y="150836"/>
                    <a:pt x="378580" y="140926"/>
                  </a:cubicBezTo>
                  <a:cubicBezTo>
                    <a:pt x="379722" y="137803"/>
                    <a:pt x="382944" y="132412"/>
                    <a:pt x="382765" y="126863"/>
                  </a:cubicBezTo>
                  <a:close/>
                  <a:moveTo>
                    <a:pt x="104648" y="81203"/>
                  </a:moveTo>
                  <a:cubicBezTo>
                    <a:pt x="94915" y="81718"/>
                    <a:pt x="83306" y="60354"/>
                    <a:pt x="81158" y="52471"/>
                  </a:cubicBezTo>
                  <a:cubicBezTo>
                    <a:pt x="78627" y="46690"/>
                    <a:pt x="79198" y="34778"/>
                    <a:pt x="87286" y="35069"/>
                  </a:cubicBezTo>
                  <a:cubicBezTo>
                    <a:pt x="89400" y="35991"/>
                    <a:pt x="91949" y="35609"/>
                    <a:pt x="93662" y="34089"/>
                  </a:cubicBezTo>
                  <a:cubicBezTo>
                    <a:pt x="96006" y="50012"/>
                    <a:pt x="99040" y="65969"/>
                    <a:pt x="104648" y="81203"/>
                  </a:cubicBezTo>
                  <a:close/>
                </a:path>
              </a:pathLst>
            </a:custGeom>
            <a:solidFill>
              <a:srgbClr val="FFFFFF"/>
            </a:solidFill>
            <a:ln w="85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99AE4A11-6610-303C-5AC5-EF7AAEDEB390}"/>
                </a:ext>
              </a:extLst>
            </p:cNvPr>
            <p:cNvSpPr/>
            <p:nvPr/>
          </p:nvSpPr>
          <p:spPr>
            <a:xfrm>
              <a:off x="21022466" y="9856674"/>
              <a:ext cx="406462" cy="326462"/>
            </a:xfrm>
            <a:custGeom>
              <a:avLst/>
              <a:gdLst>
                <a:gd name="connsiteX0" fmla="*/ 402165 w 406462"/>
                <a:gd name="connsiteY0" fmla="*/ 31837 h 326462"/>
                <a:gd name="connsiteX1" fmla="*/ 313866 w 406462"/>
                <a:gd name="connsiteY1" fmla="*/ 96577 h 326462"/>
                <a:gd name="connsiteX2" fmla="*/ 274669 w 406462"/>
                <a:gd name="connsiteY2" fmla="*/ 131522 h 326462"/>
                <a:gd name="connsiteX3" fmla="*/ 244369 w 406462"/>
                <a:gd name="connsiteY3" fmla="*/ 262050 h 326462"/>
                <a:gd name="connsiteX4" fmla="*/ 233647 w 406462"/>
                <a:gd name="connsiteY4" fmla="*/ 260197 h 326462"/>
                <a:gd name="connsiteX5" fmla="*/ 201728 w 406462"/>
                <a:gd name="connsiteY5" fmla="*/ 107691 h 326462"/>
                <a:gd name="connsiteX6" fmla="*/ 35741 w 406462"/>
                <a:gd name="connsiteY6" fmla="*/ 280 h 326462"/>
                <a:gd name="connsiteX7" fmla="*/ 1802 w 406462"/>
                <a:gd name="connsiteY7" fmla="*/ 7308 h 326462"/>
                <a:gd name="connsiteX8" fmla="*/ 822 w 406462"/>
                <a:gd name="connsiteY8" fmla="*/ 13687 h 326462"/>
                <a:gd name="connsiteX9" fmla="*/ 63168 w 406462"/>
                <a:gd name="connsiteY9" fmla="*/ 109086 h 326462"/>
                <a:gd name="connsiteX10" fmla="*/ 180156 w 406462"/>
                <a:gd name="connsiteY10" fmla="*/ 216007 h 326462"/>
                <a:gd name="connsiteX11" fmla="*/ 267756 w 406462"/>
                <a:gd name="connsiteY11" fmla="*/ 318450 h 326462"/>
                <a:gd name="connsiteX12" fmla="*/ 298422 w 406462"/>
                <a:gd name="connsiteY12" fmla="*/ 197758 h 326462"/>
                <a:gd name="connsiteX13" fmla="*/ 406453 w 406462"/>
                <a:gd name="connsiteY13" fmla="*/ 37776 h 326462"/>
                <a:gd name="connsiteX14" fmla="*/ 402165 w 406462"/>
                <a:gd name="connsiteY14" fmla="*/ 31837 h 326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6462" h="326462">
                  <a:moveTo>
                    <a:pt x="402165" y="31837"/>
                  </a:moveTo>
                  <a:cubicBezTo>
                    <a:pt x="314523" y="5289"/>
                    <a:pt x="403793" y="40525"/>
                    <a:pt x="313866" y="96577"/>
                  </a:cubicBezTo>
                  <a:cubicBezTo>
                    <a:pt x="299394" y="106977"/>
                    <a:pt x="284436" y="117700"/>
                    <a:pt x="274669" y="131522"/>
                  </a:cubicBezTo>
                  <a:cubicBezTo>
                    <a:pt x="255602" y="170662"/>
                    <a:pt x="264049" y="224081"/>
                    <a:pt x="244369" y="262050"/>
                  </a:cubicBezTo>
                  <a:cubicBezTo>
                    <a:pt x="243065" y="264566"/>
                    <a:pt x="234389" y="262922"/>
                    <a:pt x="233647" y="260197"/>
                  </a:cubicBezTo>
                  <a:cubicBezTo>
                    <a:pt x="222269" y="218682"/>
                    <a:pt x="231022" y="146607"/>
                    <a:pt x="201728" y="107691"/>
                  </a:cubicBezTo>
                  <a:cubicBezTo>
                    <a:pt x="150266" y="55261"/>
                    <a:pt x="39184" y="99036"/>
                    <a:pt x="35741" y="280"/>
                  </a:cubicBezTo>
                  <a:cubicBezTo>
                    <a:pt x="33397" y="-1505"/>
                    <a:pt x="9464" y="5763"/>
                    <a:pt x="1802" y="7308"/>
                  </a:cubicBezTo>
                  <a:cubicBezTo>
                    <a:pt x="-1283" y="8213"/>
                    <a:pt x="447" y="10572"/>
                    <a:pt x="822" y="13687"/>
                  </a:cubicBezTo>
                  <a:cubicBezTo>
                    <a:pt x="5322" y="51074"/>
                    <a:pt x="23817" y="91385"/>
                    <a:pt x="63168" y="109086"/>
                  </a:cubicBezTo>
                  <a:cubicBezTo>
                    <a:pt x="129052" y="134388"/>
                    <a:pt x="171684" y="132627"/>
                    <a:pt x="180156" y="216007"/>
                  </a:cubicBezTo>
                  <a:cubicBezTo>
                    <a:pt x="187895" y="256891"/>
                    <a:pt x="208836" y="355015"/>
                    <a:pt x="267756" y="318450"/>
                  </a:cubicBezTo>
                  <a:cubicBezTo>
                    <a:pt x="293240" y="282940"/>
                    <a:pt x="292951" y="238684"/>
                    <a:pt x="298422" y="197758"/>
                  </a:cubicBezTo>
                  <a:cubicBezTo>
                    <a:pt x="300025" y="120624"/>
                    <a:pt x="402319" y="114768"/>
                    <a:pt x="406453" y="37776"/>
                  </a:cubicBezTo>
                  <a:cubicBezTo>
                    <a:pt x="406615" y="35059"/>
                    <a:pt x="404833" y="32601"/>
                    <a:pt x="402165" y="31837"/>
                  </a:cubicBezTo>
                  <a:close/>
                </a:path>
              </a:pathLst>
            </a:custGeom>
            <a:solidFill>
              <a:srgbClr val="FFFFFF"/>
            </a:solidFill>
            <a:ln w="85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45" name="Graphic 186" descr="Woman holding a teacup">
              <a:extLst>
                <a:ext uri="{FF2B5EF4-FFF2-40B4-BE49-F238E27FC236}">
                  <a16:creationId xmlns:a16="http://schemas.microsoft.com/office/drawing/2014/main" id="{506313BF-3C86-F024-DE92-03CBF3C46E4A}"/>
                </a:ext>
              </a:extLst>
            </p:cNvPr>
            <p:cNvGrpSpPr/>
            <p:nvPr/>
          </p:nvGrpSpPr>
          <p:grpSpPr>
            <a:xfrm>
              <a:off x="20611343" y="9865127"/>
              <a:ext cx="1111561" cy="828196"/>
              <a:chOff x="20611343" y="9865127"/>
              <a:chExt cx="1111561" cy="828196"/>
            </a:xfrm>
            <a:solidFill>
              <a:srgbClr val="FFFFFF"/>
            </a:solidFill>
          </p:grpSpPr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1EE34AB5-B179-846F-6A1E-A4334D19D072}"/>
                  </a:ext>
                </a:extLst>
              </p:cNvPr>
              <p:cNvSpPr/>
              <p:nvPr/>
            </p:nvSpPr>
            <p:spPr>
              <a:xfrm>
                <a:off x="21463604" y="10317088"/>
                <a:ext cx="19840" cy="16949"/>
              </a:xfrm>
              <a:custGeom>
                <a:avLst/>
                <a:gdLst>
                  <a:gd name="connsiteX0" fmla="*/ 5365 w 19840"/>
                  <a:gd name="connsiteY0" fmla="*/ 16547 h 16949"/>
                  <a:gd name="connsiteX1" fmla="*/ 14680 w 19840"/>
                  <a:gd name="connsiteY1" fmla="*/ 16946 h 16949"/>
                  <a:gd name="connsiteX2" fmla="*/ 17680 w 19840"/>
                  <a:gd name="connsiteY2" fmla="*/ 7734 h 16949"/>
                  <a:gd name="connsiteX3" fmla="*/ 6865 w 19840"/>
                  <a:gd name="connsiteY3" fmla="*/ 76 h 16949"/>
                  <a:gd name="connsiteX4" fmla="*/ 515 w 19840"/>
                  <a:gd name="connsiteY4" fmla="*/ 9288 h 16949"/>
                  <a:gd name="connsiteX5" fmla="*/ 5365 w 19840"/>
                  <a:gd name="connsiteY5" fmla="*/ 16547 h 16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840" h="16949">
                    <a:moveTo>
                      <a:pt x="5365" y="16547"/>
                    </a:moveTo>
                    <a:cubicBezTo>
                      <a:pt x="8373" y="16456"/>
                      <a:pt x="11612" y="16772"/>
                      <a:pt x="14680" y="16946"/>
                    </a:cubicBezTo>
                    <a:cubicBezTo>
                      <a:pt x="19590" y="17112"/>
                      <a:pt x="21806" y="10384"/>
                      <a:pt x="17680" y="7734"/>
                    </a:cubicBezTo>
                    <a:cubicBezTo>
                      <a:pt x="13964" y="5982"/>
                      <a:pt x="11961" y="-788"/>
                      <a:pt x="6865" y="76"/>
                    </a:cubicBezTo>
                    <a:cubicBezTo>
                      <a:pt x="2202" y="973"/>
                      <a:pt x="2688" y="5699"/>
                      <a:pt x="515" y="9288"/>
                    </a:cubicBezTo>
                    <a:cubicBezTo>
                      <a:pt x="-1190" y="12560"/>
                      <a:pt x="1572" y="16763"/>
                      <a:pt x="5365" y="16547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8FC6B8E8-2BB7-BB3B-9D3F-5510A7EB7E8D}"/>
                  </a:ext>
                </a:extLst>
              </p:cNvPr>
              <p:cNvSpPr/>
              <p:nvPr/>
            </p:nvSpPr>
            <p:spPr>
              <a:xfrm>
                <a:off x="21233331" y="10251469"/>
                <a:ext cx="25288" cy="49154"/>
              </a:xfrm>
              <a:custGeom>
                <a:avLst/>
                <a:gdLst>
                  <a:gd name="connsiteX0" fmla="*/ 22850 w 25288"/>
                  <a:gd name="connsiteY0" fmla="*/ 48510 h 49154"/>
                  <a:gd name="connsiteX1" fmla="*/ 24887 w 25288"/>
                  <a:gd name="connsiteY1" fmla="*/ 41773 h 49154"/>
                  <a:gd name="connsiteX2" fmla="*/ 17480 w 25288"/>
                  <a:gd name="connsiteY2" fmla="*/ 5673 h 49154"/>
                  <a:gd name="connsiteX3" fmla="*/ 15631 w 25288"/>
                  <a:gd name="connsiteY3" fmla="*/ 0 h 49154"/>
                  <a:gd name="connsiteX4" fmla="*/ 16688 w 25288"/>
                  <a:gd name="connsiteY4" fmla="*/ 46931 h 49154"/>
                  <a:gd name="connsiteX5" fmla="*/ 22850 w 25288"/>
                  <a:gd name="connsiteY5" fmla="*/ 48510 h 49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288" h="49154">
                    <a:moveTo>
                      <a:pt x="22850" y="48510"/>
                    </a:moveTo>
                    <a:cubicBezTo>
                      <a:pt x="25373" y="47222"/>
                      <a:pt x="25714" y="44431"/>
                      <a:pt x="24887" y="41773"/>
                    </a:cubicBezTo>
                    <a:cubicBezTo>
                      <a:pt x="21392" y="30427"/>
                      <a:pt x="18648" y="19121"/>
                      <a:pt x="17480" y="5673"/>
                    </a:cubicBezTo>
                    <a:cubicBezTo>
                      <a:pt x="17506" y="3206"/>
                      <a:pt x="18077" y="980"/>
                      <a:pt x="15631" y="0"/>
                    </a:cubicBezTo>
                    <a:cubicBezTo>
                      <a:pt x="-10424" y="1861"/>
                      <a:pt x="468" y="28250"/>
                      <a:pt x="16688" y="46931"/>
                    </a:cubicBezTo>
                    <a:cubicBezTo>
                      <a:pt x="18478" y="49116"/>
                      <a:pt x="20353" y="49789"/>
                      <a:pt x="22850" y="48510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7653B971-C91F-FAF1-4C27-A1F320518CC6}"/>
                  </a:ext>
                </a:extLst>
              </p:cNvPr>
              <p:cNvSpPr/>
              <p:nvPr/>
            </p:nvSpPr>
            <p:spPr>
              <a:xfrm>
                <a:off x="20804996" y="10409167"/>
                <a:ext cx="750916" cy="284156"/>
              </a:xfrm>
              <a:custGeom>
                <a:avLst/>
                <a:gdLst>
                  <a:gd name="connsiteX0" fmla="*/ 750397 w 750916"/>
                  <a:gd name="connsiteY0" fmla="*/ 232579 h 284156"/>
                  <a:gd name="connsiteX1" fmla="*/ 746033 w 750916"/>
                  <a:gd name="connsiteY1" fmla="*/ 174617 h 284156"/>
                  <a:gd name="connsiteX2" fmla="*/ 743646 w 750916"/>
                  <a:gd name="connsiteY2" fmla="*/ 168778 h 284156"/>
                  <a:gd name="connsiteX3" fmla="*/ 662805 w 750916"/>
                  <a:gd name="connsiteY3" fmla="*/ 89003 h 284156"/>
                  <a:gd name="connsiteX4" fmla="*/ 623053 w 750916"/>
                  <a:gd name="connsiteY4" fmla="*/ 85348 h 284156"/>
                  <a:gd name="connsiteX5" fmla="*/ 565352 w 750916"/>
                  <a:gd name="connsiteY5" fmla="*/ 79533 h 284156"/>
                  <a:gd name="connsiteX6" fmla="*/ 496119 w 750916"/>
                  <a:gd name="connsiteY6" fmla="*/ 25707 h 284156"/>
                  <a:gd name="connsiteX7" fmla="*/ 474487 w 750916"/>
                  <a:gd name="connsiteY7" fmla="*/ 4825 h 284156"/>
                  <a:gd name="connsiteX8" fmla="*/ 456495 w 750916"/>
                  <a:gd name="connsiteY8" fmla="*/ 697 h 284156"/>
                  <a:gd name="connsiteX9" fmla="*/ 449234 w 750916"/>
                  <a:gd name="connsiteY9" fmla="*/ 18838 h 284156"/>
                  <a:gd name="connsiteX10" fmla="*/ 407419 w 750916"/>
                  <a:gd name="connsiteY10" fmla="*/ 9402 h 284156"/>
                  <a:gd name="connsiteX11" fmla="*/ 390995 w 750916"/>
                  <a:gd name="connsiteY11" fmla="*/ 5780 h 284156"/>
                  <a:gd name="connsiteX12" fmla="*/ 388183 w 750916"/>
                  <a:gd name="connsiteY12" fmla="*/ 9875 h 284156"/>
                  <a:gd name="connsiteX13" fmla="*/ 363773 w 750916"/>
                  <a:gd name="connsiteY13" fmla="*/ 21646 h 284156"/>
                  <a:gd name="connsiteX14" fmla="*/ 289008 w 750916"/>
                  <a:gd name="connsiteY14" fmla="*/ 47080 h 284156"/>
                  <a:gd name="connsiteX15" fmla="*/ 204272 w 750916"/>
                  <a:gd name="connsiteY15" fmla="*/ 39538 h 284156"/>
                  <a:gd name="connsiteX16" fmla="*/ 67 w 750916"/>
                  <a:gd name="connsiteY16" fmla="*/ 136723 h 284156"/>
                  <a:gd name="connsiteX17" fmla="*/ 7772 w 750916"/>
                  <a:gd name="connsiteY17" fmla="*/ 220377 h 284156"/>
                  <a:gd name="connsiteX18" fmla="*/ 14599 w 750916"/>
                  <a:gd name="connsiteY18" fmla="*/ 245247 h 284156"/>
                  <a:gd name="connsiteX19" fmla="*/ 456683 w 750916"/>
                  <a:gd name="connsiteY19" fmla="*/ 280881 h 284156"/>
                  <a:gd name="connsiteX20" fmla="*/ 743808 w 750916"/>
                  <a:gd name="connsiteY20" fmla="*/ 250513 h 284156"/>
                  <a:gd name="connsiteX21" fmla="*/ 750397 w 750916"/>
                  <a:gd name="connsiteY21" fmla="*/ 232579 h 284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50916" h="284156">
                    <a:moveTo>
                      <a:pt x="750397" y="232579"/>
                    </a:moveTo>
                    <a:cubicBezTo>
                      <a:pt x="749638" y="213666"/>
                      <a:pt x="743459" y="193074"/>
                      <a:pt x="746033" y="174617"/>
                    </a:cubicBezTo>
                    <a:cubicBezTo>
                      <a:pt x="746485" y="172383"/>
                      <a:pt x="745547" y="170098"/>
                      <a:pt x="743646" y="168778"/>
                    </a:cubicBezTo>
                    <a:cubicBezTo>
                      <a:pt x="725168" y="155961"/>
                      <a:pt x="680303" y="122527"/>
                      <a:pt x="662805" y="89003"/>
                    </a:cubicBezTo>
                    <a:cubicBezTo>
                      <a:pt x="655893" y="81660"/>
                      <a:pt x="633170" y="86320"/>
                      <a:pt x="623053" y="85348"/>
                    </a:cubicBezTo>
                    <a:cubicBezTo>
                      <a:pt x="602709" y="85896"/>
                      <a:pt x="583498" y="86403"/>
                      <a:pt x="565352" y="79533"/>
                    </a:cubicBezTo>
                    <a:cubicBezTo>
                      <a:pt x="538359" y="68070"/>
                      <a:pt x="517785" y="45062"/>
                      <a:pt x="496119" y="25707"/>
                    </a:cubicBezTo>
                    <a:cubicBezTo>
                      <a:pt x="489599" y="19536"/>
                      <a:pt x="476056" y="5191"/>
                      <a:pt x="474487" y="4825"/>
                    </a:cubicBezTo>
                    <a:cubicBezTo>
                      <a:pt x="468666" y="3446"/>
                      <a:pt x="461089" y="2881"/>
                      <a:pt x="456495" y="697"/>
                    </a:cubicBezTo>
                    <a:cubicBezTo>
                      <a:pt x="442603" y="-3930"/>
                      <a:pt x="452021" y="15889"/>
                      <a:pt x="449234" y="18838"/>
                    </a:cubicBezTo>
                    <a:cubicBezTo>
                      <a:pt x="435290" y="19851"/>
                      <a:pt x="421133" y="14502"/>
                      <a:pt x="407419" y="9402"/>
                    </a:cubicBezTo>
                    <a:cubicBezTo>
                      <a:pt x="402195" y="8148"/>
                      <a:pt x="396356" y="3338"/>
                      <a:pt x="390995" y="5780"/>
                    </a:cubicBezTo>
                    <a:cubicBezTo>
                      <a:pt x="389478" y="6669"/>
                      <a:pt x="388447" y="8173"/>
                      <a:pt x="388183" y="9875"/>
                    </a:cubicBezTo>
                    <a:cubicBezTo>
                      <a:pt x="387032" y="15150"/>
                      <a:pt x="364497" y="19785"/>
                      <a:pt x="363773" y="21646"/>
                    </a:cubicBezTo>
                    <a:cubicBezTo>
                      <a:pt x="356085" y="38998"/>
                      <a:pt x="312037" y="52986"/>
                      <a:pt x="289008" y="47080"/>
                    </a:cubicBezTo>
                    <a:cubicBezTo>
                      <a:pt x="261589" y="42553"/>
                      <a:pt x="232892" y="28947"/>
                      <a:pt x="204272" y="39538"/>
                    </a:cubicBezTo>
                    <a:cubicBezTo>
                      <a:pt x="144261" y="91827"/>
                      <a:pt x="69999" y="118358"/>
                      <a:pt x="67" y="136723"/>
                    </a:cubicBezTo>
                    <a:cubicBezTo>
                      <a:pt x="-794" y="138168"/>
                      <a:pt x="6911" y="203922"/>
                      <a:pt x="7772" y="220377"/>
                    </a:cubicBezTo>
                    <a:cubicBezTo>
                      <a:pt x="10082" y="229390"/>
                      <a:pt x="-1075" y="247199"/>
                      <a:pt x="14599" y="245247"/>
                    </a:cubicBezTo>
                    <a:cubicBezTo>
                      <a:pt x="160088" y="278879"/>
                      <a:pt x="308066" y="290542"/>
                      <a:pt x="456683" y="280881"/>
                    </a:cubicBezTo>
                    <a:cubicBezTo>
                      <a:pt x="553684" y="274460"/>
                      <a:pt x="647003" y="257590"/>
                      <a:pt x="743808" y="250513"/>
                    </a:cubicBezTo>
                    <a:cubicBezTo>
                      <a:pt x="753755" y="251136"/>
                      <a:pt x="750337" y="238784"/>
                      <a:pt x="750397" y="232579"/>
                    </a:cubicBezTo>
                    <a:close/>
                  </a:path>
                </a:pathLst>
              </a:custGeom>
              <a:solidFill>
                <a:srgbClr val="FD595D"/>
              </a:solidFill>
              <a:ln w="85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030374BB-C93F-CE7C-26EF-8ED269FC110E}"/>
                  </a:ext>
                </a:extLst>
              </p:cNvPr>
              <p:cNvSpPr/>
              <p:nvPr/>
            </p:nvSpPr>
            <p:spPr>
              <a:xfrm>
                <a:off x="20611343" y="9865127"/>
                <a:ext cx="1111561" cy="638820"/>
              </a:xfrm>
              <a:custGeom>
                <a:avLst/>
                <a:gdLst>
                  <a:gd name="connsiteX0" fmla="*/ 1106841 w 1111561"/>
                  <a:gd name="connsiteY0" fmla="*/ 540883 h 638820"/>
                  <a:gd name="connsiteX1" fmla="*/ 1102716 w 1111561"/>
                  <a:gd name="connsiteY1" fmla="*/ 502931 h 638820"/>
                  <a:gd name="connsiteX2" fmla="*/ 1041103 w 1111561"/>
                  <a:gd name="connsiteY2" fmla="*/ 295993 h 638820"/>
                  <a:gd name="connsiteX3" fmla="*/ 823491 w 1111561"/>
                  <a:gd name="connsiteY3" fmla="*/ 26382 h 638820"/>
                  <a:gd name="connsiteX4" fmla="*/ 816085 w 1111561"/>
                  <a:gd name="connsiteY4" fmla="*/ 32413 h 638820"/>
                  <a:gd name="connsiteX5" fmla="*/ 707952 w 1111561"/>
                  <a:gd name="connsiteY5" fmla="*/ 214108 h 638820"/>
                  <a:gd name="connsiteX6" fmla="*/ 640586 w 1111561"/>
                  <a:gd name="connsiteY6" fmla="*/ 318561 h 638820"/>
                  <a:gd name="connsiteX7" fmla="*/ 589507 w 1111561"/>
                  <a:gd name="connsiteY7" fmla="*/ 215213 h 638820"/>
                  <a:gd name="connsiteX8" fmla="*/ 547284 w 1111561"/>
                  <a:gd name="connsiteY8" fmla="*/ 128817 h 638820"/>
                  <a:gd name="connsiteX9" fmla="*/ 456922 w 1111561"/>
                  <a:gd name="connsiteY9" fmla="*/ 90774 h 638820"/>
                  <a:gd name="connsiteX10" fmla="*/ 412721 w 1111561"/>
                  <a:gd name="connsiteY10" fmla="*/ 6787 h 638820"/>
                  <a:gd name="connsiteX11" fmla="*/ 408016 w 1111561"/>
                  <a:gd name="connsiteY11" fmla="*/ 267 h 638820"/>
                  <a:gd name="connsiteX12" fmla="*/ 212846 w 1111561"/>
                  <a:gd name="connsiteY12" fmla="*/ 52597 h 638820"/>
                  <a:gd name="connsiteX13" fmla="*/ 18520 w 1111561"/>
                  <a:gd name="connsiteY13" fmla="*/ 446605 h 638820"/>
                  <a:gd name="connsiteX14" fmla="*/ 14045 w 1111561"/>
                  <a:gd name="connsiteY14" fmla="*/ 463243 h 638820"/>
                  <a:gd name="connsiteX15" fmla="*/ 20625 w 1111561"/>
                  <a:gd name="connsiteY15" fmla="*/ 616414 h 638820"/>
                  <a:gd name="connsiteX16" fmla="*/ 29608 w 1111561"/>
                  <a:gd name="connsiteY16" fmla="*/ 614802 h 638820"/>
                  <a:gd name="connsiteX17" fmla="*/ 198101 w 1111561"/>
                  <a:gd name="connsiteY17" fmla="*/ 489400 h 638820"/>
                  <a:gd name="connsiteX18" fmla="*/ 301265 w 1111561"/>
                  <a:gd name="connsiteY18" fmla="*/ 470378 h 638820"/>
                  <a:gd name="connsiteX19" fmla="*/ 389018 w 1111561"/>
                  <a:gd name="connsiteY19" fmla="*/ 454048 h 638820"/>
                  <a:gd name="connsiteX20" fmla="*/ 547573 w 1111561"/>
                  <a:gd name="connsiteY20" fmla="*/ 423571 h 638820"/>
                  <a:gd name="connsiteX21" fmla="*/ 612178 w 1111561"/>
                  <a:gd name="connsiteY21" fmla="*/ 431587 h 638820"/>
                  <a:gd name="connsiteX22" fmla="*/ 635753 w 1111561"/>
                  <a:gd name="connsiteY22" fmla="*/ 355143 h 638820"/>
                  <a:gd name="connsiteX23" fmla="*/ 693327 w 1111561"/>
                  <a:gd name="connsiteY23" fmla="*/ 359487 h 638820"/>
                  <a:gd name="connsiteX24" fmla="*/ 869124 w 1111561"/>
                  <a:gd name="connsiteY24" fmla="*/ 363491 h 638820"/>
                  <a:gd name="connsiteX25" fmla="*/ 872635 w 1111561"/>
                  <a:gd name="connsiteY25" fmla="*/ 366946 h 638820"/>
                  <a:gd name="connsiteX26" fmla="*/ 872823 w 1111561"/>
                  <a:gd name="connsiteY26" fmla="*/ 397946 h 638820"/>
                  <a:gd name="connsiteX27" fmla="*/ 913163 w 1111561"/>
                  <a:gd name="connsiteY27" fmla="*/ 446389 h 638820"/>
                  <a:gd name="connsiteX28" fmla="*/ 938843 w 1111561"/>
                  <a:gd name="connsiteY28" fmla="*/ 501104 h 638820"/>
                  <a:gd name="connsiteX29" fmla="*/ 974077 w 1111561"/>
                  <a:gd name="connsiteY29" fmla="*/ 548932 h 638820"/>
                  <a:gd name="connsiteX30" fmla="*/ 1110668 w 1111561"/>
                  <a:gd name="connsiteY30" fmla="*/ 633417 h 638820"/>
                  <a:gd name="connsiteX31" fmla="*/ 1106841 w 1111561"/>
                  <a:gd name="connsiteY31" fmla="*/ 540883 h 638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111561" h="638820">
                    <a:moveTo>
                      <a:pt x="1106841" y="540883"/>
                    </a:moveTo>
                    <a:cubicBezTo>
                      <a:pt x="1105367" y="535085"/>
                      <a:pt x="1103065" y="505680"/>
                      <a:pt x="1102716" y="502931"/>
                    </a:cubicBezTo>
                    <a:cubicBezTo>
                      <a:pt x="1093537" y="431006"/>
                      <a:pt x="1066893" y="362411"/>
                      <a:pt x="1041103" y="295993"/>
                    </a:cubicBezTo>
                    <a:cubicBezTo>
                      <a:pt x="999271" y="183557"/>
                      <a:pt x="951175" y="54932"/>
                      <a:pt x="823491" y="26382"/>
                    </a:cubicBezTo>
                    <a:cubicBezTo>
                      <a:pt x="819673" y="25369"/>
                      <a:pt x="815727" y="28575"/>
                      <a:pt x="816085" y="32413"/>
                    </a:cubicBezTo>
                    <a:cubicBezTo>
                      <a:pt x="812019" y="114779"/>
                      <a:pt x="702395" y="107719"/>
                      <a:pt x="707952" y="214108"/>
                    </a:cubicBezTo>
                    <a:cubicBezTo>
                      <a:pt x="704142" y="254676"/>
                      <a:pt x="694204" y="333123"/>
                      <a:pt x="640586" y="318561"/>
                    </a:cubicBezTo>
                    <a:cubicBezTo>
                      <a:pt x="611156" y="305454"/>
                      <a:pt x="594297" y="245166"/>
                      <a:pt x="589507" y="215213"/>
                    </a:cubicBezTo>
                    <a:cubicBezTo>
                      <a:pt x="584939" y="183183"/>
                      <a:pt x="581061" y="146377"/>
                      <a:pt x="547284" y="128817"/>
                    </a:cubicBezTo>
                    <a:cubicBezTo>
                      <a:pt x="518569" y="112495"/>
                      <a:pt x="483164" y="110244"/>
                      <a:pt x="456922" y="90774"/>
                    </a:cubicBezTo>
                    <a:cubicBezTo>
                      <a:pt x="432844" y="71528"/>
                      <a:pt x="407948" y="34888"/>
                      <a:pt x="412721" y="6787"/>
                    </a:cubicBezTo>
                    <a:cubicBezTo>
                      <a:pt x="413565" y="2750"/>
                      <a:pt x="412048" y="-1054"/>
                      <a:pt x="408016" y="267"/>
                    </a:cubicBezTo>
                    <a:cubicBezTo>
                      <a:pt x="342457" y="21805"/>
                      <a:pt x="276786" y="25876"/>
                      <a:pt x="212846" y="52597"/>
                    </a:cubicBezTo>
                    <a:cubicBezTo>
                      <a:pt x="76502" y="135454"/>
                      <a:pt x="54896" y="307929"/>
                      <a:pt x="18520" y="446605"/>
                    </a:cubicBezTo>
                    <a:cubicBezTo>
                      <a:pt x="17420" y="450700"/>
                      <a:pt x="14659" y="460967"/>
                      <a:pt x="14045" y="463243"/>
                    </a:cubicBezTo>
                    <a:cubicBezTo>
                      <a:pt x="-1433" y="512243"/>
                      <a:pt x="-10101" y="579143"/>
                      <a:pt x="20625" y="616414"/>
                    </a:cubicBezTo>
                    <a:cubicBezTo>
                      <a:pt x="22986" y="619869"/>
                      <a:pt x="27648" y="618515"/>
                      <a:pt x="29608" y="614802"/>
                    </a:cubicBezTo>
                    <a:cubicBezTo>
                      <a:pt x="65917" y="547038"/>
                      <a:pt x="144090" y="516570"/>
                      <a:pt x="198101" y="489400"/>
                    </a:cubicBezTo>
                    <a:cubicBezTo>
                      <a:pt x="199192" y="488852"/>
                      <a:pt x="259391" y="475918"/>
                      <a:pt x="301265" y="470378"/>
                    </a:cubicBezTo>
                    <a:cubicBezTo>
                      <a:pt x="330363" y="466906"/>
                      <a:pt x="360492" y="463351"/>
                      <a:pt x="389018" y="454048"/>
                    </a:cubicBezTo>
                    <a:cubicBezTo>
                      <a:pt x="444546" y="433248"/>
                      <a:pt x="485167" y="375145"/>
                      <a:pt x="547573" y="423571"/>
                    </a:cubicBezTo>
                    <a:cubicBezTo>
                      <a:pt x="556667" y="432534"/>
                      <a:pt x="620616" y="452303"/>
                      <a:pt x="612178" y="431587"/>
                    </a:cubicBezTo>
                    <a:cubicBezTo>
                      <a:pt x="593240" y="404093"/>
                      <a:pt x="598524" y="361639"/>
                      <a:pt x="635753" y="355143"/>
                    </a:cubicBezTo>
                    <a:cubicBezTo>
                      <a:pt x="653481" y="352045"/>
                      <a:pt x="675846" y="360293"/>
                      <a:pt x="693327" y="359487"/>
                    </a:cubicBezTo>
                    <a:cubicBezTo>
                      <a:pt x="750448" y="358972"/>
                      <a:pt x="811618" y="360841"/>
                      <a:pt x="869124" y="363491"/>
                    </a:cubicBezTo>
                    <a:cubicBezTo>
                      <a:pt x="871041" y="363582"/>
                      <a:pt x="872567" y="365077"/>
                      <a:pt x="872635" y="366946"/>
                    </a:cubicBezTo>
                    <a:cubicBezTo>
                      <a:pt x="873019" y="377795"/>
                      <a:pt x="874451" y="388992"/>
                      <a:pt x="872823" y="397946"/>
                    </a:cubicBezTo>
                    <a:cubicBezTo>
                      <a:pt x="856331" y="408387"/>
                      <a:pt x="904793" y="440774"/>
                      <a:pt x="913163" y="446389"/>
                    </a:cubicBezTo>
                    <a:cubicBezTo>
                      <a:pt x="932621" y="456781"/>
                      <a:pt x="940470" y="478967"/>
                      <a:pt x="938843" y="501104"/>
                    </a:cubicBezTo>
                    <a:cubicBezTo>
                      <a:pt x="937914" y="513721"/>
                      <a:pt x="954056" y="549306"/>
                      <a:pt x="974077" y="548932"/>
                    </a:cubicBezTo>
                    <a:cubicBezTo>
                      <a:pt x="1107736" y="546424"/>
                      <a:pt x="1091176" y="665181"/>
                      <a:pt x="1110668" y="633417"/>
                    </a:cubicBezTo>
                    <a:cubicBezTo>
                      <a:pt x="1113165" y="602492"/>
                      <a:pt x="1109952" y="571168"/>
                      <a:pt x="1106841" y="540883"/>
                    </a:cubicBezTo>
                    <a:close/>
                  </a:path>
                </a:pathLst>
              </a:custGeom>
              <a:solidFill>
                <a:srgbClr val="FD595D"/>
              </a:solidFill>
              <a:ln w="85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250" name="Graphic 186" descr="Woman holding a teacup">
              <a:extLst>
                <a:ext uri="{FF2B5EF4-FFF2-40B4-BE49-F238E27FC236}">
                  <a16:creationId xmlns:a16="http://schemas.microsoft.com/office/drawing/2014/main" id="{64F5D8B0-9131-141C-450B-3A7777072F54}"/>
                </a:ext>
              </a:extLst>
            </p:cNvPr>
            <p:cNvGrpSpPr/>
            <p:nvPr/>
          </p:nvGrpSpPr>
          <p:grpSpPr>
            <a:xfrm>
              <a:off x="20600677" y="9734767"/>
              <a:ext cx="1132149" cy="936094"/>
              <a:chOff x="20600677" y="9734767"/>
              <a:chExt cx="1132149" cy="936094"/>
            </a:xfrm>
            <a:solidFill>
              <a:srgbClr val="000000"/>
            </a:solidFill>
          </p:grpSpPr>
          <p:grpSp>
            <p:nvGrpSpPr>
              <p:cNvPr id="251" name="Graphic 186" descr="Woman holding a teacup">
                <a:extLst>
                  <a:ext uri="{FF2B5EF4-FFF2-40B4-BE49-F238E27FC236}">
                    <a16:creationId xmlns:a16="http://schemas.microsoft.com/office/drawing/2014/main" id="{BA07B464-3189-EB35-ED37-D6714E4B50D1}"/>
                  </a:ext>
                </a:extLst>
              </p:cNvPr>
              <p:cNvGrpSpPr/>
              <p:nvPr/>
            </p:nvGrpSpPr>
            <p:grpSpPr>
              <a:xfrm>
                <a:off x="20708350" y="9918371"/>
                <a:ext cx="1002396" cy="708217"/>
                <a:chOff x="20708350" y="9918371"/>
                <a:chExt cx="1002396" cy="708217"/>
              </a:xfrm>
              <a:solidFill>
                <a:srgbClr val="000000"/>
              </a:solidFill>
            </p:grpSpPr>
            <p:sp>
              <p:nvSpPr>
                <p:cNvPr id="252" name="Freeform: Shape 251">
                  <a:extLst>
                    <a:ext uri="{FF2B5EF4-FFF2-40B4-BE49-F238E27FC236}">
                      <a16:creationId xmlns:a16="http://schemas.microsoft.com/office/drawing/2014/main" id="{FC03509B-405F-3462-92E9-4710E04ACBF8}"/>
                    </a:ext>
                  </a:extLst>
                </p:cNvPr>
                <p:cNvSpPr/>
                <p:nvPr/>
              </p:nvSpPr>
              <p:spPr>
                <a:xfrm>
                  <a:off x="20967639" y="9918371"/>
                  <a:ext cx="26102" cy="33933"/>
                </a:xfrm>
                <a:custGeom>
                  <a:avLst/>
                  <a:gdLst>
                    <a:gd name="connsiteX0" fmla="*/ 7843 w 26102"/>
                    <a:gd name="connsiteY0" fmla="*/ 2435 h 33933"/>
                    <a:gd name="connsiteX1" fmla="*/ 19929 w 26102"/>
                    <a:gd name="connsiteY1" fmla="*/ 30179 h 33933"/>
                    <a:gd name="connsiteX2" fmla="*/ 25989 w 26102"/>
                    <a:gd name="connsiteY2" fmla="*/ 12204 h 33933"/>
                    <a:gd name="connsiteX3" fmla="*/ 7843 w 26102"/>
                    <a:gd name="connsiteY3" fmla="*/ 2435 h 33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3">
                      <a:moveTo>
                        <a:pt x="7843" y="2435"/>
                      </a:moveTo>
                      <a:cubicBezTo>
                        <a:pt x="-8606" y="11846"/>
                        <a:pt x="3437" y="44989"/>
                        <a:pt x="19929" y="30179"/>
                      </a:cubicBezTo>
                      <a:cubicBezTo>
                        <a:pt x="24625" y="25959"/>
                        <a:pt x="26619" y="18600"/>
                        <a:pt x="25989" y="12204"/>
                      </a:cubicBezTo>
                      <a:cubicBezTo>
                        <a:pt x="25094" y="3183"/>
                        <a:pt x="18966" y="-3928"/>
                        <a:pt x="7843" y="243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3" name="Freeform: Shape 252">
                  <a:extLst>
                    <a:ext uri="{FF2B5EF4-FFF2-40B4-BE49-F238E27FC236}">
                      <a16:creationId xmlns:a16="http://schemas.microsoft.com/office/drawing/2014/main" id="{817A4D49-0313-F79C-D5B7-DE7CBA829C6B}"/>
                    </a:ext>
                  </a:extLst>
                </p:cNvPr>
                <p:cNvSpPr/>
                <p:nvPr/>
              </p:nvSpPr>
              <p:spPr>
                <a:xfrm>
                  <a:off x="20959704" y="10066636"/>
                  <a:ext cx="26102" cy="33938"/>
                </a:xfrm>
                <a:custGeom>
                  <a:avLst/>
                  <a:gdLst>
                    <a:gd name="connsiteX0" fmla="*/ 7843 w 26102"/>
                    <a:gd name="connsiteY0" fmla="*/ 2440 h 33938"/>
                    <a:gd name="connsiteX1" fmla="*/ 19929 w 26102"/>
                    <a:gd name="connsiteY1" fmla="*/ 30184 h 33938"/>
                    <a:gd name="connsiteX2" fmla="*/ 25989 w 26102"/>
                    <a:gd name="connsiteY2" fmla="*/ 12208 h 33938"/>
                    <a:gd name="connsiteX3" fmla="*/ 7843 w 26102"/>
                    <a:gd name="connsiteY3" fmla="*/ 2440 h 33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8">
                      <a:moveTo>
                        <a:pt x="7843" y="2440"/>
                      </a:moveTo>
                      <a:cubicBezTo>
                        <a:pt x="-8606" y="11851"/>
                        <a:pt x="3437" y="44994"/>
                        <a:pt x="19929" y="30184"/>
                      </a:cubicBezTo>
                      <a:cubicBezTo>
                        <a:pt x="24625" y="25964"/>
                        <a:pt x="26619" y="18604"/>
                        <a:pt x="25989" y="12208"/>
                      </a:cubicBezTo>
                      <a:cubicBezTo>
                        <a:pt x="25094" y="3179"/>
                        <a:pt x="18966" y="-3931"/>
                        <a:pt x="7843" y="24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4" name="Freeform: Shape 253">
                  <a:extLst>
                    <a:ext uri="{FF2B5EF4-FFF2-40B4-BE49-F238E27FC236}">
                      <a16:creationId xmlns:a16="http://schemas.microsoft.com/office/drawing/2014/main" id="{50B548BB-DDD4-7482-0044-8CF2F724E3A3}"/>
                    </a:ext>
                  </a:extLst>
                </p:cNvPr>
                <p:cNvSpPr/>
                <p:nvPr/>
              </p:nvSpPr>
              <p:spPr>
                <a:xfrm>
                  <a:off x="20800953" y="10074374"/>
                  <a:ext cx="26102" cy="33933"/>
                </a:xfrm>
                <a:custGeom>
                  <a:avLst/>
                  <a:gdLst>
                    <a:gd name="connsiteX0" fmla="*/ 25989 w 26102"/>
                    <a:gd name="connsiteY0" fmla="*/ 12212 h 33933"/>
                    <a:gd name="connsiteX1" fmla="*/ 7843 w 26102"/>
                    <a:gd name="connsiteY1" fmla="*/ 2435 h 33933"/>
                    <a:gd name="connsiteX2" fmla="*/ 19929 w 26102"/>
                    <a:gd name="connsiteY2" fmla="*/ 30179 h 33933"/>
                    <a:gd name="connsiteX3" fmla="*/ 25989 w 26102"/>
                    <a:gd name="connsiteY3" fmla="*/ 12212 h 33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3">
                      <a:moveTo>
                        <a:pt x="25989" y="12212"/>
                      </a:moveTo>
                      <a:cubicBezTo>
                        <a:pt x="25094" y="3183"/>
                        <a:pt x="18966" y="-3928"/>
                        <a:pt x="7843" y="2435"/>
                      </a:cubicBezTo>
                      <a:cubicBezTo>
                        <a:pt x="-8606" y="11846"/>
                        <a:pt x="3437" y="44989"/>
                        <a:pt x="19929" y="30179"/>
                      </a:cubicBezTo>
                      <a:cubicBezTo>
                        <a:pt x="24625" y="25959"/>
                        <a:pt x="26619" y="18599"/>
                        <a:pt x="25989" y="1221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5" name="Freeform: Shape 254">
                  <a:extLst>
                    <a:ext uri="{FF2B5EF4-FFF2-40B4-BE49-F238E27FC236}">
                      <a16:creationId xmlns:a16="http://schemas.microsoft.com/office/drawing/2014/main" id="{2A96236F-64B2-AFFA-C5B6-0ABC3217E87D}"/>
                    </a:ext>
                  </a:extLst>
                </p:cNvPr>
                <p:cNvSpPr/>
                <p:nvPr/>
              </p:nvSpPr>
              <p:spPr>
                <a:xfrm>
                  <a:off x="20708350" y="10142703"/>
                  <a:ext cx="26102" cy="33933"/>
                </a:xfrm>
                <a:custGeom>
                  <a:avLst/>
                  <a:gdLst>
                    <a:gd name="connsiteX0" fmla="*/ 7843 w 26102"/>
                    <a:gd name="connsiteY0" fmla="*/ 2435 h 33933"/>
                    <a:gd name="connsiteX1" fmla="*/ 19929 w 26102"/>
                    <a:gd name="connsiteY1" fmla="*/ 30179 h 33933"/>
                    <a:gd name="connsiteX2" fmla="*/ 25989 w 26102"/>
                    <a:gd name="connsiteY2" fmla="*/ 12204 h 33933"/>
                    <a:gd name="connsiteX3" fmla="*/ 7843 w 26102"/>
                    <a:gd name="connsiteY3" fmla="*/ 2435 h 33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3">
                      <a:moveTo>
                        <a:pt x="7843" y="2435"/>
                      </a:moveTo>
                      <a:cubicBezTo>
                        <a:pt x="-8606" y="11846"/>
                        <a:pt x="3437" y="44989"/>
                        <a:pt x="19929" y="30179"/>
                      </a:cubicBezTo>
                      <a:cubicBezTo>
                        <a:pt x="24625" y="25959"/>
                        <a:pt x="26619" y="18600"/>
                        <a:pt x="25989" y="12204"/>
                      </a:cubicBezTo>
                      <a:cubicBezTo>
                        <a:pt x="25094" y="3183"/>
                        <a:pt x="18974" y="-3928"/>
                        <a:pt x="7843" y="243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6" name="Freeform: Shape 255">
                  <a:extLst>
                    <a:ext uri="{FF2B5EF4-FFF2-40B4-BE49-F238E27FC236}">
                      <a16:creationId xmlns:a16="http://schemas.microsoft.com/office/drawing/2014/main" id="{F2C3841E-D64C-60E5-0534-8693A339E7AE}"/>
                    </a:ext>
                  </a:extLst>
                </p:cNvPr>
                <p:cNvSpPr/>
                <p:nvPr/>
              </p:nvSpPr>
              <p:spPr>
                <a:xfrm>
                  <a:off x="20782432" y="10247131"/>
                  <a:ext cx="26102" cy="33933"/>
                </a:xfrm>
                <a:custGeom>
                  <a:avLst/>
                  <a:gdLst>
                    <a:gd name="connsiteX0" fmla="*/ 7843 w 26102"/>
                    <a:gd name="connsiteY0" fmla="*/ 2435 h 33933"/>
                    <a:gd name="connsiteX1" fmla="*/ 19929 w 26102"/>
                    <a:gd name="connsiteY1" fmla="*/ 30179 h 33933"/>
                    <a:gd name="connsiteX2" fmla="*/ 25989 w 26102"/>
                    <a:gd name="connsiteY2" fmla="*/ 12204 h 33933"/>
                    <a:gd name="connsiteX3" fmla="*/ 7843 w 26102"/>
                    <a:gd name="connsiteY3" fmla="*/ 2435 h 33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3">
                      <a:moveTo>
                        <a:pt x="7843" y="2435"/>
                      </a:moveTo>
                      <a:cubicBezTo>
                        <a:pt x="-8606" y="11846"/>
                        <a:pt x="3437" y="44989"/>
                        <a:pt x="19929" y="30179"/>
                      </a:cubicBezTo>
                      <a:cubicBezTo>
                        <a:pt x="24625" y="25959"/>
                        <a:pt x="26619" y="18600"/>
                        <a:pt x="25989" y="12204"/>
                      </a:cubicBezTo>
                      <a:cubicBezTo>
                        <a:pt x="25094" y="3183"/>
                        <a:pt x="18966" y="-3928"/>
                        <a:pt x="7843" y="243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7" name="Freeform: Shape 256">
                  <a:extLst>
                    <a:ext uri="{FF2B5EF4-FFF2-40B4-BE49-F238E27FC236}">
                      <a16:creationId xmlns:a16="http://schemas.microsoft.com/office/drawing/2014/main" id="{910B0B0E-53E3-0EF2-C8A6-AC364D832C0E}"/>
                    </a:ext>
                  </a:extLst>
                </p:cNvPr>
                <p:cNvSpPr/>
                <p:nvPr/>
              </p:nvSpPr>
              <p:spPr>
                <a:xfrm>
                  <a:off x="20882976" y="9994433"/>
                  <a:ext cx="26096" cy="33938"/>
                </a:xfrm>
                <a:custGeom>
                  <a:avLst/>
                  <a:gdLst>
                    <a:gd name="connsiteX0" fmla="*/ 19923 w 26096"/>
                    <a:gd name="connsiteY0" fmla="*/ 30187 h 33938"/>
                    <a:gd name="connsiteX1" fmla="*/ 25983 w 26096"/>
                    <a:gd name="connsiteY1" fmla="*/ 12212 h 33938"/>
                    <a:gd name="connsiteX2" fmla="*/ 7837 w 26096"/>
                    <a:gd name="connsiteY2" fmla="*/ 2435 h 33938"/>
                    <a:gd name="connsiteX3" fmla="*/ 19923 w 26096"/>
                    <a:gd name="connsiteY3" fmla="*/ 30187 h 33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096" h="33938">
                      <a:moveTo>
                        <a:pt x="19923" y="30187"/>
                      </a:moveTo>
                      <a:cubicBezTo>
                        <a:pt x="24619" y="25967"/>
                        <a:pt x="26614" y="18608"/>
                        <a:pt x="25983" y="12212"/>
                      </a:cubicBezTo>
                      <a:cubicBezTo>
                        <a:pt x="25088" y="3183"/>
                        <a:pt x="18960" y="-3928"/>
                        <a:pt x="7837" y="2435"/>
                      </a:cubicBezTo>
                      <a:cubicBezTo>
                        <a:pt x="-8604" y="11855"/>
                        <a:pt x="3439" y="44989"/>
                        <a:pt x="19923" y="3018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8" name="Freeform: Shape 257">
                  <a:extLst>
                    <a:ext uri="{FF2B5EF4-FFF2-40B4-BE49-F238E27FC236}">
                      <a16:creationId xmlns:a16="http://schemas.microsoft.com/office/drawing/2014/main" id="{96094076-248E-BA41-78A3-603440D24E76}"/>
                    </a:ext>
                  </a:extLst>
                </p:cNvPr>
                <p:cNvSpPr/>
                <p:nvPr/>
              </p:nvSpPr>
              <p:spPr>
                <a:xfrm>
                  <a:off x="20769204" y="9976383"/>
                  <a:ext cx="26102" cy="33933"/>
                </a:xfrm>
                <a:custGeom>
                  <a:avLst/>
                  <a:gdLst>
                    <a:gd name="connsiteX0" fmla="*/ 25989 w 26102"/>
                    <a:gd name="connsiteY0" fmla="*/ 12212 h 33933"/>
                    <a:gd name="connsiteX1" fmla="*/ 7843 w 26102"/>
                    <a:gd name="connsiteY1" fmla="*/ 2435 h 33933"/>
                    <a:gd name="connsiteX2" fmla="*/ 19929 w 26102"/>
                    <a:gd name="connsiteY2" fmla="*/ 30179 h 33933"/>
                    <a:gd name="connsiteX3" fmla="*/ 25989 w 26102"/>
                    <a:gd name="connsiteY3" fmla="*/ 12212 h 33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3">
                      <a:moveTo>
                        <a:pt x="25989" y="12212"/>
                      </a:moveTo>
                      <a:cubicBezTo>
                        <a:pt x="25094" y="3183"/>
                        <a:pt x="18966" y="-3928"/>
                        <a:pt x="7843" y="2435"/>
                      </a:cubicBezTo>
                      <a:cubicBezTo>
                        <a:pt x="-8606" y="11846"/>
                        <a:pt x="3437" y="44989"/>
                        <a:pt x="19929" y="30179"/>
                      </a:cubicBezTo>
                      <a:cubicBezTo>
                        <a:pt x="24625" y="25967"/>
                        <a:pt x="26619" y="18608"/>
                        <a:pt x="25989" y="1221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59" name="Freeform: Shape 258">
                  <a:extLst>
                    <a:ext uri="{FF2B5EF4-FFF2-40B4-BE49-F238E27FC236}">
                      <a16:creationId xmlns:a16="http://schemas.microsoft.com/office/drawing/2014/main" id="{86BD3E73-E431-543B-57F4-30C343485BE8}"/>
                    </a:ext>
                  </a:extLst>
                </p:cNvPr>
                <p:cNvSpPr/>
                <p:nvPr/>
              </p:nvSpPr>
              <p:spPr>
                <a:xfrm>
                  <a:off x="21031136" y="9994436"/>
                  <a:ext cx="26102" cy="33938"/>
                </a:xfrm>
                <a:custGeom>
                  <a:avLst/>
                  <a:gdLst>
                    <a:gd name="connsiteX0" fmla="*/ 7843 w 26102"/>
                    <a:gd name="connsiteY0" fmla="*/ 2440 h 33938"/>
                    <a:gd name="connsiteX1" fmla="*/ 19929 w 26102"/>
                    <a:gd name="connsiteY1" fmla="*/ 30184 h 33938"/>
                    <a:gd name="connsiteX2" fmla="*/ 25989 w 26102"/>
                    <a:gd name="connsiteY2" fmla="*/ 12208 h 33938"/>
                    <a:gd name="connsiteX3" fmla="*/ 7843 w 26102"/>
                    <a:gd name="connsiteY3" fmla="*/ 2440 h 33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8">
                      <a:moveTo>
                        <a:pt x="7843" y="2440"/>
                      </a:moveTo>
                      <a:cubicBezTo>
                        <a:pt x="-8606" y="11851"/>
                        <a:pt x="3437" y="44994"/>
                        <a:pt x="19929" y="30184"/>
                      </a:cubicBezTo>
                      <a:cubicBezTo>
                        <a:pt x="24625" y="25964"/>
                        <a:pt x="26619" y="18604"/>
                        <a:pt x="25989" y="12208"/>
                      </a:cubicBezTo>
                      <a:cubicBezTo>
                        <a:pt x="25094" y="3179"/>
                        <a:pt x="18966" y="-3931"/>
                        <a:pt x="7843" y="24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60" name="Freeform: Shape 259">
                  <a:extLst>
                    <a:ext uri="{FF2B5EF4-FFF2-40B4-BE49-F238E27FC236}">
                      <a16:creationId xmlns:a16="http://schemas.microsoft.com/office/drawing/2014/main" id="{8853067D-8722-A4DE-211A-AEDD2B472D06}"/>
                    </a:ext>
                  </a:extLst>
                </p:cNvPr>
                <p:cNvSpPr/>
                <p:nvPr/>
              </p:nvSpPr>
              <p:spPr>
                <a:xfrm>
                  <a:off x="21429334" y="10012486"/>
                  <a:ext cx="26102" cy="33938"/>
                </a:xfrm>
                <a:custGeom>
                  <a:avLst/>
                  <a:gdLst>
                    <a:gd name="connsiteX0" fmla="*/ 7843 w 26102"/>
                    <a:gd name="connsiteY0" fmla="*/ 2440 h 33938"/>
                    <a:gd name="connsiteX1" fmla="*/ 19929 w 26102"/>
                    <a:gd name="connsiteY1" fmla="*/ 30184 h 33938"/>
                    <a:gd name="connsiteX2" fmla="*/ 25989 w 26102"/>
                    <a:gd name="connsiteY2" fmla="*/ 12208 h 33938"/>
                    <a:gd name="connsiteX3" fmla="*/ 7843 w 26102"/>
                    <a:gd name="connsiteY3" fmla="*/ 2440 h 33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8">
                      <a:moveTo>
                        <a:pt x="7843" y="2440"/>
                      </a:moveTo>
                      <a:cubicBezTo>
                        <a:pt x="-8606" y="11851"/>
                        <a:pt x="3437" y="44994"/>
                        <a:pt x="19929" y="30184"/>
                      </a:cubicBezTo>
                      <a:cubicBezTo>
                        <a:pt x="24625" y="25964"/>
                        <a:pt x="26619" y="18604"/>
                        <a:pt x="25989" y="12208"/>
                      </a:cubicBezTo>
                      <a:cubicBezTo>
                        <a:pt x="25085" y="3179"/>
                        <a:pt x="18966" y="-3931"/>
                        <a:pt x="7843" y="24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61" name="Freeform: Shape 260">
                  <a:extLst>
                    <a:ext uri="{FF2B5EF4-FFF2-40B4-BE49-F238E27FC236}">
                      <a16:creationId xmlns:a16="http://schemas.microsoft.com/office/drawing/2014/main" id="{130E329F-D057-C818-28B7-423FF8480817}"/>
                    </a:ext>
                  </a:extLst>
                </p:cNvPr>
                <p:cNvSpPr/>
                <p:nvPr/>
              </p:nvSpPr>
              <p:spPr>
                <a:xfrm>
                  <a:off x="21577495" y="10012483"/>
                  <a:ext cx="26098" cy="33938"/>
                </a:xfrm>
                <a:custGeom>
                  <a:avLst/>
                  <a:gdLst>
                    <a:gd name="connsiteX0" fmla="*/ 19925 w 26098"/>
                    <a:gd name="connsiteY0" fmla="*/ 30187 h 33938"/>
                    <a:gd name="connsiteX1" fmla="*/ 25985 w 26098"/>
                    <a:gd name="connsiteY1" fmla="*/ 12212 h 33938"/>
                    <a:gd name="connsiteX2" fmla="*/ 7839 w 26098"/>
                    <a:gd name="connsiteY2" fmla="*/ 2435 h 33938"/>
                    <a:gd name="connsiteX3" fmla="*/ 19925 w 26098"/>
                    <a:gd name="connsiteY3" fmla="*/ 30187 h 33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098" h="33938">
                      <a:moveTo>
                        <a:pt x="19925" y="30187"/>
                      </a:moveTo>
                      <a:cubicBezTo>
                        <a:pt x="24621" y="25967"/>
                        <a:pt x="26616" y="18608"/>
                        <a:pt x="25985" y="12212"/>
                      </a:cubicBezTo>
                      <a:cubicBezTo>
                        <a:pt x="25090" y="3183"/>
                        <a:pt x="18962" y="-3928"/>
                        <a:pt x="7839" y="2435"/>
                      </a:cubicBezTo>
                      <a:cubicBezTo>
                        <a:pt x="-8602" y="11855"/>
                        <a:pt x="3433" y="44989"/>
                        <a:pt x="19925" y="3018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62" name="Freeform: Shape 261">
                  <a:extLst>
                    <a:ext uri="{FF2B5EF4-FFF2-40B4-BE49-F238E27FC236}">
                      <a16:creationId xmlns:a16="http://schemas.microsoft.com/office/drawing/2014/main" id="{D7B14968-BB33-0B77-EF36-45AF6408C952}"/>
                    </a:ext>
                  </a:extLst>
                </p:cNvPr>
                <p:cNvSpPr/>
                <p:nvPr/>
              </p:nvSpPr>
              <p:spPr>
                <a:xfrm>
                  <a:off x="21158136" y="10003462"/>
                  <a:ext cx="26096" cy="33938"/>
                </a:xfrm>
                <a:custGeom>
                  <a:avLst/>
                  <a:gdLst>
                    <a:gd name="connsiteX0" fmla="*/ 19923 w 26096"/>
                    <a:gd name="connsiteY0" fmla="*/ 30187 h 33938"/>
                    <a:gd name="connsiteX1" fmla="*/ 25983 w 26096"/>
                    <a:gd name="connsiteY1" fmla="*/ 12212 h 33938"/>
                    <a:gd name="connsiteX2" fmla="*/ 7837 w 26096"/>
                    <a:gd name="connsiteY2" fmla="*/ 2435 h 33938"/>
                    <a:gd name="connsiteX3" fmla="*/ 19923 w 26096"/>
                    <a:gd name="connsiteY3" fmla="*/ 30187 h 33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096" h="33938">
                      <a:moveTo>
                        <a:pt x="19923" y="30187"/>
                      </a:moveTo>
                      <a:cubicBezTo>
                        <a:pt x="24619" y="25967"/>
                        <a:pt x="26614" y="18608"/>
                        <a:pt x="25983" y="12212"/>
                      </a:cubicBezTo>
                      <a:cubicBezTo>
                        <a:pt x="25088" y="3183"/>
                        <a:pt x="18960" y="-3928"/>
                        <a:pt x="7837" y="2435"/>
                      </a:cubicBezTo>
                      <a:cubicBezTo>
                        <a:pt x="-8604" y="11855"/>
                        <a:pt x="3439" y="44989"/>
                        <a:pt x="19923" y="3018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63" name="Freeform: Shape 262">
                  <a:extLst>
                    <a:ext uri="{FF2B5EF4-FFF2-40B4-BE49-F238E27FC236}">
                      <a16:creationId xmlns:a16="http://schemas.microsoft.com/office/drawing/2014/main" id="{C77AE35B-DB26-FC06-B7B9-EF0E9EF99638}"/>
                    </a:ext>
                  </a:extLst>
                </p:cNvPr>
                <p:cNvSpPr/>
                <p:nvPr/>
              </p:nvSpPr>
              <p:spPr>
                <a:xfrm>
                  <a:off x="20884121" y="10159460"/>
                  <a:ext cx="26102" cy="33938"/>
                </a:xfrm>
                <a:custGeom>
                  <a:avLst/>
                  <a:gdLst>
                    <a:gd name="connsiteX0" fmla="*/ 7843 w 26102"/>
                    <a:gd name="connsiteY0" fmla="*/ 2440 h 33938"/>
                    <a:gd name="connsiteX1" fmla="*/ 19929 w 26102"/>
                    <a:gd name="connsiteY1" fmla="*/ 30184 h 33938"/>
                    <a:gd name="connsiteX2" fmla="*/ 25989 w 26102"/>
                    <a:gd name="connsiteY2" fmla="*/ 12208 h 33938"/>
                    <a:gd name="connsiteX3" fmla="*/ 7843 w 26102"/>
                    <a:gd name="connsiteY3" fmla="*/ 2440 h 33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8">
                      <a:moveTo>
                        <a:pt x="7843" y="2440"/>
                      </a:moveTo>
                      <a:cubicBezTo>
                        <a:pt x="-8606" y="11851"/>
                        <a:pt x="3437" y="44994"/>
                        <a:pt x="19929" y="30184"/>
                      </a:cubicBezTo>
                      <a:cubicBezTo>
                        <a:pt x="24625" y="25964"/>
                        <a:pt x="26619" y="18604"/>
                        <a:pt x="25989" y="12208"/>
                      </a:cubicBezTo>
                      <a:cubicBezTo>
                        <a:pt x="25094" y="3179"/>
                        <a:pt x="18966" y="-3931"/>
                        <a:pt x="7843" y="24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64" name="Freeform: Shape 263">
                  <a:extLst>
                    <a:ext uri="{FF2B5EF4-FFF2-40B4-BE49-F238E27FC236}">
                      <a16:creationId xmlns:a16="http://schemas.microsoft.com/office/drawing/2014/main" id="{378CEFDF-D463-BCAB-2564-6E063532C515}"/>
                    </a:ext>
                  </a:extLst>
                </p:cNvPr>
                <p:cNvSpPr/>
                <p:nvPr/>
              </p:nvSpPr>
              <p:spPr>
                <a:xfrm>
                  <a:off x="21019238" y="10159460"/>
                  <a:ext cx="26102" cy="33938"/>
                </a:xfrm>
                <a:custGeom>
                  <a:avLst/>
                  <a:gdLst>
                    <a:gd name="connsiteX0" fmla="*/ 7843 w 26102"/>
                    <a:gd name="connsiteY0" fmla="*/ 2440 h 33938"/>
                    <a:gd name="connsiteX1" fmla="*/ 19929 w 26102"/>
                    <a:gd name="connsiteY1" fmla="*/ 30184 h 33938"/>
                    <a:gd name="connsiteX2" fmla="*/ 25989 w 26102"/>
                    <a:gd name="connsiteY2" fmla="*/ 12208 h 33938"/>
                    <a:gd name="connsiteX3" fmla="*/ 7843 w 26102"/>
                    <a:gd name="connsiteY3" fmla="*/ 2440 h 33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8">
                      <a:moveTo>
                        <a:pt x="7843" y="2440"/>
                      </a:moveTo>
                      <a:cubicBezTo>
                        <a:pt x="-8606" y="11851"/>
                        <a:pt x="3437" y="44994"/>
                        <a:pt x="19929" y="30184"/>
                      </a:cubicBezTo>
                      <a:cubicBezTo>
                        <a:pt x="24625" y="25964"/>
                        <a:pt x="26619" y="18604"/>
                        <a:pt x="25989" y="12208"/>
                      </a:cubicBezTo>
                      <a:cubicBezTo>
                        <a:pt x="25085" y="3179"/>
                        <a:pt x="18966" y="-3931"/>
                        <a:pt x="7843" y="24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65" name="Freeform: Shape 264">
                  <a:extLst>
                    <a:ext uri="{FF2B5EF4-FFF2-40B4-BE49-F238E27FC236}">
                      <a16:creationId xmlns:a16="http://schemas.microsoft.com/office/drawing/2014/main" id="{C0661A95-ABA1-78D6-51DB-4A47D8BFA486}"/>
                    </a:ext>
                  </a:extLst>
                </p:cNvPr>
                <p:cNvSpPr/>
                <p:nvPr/>
              </p:nvSpPr>
              <p:spPr>
                <a:xfrm>
                  <a:off x="21151516" y="10164624"/>
                  <a:ext cx="26104" cy="33933"/>
                </a:xfrm>
                <a:custGeom>
                  <a:avLst/>
                  <a:gdLst>
                    <a:gd name="connsiteX0" fmla="*/ 25989 w 26104"/>
                    <a:gd name="connsiteY0" fmla="*/ 12212 h 33933"/>
                    <a:gd name="connsiteX1" fmla="*/ 7843 w 26104"/>
                    <a:gd name="connsiteY1" fmla="*/ 2435 h 33933"/>
                    <a:gd name="connsiteX2" fmla="*/ 19929 w 26104"/>
                    <a:gd name="connsiteY2" fmla="*/ 30179 h 33933"/>
                    <a:gd name="connsiteX3" fmla="*/ 25989 w 26104"/>
                    <a:gd name="connsiteY3" fmla="*/ 12212 h 33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4" h="33933">
                      <a:moveTo>
                        <a:pt x="25989" y="12212"/>
                      </a:moveTo>
                      <a:cubicBezTo>
                        <a:pt x="25094" y="3183"/>
                        <a:pt x="18966" y="-3928"/>
                        <a:pt x="7843" y="2435"/>
                      </a:cubicBezTo>
                      <a:cubicBezTo>
                        <a:pt x="-8606" y="11846"/>
                        <a:pt x="3437" y="44989"/>
                        <a:pt x="19929" y="30179"/>
                      </a:cubicBezTo>
                      <a:cubicBezTo>
                        <a:pt x="24634" y="25959"/>
                        <a:pt x="26628" y="18599"/>
                        <a:pt x="25989" y="1221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66" name="Freeform: Shape 265">
                  <a:extLst>
                    <a:ext uri="{FF2B5EF4-FFF2-40B4-BE49-F238E27FC236}">
                      <a16:creationId xmlns:a16="http://schemas.microsoft.com/office/drawing/2014/main" id="{B7763A39-45F9-24D2-9870-0B6FB5B2C776}"/>
                    </a:ext>
                  </a:extLst>
                </p:cNvPr>
                <p:cNvSpPr/>
                <p:nvPr/>
              </p:nvSpPr>
              <p:spPr>
                <a:xfrm>
                  <a:off x="21308946" y="10154307"/>
                  <a:ext cx="26102" cy="33933"/>
                </a:xfrm>
                <a:custGeom>
                  <a:avLst/>
                  <a:gdLst>
                    <a:gd name="connsiteX0" fmla="*/ 7843 w 26102"/>
                    <a:gd name="connsiteY0" fmla="*/ 2435 h 33933"/>
                    <a:gd name="connsiteX1" fmla="*/ 19929 w 26102"/>
                    <a:gd name="connsiteY1" fmla="*/ 30179 h 33933"/>
                    <a:gd name="connsiteX2" fmla="*/ 25989 w 26102"/>
                    <a:gd name="connsiteY2" fmla="*/ 12204 h 33933"/>
                    <a:gd name="connsiteX3" fmla="*/ 7843 w 26102"/>
                    <a:gd name="connsiteY3" fmla="*/ 2435 h 33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3">
                      <a:moveTo>
                        <a:pt x="7843" y="2435"/>
                      </a:moveTo>
                      <a:cubicBezTo>
                        <a:pt x="-8606" y="11846"/>
                        <a:pt x="3437" y="44989"/>
                        <a:pt x="19929" y="30179"/>
                      </a:cubicBezTo>
                      <a:cubicBezTo>
                        <a:pt x="24625" y="25959"/>
                        <a:pt x="26619" y="18600"/>
                        <a:pt x="25989" y="12204"/>
                      </a:cubicBezTo>
                      <a:cubicBezTo>
                        <a:pt x="25094" y="3183"/>
                        <a:pt x="18966" y="-3928"/>
                        <a:pt x="7843" y="243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67" name="Freeform: Shape 266">
                  <a:extLst>
                    <a:ext uri="{FF2B5EF4-FFF2-40B4-BE49-F238E27FC236}">
                      <a16:creationId xmlns:a16="http://schemas.microsoft.com/office/drawing/2014/main" id="{9607FC46-7260-7A5C-E063-1BC59F5FF205}"/>
                    </a:ext>
                  </a:extLst>
                </p:cNvPr>
                <p:cNvSpPr/>
                <p:nvPr/>
              </p:nvSpPr>
              <p:spPr>
                <a:xfrm>
                  <a:off x="21457111" y="10154307"/>
                  <a:ext cx="26102" cy="33933"/>
                </a:xfrm>
                <a:custGeom>
                  <a:avLst/>
                  <a:gdLst>
                    <a:gd name="connsiteX0" fmla="*/ 25989 w 26102"/>
                    <a:gd name="connsiteY0" fmla="*/ 12212 h 33933"/>
                    <a:gd name="connsiteX1" fmla="*/ 7843 w 26102"/>
                    <a:gd name="connsiteY1" fmla="*/ 2435 h 33933"/>
                    <a:gd name="connsiteX2" fmla="*/ 19929 w 26102"/>
                    <a:gd name="connsiteY2" fmla="*/ 30179 h 33933"/>
                    <a:gd name="connsiteX3" fmla="*/ 25989 w 26102"/>
                    <a:gd name="connsiteY3" fmla="*/ 12212 h 33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3">
                      <a:moveTo>
                        <a:pt x="25989" y="12212"/>
                      </a:moveTo>
                      <a:cubicBezTo>
                        <a:pt x="25094" y="3183"/>
                        <a:pt x="18966" y="-3928"/>
                        <a:pt x="7843" y="2435"/>
                      </a:cubicBezTo>
                      <a:cubicBezTo>
                        <a:pt x="-8606" y="11846"/>
                        <a:pt x="3437" y="44989"/>
                        <a:pt x="19929" y="30179"/>
                      </a:cubicBezTo>
                      <a:cubicBezTo>
                        <a:pt x="24625" y="25959"/>
                        <a:pt x="26619" y="18608"/>
                        <a:pt x="25989" y="1221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68" name="Freeform: Shape 267">
                  <a:extLst>
                    <a:ext uri="{FF2B5EF4-FFF2-40B4-BE49-F238E27FC236}">
                      <a16:creationId xmlns:a16="http://schemas.microsoft.com/office/drawing/2014/main" id="{B6B907BF-BAD5-AA97-3303-3C84AEE1D9B2}"/>
                    </a:ext>
                  </a:extLst>
                </p:cNvPr>
                <p:cNvSpPr/>
                <p:nvPr/>
              </p:nvSpPr>
              <p:spPr>
                <a:xfrm>
                  <a:off x="21589398" y="10159460"/>
                  <a:ext cx="26102" cy="33938"/>
                </a:xfrm>
                <a:custGeom>
                  <a:avLst/>
                  <a:gdLst>
                    <a:gd name="connsiteX0" fmla="*/ 7843 w 26102"/>
                    <a:gd name="connsiteY0" fmla="*/ 2440 h 33938"/>
                    <a:gd name="connsiteX1" fmla="*/ 19929 w 26102"/>
                    <a:gd name="connsiteY1" fmla="*/ 30184 h 33938"/>
                    <a:gd name="connsiteX2" fmla="*/ 25989 w 26102"/>
                    <a:gd name="connsiteY2" fmla="*/ 12208 h 33938"/>
                    <a:gd name="connsiteX3" fmla="*/ 7843 w 26102"/>
                    <a:gd name="connsiteY3" fmla="*/ 2440 h 33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8">
                      <a:moveTo>
                        <a:pt x="7843" y="2440"/>
                      </a:moveTo>
                      <a:cubicBezTo>
                        <a:pt x="-8606" y="11851"/>
                        <a:pt x="3437" y="44994"/>
                        <a:pt x="19929" y="30184"/>
                      </a:cubicBezTo>
                      <a:cubicBezTo>
                        <a:pt x="24625" y="25964"/>
                        <a:pt x="26619" y="18604"/>
                        <a:pt x="25989" y="12208"/>
                      </a:cubicBezTo>
                      <a:cubicBezTo>
                        <a:pt x="25094" y="3179"/>
                        <a:pt x="18966" y="-3931"/>
                        <a:pt x="7843" y="24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69" name="Freeform: Shape 268">
                  <a:extLst>
                    <a:ext uri="{FF2B5EF4-FFF2-40B4-BE49-F238E27FC236}">
                      <a16:creationId xmlns:a16="http://schemas.microsoft.com/office/drawing/2014/main" id="{0748A9A5-2E5B-BB4D-6AE2-6A3D1A175306}"/>
                    </a:ext>
                  </a:extLst>
                </p:cNvPr>
                <p:cNvSpPr/>
                <p:nvPr/>
              </p:nvSpPr>
              <p:spPr>
                <a:xfrm>
                  <a:off x="21684643" y="10318044"/>
                  <a:ext cx="26102" cy="33933"/>
                </a:xfrm>
                <a:custGeom>
                  <a:avLst/>
                  <a:gdLst>
                    <a:gd name="connsiteX0" fmla="*/ 25989 w 26102"/>
                    <a:gd name="connsiteY0" fmla="*/ 12212 h 33933"/>
                    <a:gd name="connsiteX1" fmla="*/ 7843 w 26102"/>
                    <a:gd name="connsiteY1" fmla="*/ 2435 h 33933"/>
                    <a:gd name="connsiteX2" fmla="*/ 19929 w 26102"/>
                    <a:gd name="connsiteY2" fmla="*/ 30179 h 33933"/>
                    <a:gd name="connsiteX3" fmla="*/ 25989 w 26102"/>
                    <a:gd name="connsiteY3" fmla="*/ 12212 h 33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3">
                      <a:moveTo>
                        <a:pt x="25989" y="12212"/>
                      </a:moveTo>
                      <a:cubicBezTo>
                        <a:pt x="25094" y="3183"/>
                        <a:pt x="18966" y="-3928"/>
                        <a:pt x="7843" y="2435"/>
                      </a:cubicBezTo>
                      <a:cubicBezTo>
                        <a:pt x="-8606" y="11846"/>
                        <a:pt x="3437" y="44989"/>
                        <a:pt x="19929" y="30179"/>
                      </a:cubicBezTo>
                      <a:cubicBezTo>
                        <a:pt x="24634" y="25959"/>
                        <a:pt x="26619" y="18608"/>
                        <a:pt x="25989" y="1221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70" name="Freeform: Shape 269">
                  <a:extLst>
                    <a:ext uri="{FF2B5EF4-FFF2-40B4-BE49-F238E27FC236}">
                      <a16:creationId xmlns:a16="http://schemas.microsoft.com/office/drawing/2014/main" id="{BFF14F97-9ECA-1F08-6A89-E55AC4F25287}"/>
                    </a:ext>
                  </a:extLst>
                </p:cNvPr>
                <p:cNvSpPr/>
                <p:nvPr/>
              </p:nvSpPr>
              <p:spPr>
                <a:xfrm>
                  <a:off x="21093312" y="10070503"/>
                  <a:ext cx="26102" cy="33933"/>
                </a:xfrm>
                <a:custGeom>
                  <a:avLst/>
                  <a:gdLst>
                    <a:gd name="connsiteX0" fmla="*/ 7843 w 26102"/>
                    <a:gd name="connsiteY0" fmla="*/ 2435 h 33933"/>
                    <a:gd name="connsiteX1" fmla="*/ 19929 w 26102"/>
                    <a:gd name="connsiteY1" fmla="*/ 30179 h 33933"/>
                    <a:gd name="connsiteX2" fmla="*/ 25989 w 26102"/>
                    <a:gd name="connsiteY2" fmla="*/ 12204 h 33933"/>
                    <a:gd name="connsiteX3" fmla="*/ 7843 w 26102"/>
                    <a:gd name="connsiteY3" fmla="*/ 2435 h 33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3">
                      <a:moveTo>
                        <a:pt x="7843" y="2435"/>
                      </a:moveTo>
                      <a:cubicBezTo>
                        <a:pt x="-8606" y="11846"/>
                        <a:pt x="3437" y="44989"/>
                        <a:pt x="19929" y="30179"/>
                      </a:cubicBezTo>
                      <a:cubicBezTo>
                        <a:pt x="24625" y="25959"/>
                        <a:pt x="26619" y="18600"/>
                        <a:pt x="25989" y="12204"/>
                      </a:cubicBezTo>
                      <a:cubicBezTo>
                        <a:pt x="25094" y="3183"/>
                        <a:pt x="18974" y="-3928"/>
                        <a:pt x="7843" y="243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71" name="Freeform: Shape 270">
                  <a:extLst>
                    <a:ext uri="{FF2B5EF4-FFF2-40B4-BE49-F238E27FC236}">
                      <a16:creationId xmlns:a16="http://schemas.microsoft.com/office/drawing/2014/main" id="{E8869DE9-8C6D-1CB7-71DD-974ACD488F66}"/>
                    </a:ext>
                  </a:extLst>
                </p:cNvPr>
                <p:cNvSpPr/>
                <p:nvPr/>
              </p:nvSpPr>
              <p:spPr>
                <a:xfrm>
                  <a:off x="21165187" y="10494672"/>
                  <a:ext cx="26102" cy="33933"/>
                </a:xfrm>
                <a:custGeom>
                  <a:avLst/>
                  <a:gdLst>
                    <a:gd name="connsiteX0" fmla="*/ 7843 w 26102"/>
                    <a:gd name="connsiteY0" fmla="*/ 2435 h 33933"/>
                    <a:gd name="connsiteX1" fmla="*/ 19929 w 26102"/>
                    <a:gd name="connsiteY1" fmla="*/ 30179 h 33933"/>
                    <a:gd name="connsiteX2" fmla="*/ 25989 w 26102"/>
                    <a:gd name="connsiteY2" fmla="*/ 12204 h 33933"/>
                    <a:gd name="connsiteX3" fmla="*/ 7843 w 26102"/>
                    <a:gd name="connsiteY3" fmla="*/ 2435 h 33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3">
                      <a:moveTo>
                        <a:pt x="7843" y="2435"/>
                      </a:moveTo>
                      <a:cubicBezTo>
                        <a:pt x="-8606" y="11846"/>
                        <a:pt x="3437" y="44989"/>
                        <a:pt x="19929" y="30179"/>
                      </a:cubicBezTo>
                      <a:cubicBezTo>
                        <a:pt x="24634" y="25959"/>
                        <a:pt x="26619" y="18600"/>
                        <a:pt x="25989" y="12204"/>
                      </a:cubicBezTo>
                      <a:cubicBezTo>
                        <a:pt x="25094" y="3183"/>
                        <a:pt x="18966" y="-3928"/>
                        <a:pt x="7843" y="243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72" name="Freeform: Shape 271">
                  <a:extLst>
                    <a:ext uri="{FF2B5EF4-FFF2-40B4-BE49-F238E27FC236}">
                      <a16:creationId xmlns:a16="http://schemas.microsoft.com/office/drawing/2014/main" id="{C78EFFF2-99A5-E43A-3BA5-D2A25A84488A}"/>
                    </a:ext>
                  </a:extLst>
                </p:cNvPr>
                <p:cNvSpPr/>
                <p:nvPr/>
              </p:nvSpPr>
              <p:spPr>
                <a:xfrm>
                  <a:off x="21006436" y="10502408"/>
                  <a:ext cx="26102" cy="33938"/>
                </a:xfrm>
                <a:custGeom>
                  <a:avLst/>
                  <a:gdLst>
                    <a:gd name="connsiteX0" fmla="*/ 7843 w 26102"/>
                    <a:gd name="connsiteY0" fmla="*/ 2440 h 33938"/>
                    <a:gd name="connsiteX1" fmla="*/ 19929 w 26102"/>
                    <a:gd name="connsiteY1" fmla="*/ 30184 h 33938"/>
                    <a:gd name="connsiteX2" fmla="*/ 25989 w 26102"/>
                    <a:gd name="connsiteY2" fmla="*/ 12208 h 33938"/>
                    <a:gd name="connsiteX3" fmla="*/ 7843 w 26102"/>
                    <a:gd name="connsiteY3" fmla="*/ 2440 h 33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8">
                      <a:moveTo>
                        <a:pt x="7843" y="2440"/>
                      </a:moveTo>
                      <a:cubicBezTo>
                        <a:pt x="-8606" y="11851"/>
                        <a:pt x="3437" y="44994"/>
                        <a:pt x="19929" y="30184"/>
                      </a:cubicBezTo>
                      <a:cubicBezTo>
                        <a:pt x="24634" y="25964"/>
                        <a:pt x="26619" y="18604"/>
                        <a:pt x="25989" y="12208"/>
                      </a:cubicBezTo>
                      <a:cubicBezTo>
                        <a:pt x="25094" y="3179"/>
                        <a:pt x="18966" y="-3931"/>
                        <a:pt x="7843" y="24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73" name="Freeform: Shape 272">
                  <a:extLst>
                    <a:ext uri="{FF2B5EF4-FFF2-40B4-BE49-F238E27FC236}">
                      <a16:creationId xmlns:a16="http://schemas.microsoft.com/office/drawing/2014/main" id="{1C6395C7-192E-CC06-CE1E-1A9525403795}"/>
                    </a:ext>
                  </a:extLst>
                </p:cNvPr>
                <p:cNvSpPr/>
                <p:nvPr/>
              </p:nvSpPr>
              <p:spPr>
                <a:xfrm>
                  <a:off x="21076555" y="10587499"/>
                  <a:ext cx="26102" cy="33938"/>
                </a:xfrm>
                <a:custGeom>
                  <a:avLst/>
                  <a:gdLst>
                    <a:gd name="connsiteX0" fmla="*/ 7843 w 26102"/>
                    <a:gd name="connsiteY0" fmla="*/ 2440 h 33938"/>
                    <a:gd name="connsiteX1" fmla="*/ 19929 w 26102"/>
                    <a:gd name="connsiteY1" fmla="*/ 30184 h 33938"/>
                    <a:gd name="connsiteX2" fmla="*/ 25989 w 26102"/>
                    <a:gd name="connsiteY2" fmla="*/ 12208 h 33938"/>
                    <a:gd name="connsiteX3" fmla="*/ 7843 w 26102"/>
                    <a:gd name="connsiteY3" fmla="*/ 2440 h 33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8">
                      <a:moveTo>
                        <a:pt x="7843" y="2440"/>
                      </a:moveTo>
                      <a:cubicBezTo>
                        <a:pt x="-8606" y="11851"/>
                        <a:pt x="3437" y="44994"/>
                        <a:pt x="19929" y="30184"/>
                      </a:cubicBezTo>
                      <a:cubicBezTo>
                        <a:pt x="24634" y="25964"/>
                        <a:pt x="26619" y="18604"/>
                        <a:pt x="25989" y="12208"/>
                      </a:cubicBezTo>
                      <a:cubicBezTo>
                        <a:pt x="25094" y="3179"/>
                        <a:pt x="18966" y="-3931"/>
                        <a:pt x="7843" y="24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74" name="Freeform: Shape 273">
                  <a:extLst>
                    <a:ext uri="{FF2B5EF4-FFF2-40B4-BE49-F238E27FC236}">
                      <a16:creationId xmlns:a16="http://schemas.microsoft.com/office/drawing/2014/main" id="{89960A22-157D-10A2-3737-FDACCF9956D3}"/>
                    </a:ext>
                  </a:extLst>
                </p:cNvPr>
                <p:cNvSpPr/>
                <p:nvPr/>
              </p:nvSpPr>
              <p:spPr>
                <a:xfrm>
                  <a:off x="20920063" y="10575688"/>
                  <a:ext cx="26102" cy="33938"/>
                </a:xfrm>
                <a:custGeom>
                  <a:avLst/>
                  <a:gdLst>
                    <a:gd name="connsiteX0" fmla="*/ 7843 w 26102"/>
                    <a:gd name="connsiteY0" fmla="*/ 2440 h 33938"/>
                    <a:gd name="connsiteX1" fmla="*/ 19929 w 26102"/>
                    <a:gd name="connsiteY1" fmla="*/ 30184 h 33938"/>
                    <a:gd name="connsiteX2" fmla="*/ 25989 w 26102"/>
                    <a:gd name="connsiteY2" fmla="*/ 12208 h 33938"/>
                    <a:gd name="connsiteX3" fmla="*/ 7843 w 26102"/>
                    <a:gd name="connsiteY3" fmla="*/ 2440 h 33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8">
                      <a:moveTo>
                        <a:pt x="7843" y="2440"/>
                      </a:moveTo>
                      <a:cubicBezTo>
                        <a:pt x="-8606" y="11851"/>
                        <a:pt x="3437" y="44994"/>
                        <a:pt x="19929" y="30184"/>
                      </a:cubicBezTo>
                      <a:cubicBezTo>
                        <a:pt x="24634" y="25964"/>
                        <a:pt x="26619" y="18604"/>
                        <a:pt x="25989" y="12208"/>
                      </a:cubicBezTo>
                      <a:cubicBezTo>
                        <a:pt x="25094" y="3179"/>
                        <a:pt x="18974" y="-3931"/>
                        <a:pt x="7843" y="24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75" name="Freeform: Shape 274">
                  <a:extLst>
                    <a:ext uri="{FF2B5EF4-FFF2-40B4-BE49-F238E27FC236}">
                      <a16:creationId xmlns:a16="http://schemas.microsoft.com/office/drawing/2014/main" id="{B0851951-DA73-0983-A38C-68A29A770562}"/>
                    </a:ext>
                  </a:extLst>
                </p:cNvPr>
                <p:cNvSpPr/>
                <p:nvPr/>
              </p:nvSpPr>
              <p:spPr>
                <a:xfrm>
                  <a:off x="21224712" y="10587499"/>
                  <a:ext cx="26102" cy="33938"/>
                </a:xfrm>
                <a:custGeom>
                  <a:avLst/>
                  <a:gdLst>
                    <a:gd name="connsiteX0" fmla="*/ 7843 w 26102"/>
                    <a:gd name="connsiteY0" fmla="*/ 2440 h 33938"/>
                    <a:gd name="connsiteX1" fmla="*/ 19929 w 26102"/>
                    <a:gd name="connsiteY1" fmla="*/ 30184 h 33938"/>
                    <a:gd name="connsiteX2" fmla="*/ 25989 w 26102"/>
                    <a:gd name="connsiteY2" fmla="*/ 12208 h 33938"/>
                    <a:gd name="connsiteX3" fmla="*/ 7843 w 26102"/>
                    <a:gd name="connsiteY3" fmla="*/ 2440 h 33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8">
                      <a:moveTo>
                        <a:pt x="7843" y="2440"/>
                      </a:moveTo>
                      <a:cubicBezTo>
                        <a:pt x="-8606" y="11851"/>
                        <a:pt x="3437" y="44994"/>
                        <a:pt x="19929" y="30184"/>
                      </a:cubicBezTo>
                      <a:cubicBezTo>
                        <a:pt x="24634" y="25964"/>
                        <a:pt x="26619" y="18604"/>
                        <a:pt x="25989" y="12208"/>
                      </a:cubicBezTo>
                      <a:cubicBezTo>
                        <a:pt x="25094" y="3179"/>
                        <a:pt x="18966" y="-3931"/>
                        <a:pt x="7843" y="24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76" name="Freeform: Shape 275">
                  <a:extLst>
                    <a:ext uri="{FF2B5EF4-FFF2-40B4-BE49-F238E27FC236}">
                      <a16:creationId xmlns:a16="http://schemas.microsoft.com/office/drawing/2014/main" id="{B1093D15-E600-4E42-774C-EF02E80FB60F}"/>
                    </a:ext>
                  </a:extLst>
                </p:cNvPr>
                <p:cNvSpPr/>
                <p:nvPr/>
              </p:nvSpPr>
              <p:spPr>
                <a:xfrm>
                  <a:off x="20813959" y="10559133"/>
                  <a:ext cx="26102" cy="33938"/>
                </a:xfrm>
                <a:custGeom>
                  <a:avLst/>
                  <a:gdLst>
                    <a:gd name="connsiteX0" fmla="*/ 7843 w 26102"/>
                    <a:gd name="connsiteY0" fmla="*/ 2440 h 33938"/>
                    <a:gd name="connsiteX1" fmla="*/ 19929 w 26102"/>
                    <a:gd name="connsiteY1" fmla="*/ 30184 h 33938"/>
                    <a:gd name="connsiteX2" fmla="*/ 25989 w 26102"/>
                    <a:gd name="connsiteY2" fmla="*/ 12208 h 33938"/>
                    <a:gd name="connsiteX3" fmla="*/ 7843 w 26102"/>
                    <a:gd name="connsiteY3" fmla="*/ 2440 h 33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8">
                      <a:moveTo>
                        <a:pt x="7843" y="2440"/>
                      </a:moveTo>
                      <a:cubicBezTo>
                        <a:pt x="-8606" y="11851"/>
                        <a:pt x="3437" y="44994"/>
                        <a:pt x="19929" y="30184"/>
                      </a:cubicBezTo>
                      <a:cubicBezTo>
                        <a:pt x="24634" y="25964"/>
                        <a:pt x="26619" y="18604"/>
                        <a:pt x="25989" y="12208"/>
                      </a:cubicBezTo>
                      <a:cubicBezTo>
                        <a:pt x="25094" y="3179"/>
                        <a:pt x="18966" y="-3931"/>
                        <a:pt x="7843" y="24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77" name="Freeform: Shape 276">
                  <a:extLst>
                    <a:ext uri="{FF2B5EF4-FFF2-40B4-BE49-F238E27FC236}">
                      <a16:creationId xmlns:a16="http://schemas.microsoft.com/office/drawing/2014/main" id="{4BDD25A8-EC45-AB00-D2CC-823707CE6F14}"/>
                    </a:ext>
                  </a:extLst>
                </p:cNvPr>
                <p:cNvSpPr/>
                <p:nvPr/>
              </p:nvSpPr>
              <p:spPr>
                <a:xfrm>
                  <a:off x="21357007" y="10592654"/>
                  <a:ext cx="26102" cy="33933"/>
                </a:xfrm>
                <a:custGeom>
                  <a:avLst/>
                  <a:gdLst>
                    <a:gd name="connsiteX0" fmla="*/ 7843 w 26102"/>
                    <a:gd name="connsiteY0" fmla="*/ 2435 h 33933"/>
                    <a:gd name="connsiteX1" fmla="*/ 19929 w 26102"/>
                    <a:gd name="connsiteY1" fmla="*/ 30179 h 33933"/>
                    <a:gd name="connsiteX2" fmla="*/ 25989 w 26102"/>
                    <a:gd name="connsiteY2" fmla="*/ 12204 h 33933"/>
                    <a:gd name="connsiteX3" fmla="*/ 7843 w 26102"/>
                    <a:gd name="connsiteY3" fmla="*/ 2435 h 33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3">
                      <a:moveTo>
                        <a:pt x="7843" y="2435"/>
                      </a:moveTo>
                      <a:cubicBezTo>
                        <a:pt x="-8606" y="11846"/>
                        <a:pt x="3437" y="44989"/>
                        <a:pt x="19929" y="30179"/>
                      </a:cubicBezTo>
                      <a:cubicBezTo>
                        <a:pt x="24634" y="25959"/>
                        <a:pt x="26619" y="18600"/>
                        <a:pt x="25989" y="12204"/>
                      </a:cubicBezTo>
                      <a:cubicBezTo>
                        <a:pt x="25094" y="3183"/>
                        <a:pt x="18966" y="-3928"/>
                        <a:pt x="7843" y="243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78" name="Freeform: Shape 277">
                  <a:extLst>
                    <a:ext uri="{FF2B5EF4-FFF2-40B4-BE49-F238E27FC236}">
                      <a16:creationId xmlns:a16="http://schemas.microsoft.com/office/drawing/2014/main" id="{A8F7B48D-6340-4A4F-ED12-88EF2573F31F}"/>
                    </a:ext>
                  </a:extLst>
                </p:cNvPr>
                <p:cNvSpPr/>
                <p:nvPr/>
              </p:nvSpPr>
              <p:spPr>
                <a:xfrm>
                  <a:off x="21298795" y="10498537"/>
                  <a:ext cx="26102" cy="33938"/>
                </a:xfrm>
                <a:custGeom>
                  <a:avLst/>
                  <a:gdLst>
                    <a:gd name="connsiteX0" fmla="*/ 7843 w 26102"/>
                    <a:gd name="connsiteY0" fmla="*/ 2440 h 33938"/>
                    <a:gd name="connsiteX1" fmla="*/ 19929 w 26102"/>
                    <a:gd name="connsiteY1" fmla="*/ 30184 h 33938"/>
                    <a:gd name="connsiteX2" fmla="*/ 25989 w 26102"/>
                    <a:gd name="connsiteY2" fmla="*/ 12208 h 33938"/>
                    <a:gd name="connsiteX3" fmla="*/ 7843 w 26102"/>
                    <a:gd name="connsiteY3" fmla="*/ 2440 h 33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8">
                      <a:moveTo>
                        <a:pt x="7843" y="2440"/>
                      </a:moveTo>
                      <a:cubicBezTo>
                        <a:pt x="-8606" y="11851"/>
                        <a:pt x="3437" y="44994"/>
                        <a:pt x="19929" y="30184"/>
                      </a:cubicBezTo>
                      <a:cubicBezTo>
                        <a:pt x="24634" y="25964"/>
                        <a:pt x="26619" y="18604"/>
                        <a:pt x="25989" y="12208"/>
                      </a:cubicBezTo>
                      <a:cubicBezTo>
                        <a:pt x="25094" y="3179"/>
                        <a:pt x="18966" y="-3931"/>
                        <a:pt x="7843" y="24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79" name="Freeform: Shape 278">
                  <a:extLst>
                    <a:ext uri="{FF2B5EF4-FFF2-40B4-BE49-F238E27FC236}">
                      <a16:creationId xmlns:a16="http://schemas.microsoft.com/office/drawing/2014/main" id="{7A784063-ADC3-0A70-8330-A4FACC362CEE}"/>
                    </a:ext>
                  </a:extLst>
                </p:cNvPr>
                <p:cNvSpPr/>
                <p:nvPr/>
              </p:nvSpPr>
              <p:spPr>
                <a:xfrm>
                  <a:off x="21475402" y="10589224"/>
                  <a:ext cx="26102" cy="33933"/>
                </a:xfrm>
                <a:custGeom>
                  <a:avLst/>
                  <a:gdLst>
                    <a:gd name="connsiteX0" fmla="*/ 7843 w 26102"/>
                    <a:gd name="connsiteY0" fmla="*/ 2435 h 33933"/>
                    <a:gd name="connsiteX1" fmla="*/ 19929 w 26102"/>
                    <a:gd name="connsiteY1" fmla="*/ 30179 h 33933"/>
                    <a:gd name="connsiteX2" fmla="*/ 25989 w 26102"/>
                    <a:gd name="connsiteY2" fmla="*/ 12204 h 33933"/>
                    <a:gd name="connsiteX3" fmla="*/ 7843 w 26102"/>
                    <a:gd name="connsiteY3" fmla="*/ 2435 h 33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3">
                      <a:moveTo>
                        <a:pt x="7843" y="2435"/>
                      </a:moveTo>
                      <a:cubicBezTo>
                        <a:pt x="-8606" y="11846"/>
                        <a:pt x="3437" y="44989"/>
                        <a:pt x="19929" y="30179"/>
                      </a:cubicBezTo>
                      <a:cubicBezTo>
                        <a:pt x="24634" y="25959"/>
                        <a:pt x="26619" y="18600"/>
                        <a:pt x="25989" y="12204"/>
                      </a:cubicBezTo>
                      <a:cubicBezTo>
                        <a:pt x="25094" y="3183"/>
                        <a:pt x="18966" y="-3928"/>
                        <a:pt x="7843" y="243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80" name="Freeform: Shape 279">
                  <a:extLst>
                    <a:ext uri="{FF2B5EF4-FFF2-40B4-BE49-F238E27FC236}">
                      <a16:creationId xmlns:a16="http://schemas.microsoft.com/office/drawing/2014/main" id="{333197EB-42B7-077B-99E8-8AB5BBEAE415}"/>
                    </a:ext>
                  </a:extLst>
                </p:cNvPr>
                <p:cNvSpPr/>
                <p:nvPr/>
              </p:nvSpPr>
              <p:spPr>
                <a:xfrm>
                  <a:off x="21417198" y="10495107"/>
                  <a:ext cx="26102" cy="33938"/>
                </a:xfrm>
                <a:custGeom>
                  <a:avLst/>
                  <a:gdLst>
                    <a:gd name="connsiteX0" fmla="*/ 7843 w 26102"/>
                    <a:gd name="connsiteY0" fmla="*/ 2440 h 33938"/>
                    <a:gd name="connsiteX1" fmla="*/ 19929 w 26102"/>
                    <a:gd name="connsiteY1" fmla="*/ 30184 h 33938"/>
                    <a:gd name="connsiteX2" fmla="*/ 25989 w 26102"/>
                    <a:gd name="connsiteY2" fmla="*/ 12208 h 33938"/>
                    <a:gd name="connsiteX3" fmla="*/ 7843 w 26102"/>
                    <a:gd name="connsiteY3" fmla="*/ 2440 h 33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8">
                      <a:moveTo>
                        <a:pt x="7843" y="2440"/>
                      </a:moveTo>
                      <a:cubicBezTo>
                        <a:pt x="-8606" y="11851"/>
                        <a:pt x="3437" y="44994"/>
                        <a:pt x="19929" y="30184"/>
                      </a:cubicBezTo>
                      <a:cubicBezTo>
                        <a:pt x="24634" y="25964"/>
                        <a:pt x="26619" y="18604"/>
                        <a:pt x="25989" y="12208"/>
                      </a:cubicBezTo>
                      <a:cubicBezTo>
                        <a:pt x="25094" y="3179"/>
                        <a:pt x="18966" y="-3931"/>
                        <a:pt x="7843" y="24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81" name="Freeform: Shape 280">
                  <a:extLst>
                    <a:ext uri="{FF2B5EF4-FFF2-40B4-BE49-F238E27FC236}">
                      <a16:creationId xmlns:a16="http://schemas.microsoft.com/office/drawing/2014/main" id="{81016D7A-D57F-0BD4-6ACF-AC9FBA36B95C}"/>
                    </a:ext>
                  </a:extLst>
                </p:cNvPr>
                <p:cNvSpPr/>
                <p:nvPr/>
              </p:nvSpPr>
              <p:spPr>
                <a:xfrm>
                  <a:off x="21529873" y="10066636"/>
                  <a:ext cx="26102" cy="33938"/>
                </a:xfrm>
                <a:custGeom>
                  <a:avLst/>
                  <a:gdLst>
                    <a:gd name="connsiteX0" fmla="*/ 7843 w 26102"/>
                    <a:gd name="connsiteY0" fmla="*/ 2440 h 33938"/>
                    <a:gd name="connsiteX1" fmla="*/ 19929 w 26102"/>
                    <a:gd name="connsiteY1" fmla="*/ 30184 h 33938"/>
                    <a:gd name="connsiteX2" fmla="*/ 25989 w 26102"/>
                    <a:gd name="connsiteY2" fmla="*/ 12208 h 33938"/>
                    <a:gd name="connsiteX3" fmla="*/ 7843 w 26102"/>
                    <a:gd name="connsiteY3" fmla="*/ 2440 h 33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8">
                      <a:moveTo>
                        <a:pt x="7843" y="2440"/>
                      </a:moveTo>
                      <a:cubicBezTo>
                        <a:pt x="-8606" y="11851"/>
                        <a:pt x="3437" y="44994"/>
                        <a:pt x="19929" y="30184"/>
                      </a:cubicBezTo>
                      <a:cubicBezTo>
                        <a:pt x="24625" y="25964"/>
                        <a:pt x="26619" y="18604"/>
                        <a:pt x="25989" y="12208"/>
                      </a:cubicBezTo>
                      <a:cubicBezTo>
                        <a:pt x="25094" y="3179"/>
                        <a:pt x="18966" y="-3931"/>
                        <a:pt x="7843" y="24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82" name="Freeform: Shape 281">
                  <a:extLst>
                    <a:ext uri="{FF2B5EF4-FFF2-40B4-BE49-F238E27FC236}">
                      <a16:creationId xmlns:a16="http://schemas.microsoft.com/office/drawing/2014/main" id="{581F0B83-6C69-3D20-E9DB-B06B85734EE6}"/>
                    </a:ext>
                  </a:extLst>
                </p:cNvPr>
                <p:cNvSpPr/>
                <p:nvPr/>
              </p:nvSpPr>
              <p:spPr>
                <a:xfrm>
                  <a:off x="21574849" y="10305150"/>
                  <a:ext cx="26102" cy="33935"/>
                </a:xfrm>
                <a:custGeom>
                  <a:avLst/>
                  <a:gdLst>
                    <a:gd name="connsiteX0" fmla="*/ 7843 w 26102"/>
                    <a:gd name="connsiteY0" fmla="*/ 2436 h 33935"/>
                    <a:gd name="connsiteX1" fmla="*/ 19929 w 26102"/>
                    <a:gd name="connsiteY1" fmla="*/ 30180 h 33935"/>
                    <a:gd name="connsiteX2" fmla="*/ 25989 w 26102"/>
                    <a:gd name="connsiteY2" fmla="*/ 12205 h 33935"/>
                    <a:gd name="connsiteX3" fmla="*/ 7843 w 26102"/>
                    <a:gd name="connsiteY3" fmla="*/ 2436 h 33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5">
                      <a:moveTo>
                        <a:pt x="7843" y="2436"/>
                      </a:moveTo>
                      <a:cubicBezTo>
                        <a:pt x="-8606" y="11848"/>
                        <a:pt x="3437" y="44990"/>
                        <a:pt x="19929" y="30180"/>
                      </a:cubicBezTo>
                      <a:cubicBezTo>
                        <a:pt x="24625" y="25960"/>
                        <a:pt x="26619" y="18601"/>
                        <a:pt x="25989" y="12205"/>
                      </a:cubicBezTo>
                      <a:cubicBezTo>
                        <a:pt x="25094" y="3176"/>
                        <a:pt x="18966" y="-3926"/>
                        <a:pt x="7843" y="243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83" name="Freeform: Shape 282">
                  <a:extLst>
                    <a:ext uri="{FF2B5EF4-FFF2-40B4-BE49-F238E27FC236}">
                      <a16:creationId xmlns:a16="http://schemas.microsoft.com/office/drawing/2014/main" id="{5EE1BEB0-D413-F925-D20F-1BB1BBEC3082}"/>
                    </a:ext>
                  </a:extLst>
                </p:cNvPr>
                <p:cNvSpPr/>
                <p:nvPr/>
              </p:nvSpPr>
              <p:spPr>
                <a:xfrm>
                  <a:off x="21371122" y="10074369"/>
                  <a:ext cx="26102" cy="33938"/>
                </a:xfrm>
                <a:custGeom>
                  <a:avLst/>
                  <a:gdLst>
                    <a:gd name="connsiteX0" fmla="*/ 7843 w 26102"/>
                    <a:gd name="connsiteY0" fmla="*/ 2440 h 33938"/>
                    <a:gd name="connsiteX1" fmla="*/ 19929 w 26102"/>
                    <a:gd name="connsiteY1" fmla="*/ 30184 h 33938"/>
                    <a:gd name="connsiteX2" fmla="*/ 25989 w 26102"/>
                    <a:gd name="connsiteY2" fmla="*/ 12208 h 33938"/>
                    <a:gd name="connsiteX3" fmla="*/ 7843 w 26102"/>
                    <a:gd name="connsiteY3" fmla="*/ 2440 h 33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8">
                      <a:moveTo>
                        <a:pt x="7843" y="2440"/>
                      </a:moveTo>
                      <a:cubicBezTo>
                        <a:pt x="-8606" y="11851"/>
                        <a:pt x="3437" y="44994"/>
                        <a:pt x="19929" y="30184"/>
                      </a:cubicBezTo>
                      <a:cubicBezTo>
                        <a:pt x="24625" y="25964"/>
                        <a:pt x="26619" y="18604"/>
                        <a:pt x="25989" y="12208"/>
                      </a:cubicBezTo>
                      <a:cubicBezTo>
                        <a:pt x="25094" y="3179"/>
                        <a:pt x="18966" y="-3931"/>
                        <a:pt x="7843" y="244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84" name="Freeform: Shape 283">
                  <a:extLst>
                    <a:ext uri="{FF2B5EF4-FFF2-40B4-BE49-F238E27FC236}">
                      <a16:creationId xmlns:a16="http://schemas.microsoft.com/office/drawing/2014/main" id="{C0C15CA2-F23B-2FBA-6522-5CE2B69FB67C}"/>
                    </a:ext>
                  </a:extLst>
                </p:cNvPr>
                <p:cNvSpPr/>
                <p:nvPr/>
              </p:nvSpPr>
              <p:spPr>
                <a:xfrm>
                  <a:off x="20959704" y="10247131"/>
                  <a:ext cx="26102" cy="33933"/>
                </a:xfrm>
                <a:custGeom>
                  <a:avLst/>
                  <a:gdLst>
                    <a:gd name="connsiteX0" fmla="*/ 7843 w 26102"/>
                    <a:gd name="connsiteY0" fmla="*/ 2435 h 33933"/>
                    <a:gd name="connsiteX1" fmla="*/ 19929 w 26102"/>
                    <a:gd name="connsiteY1" fmla="*/ 30179 h 33933"/>
                    <a:gd name="connsiteX2" fmla="*/ 25989 w 26102"/>
                    <a:gd name="connsiteY2" fmla="*/ 12204 h 33933"/>
                    <a:gd name="connsiteX3" fmla="*/ 7843 w 26102"/>
                    <a:gd name="connsiteY3" fmla="*/ 2435 h 33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3">
                      <a:moveTo>
                        <a:pt x="7843" y="2435"/>
                      </a:moveTo>
                      <a:cubicBezTo>
                        <a:pt x="-8606" y="11846"/>
                        <a:pt x="3437" y="44989"/>
                        <a:pt x="19929" y="30179"/>
                      </a:cubicBezTo>
                      <a:cubicBezTo>
                        <a:pt x="24625" y="25959"/>
                        <a:pt x="26619" y="18600"/>
                        <a:pt x="25989" y="12204"/>
                      </a:cubicBezTo>
                      <a:cubicBezTo>
                        <a:pt x="25094" y="3183"/>
                        <a:pt x="18966" y="-3928"/>
                        <a:pt x="7843" y="243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85" name="Freeform: Shape 284">
                  <a:extLst>
                    <a:ext uri="{FF2B5EF4-FFF2-40B4-BE49-F238E27FC236}">
                      <a16:creationId xmlns:a16="http://schemas.microsoft.com/office/drawing/2014/main" id="{89DCA624-C796-A05A-DB21-AA1D62339C56}"/>
                    </a:ext>
                  </a:extLst>
                </p:cNvPr>
                <p:cNvSpPr/>
                <p:nvPr/>
              </p:nvSpPr>
              <p:spPr>
                <a:xfrm>
                  <a:off x="21086448" y="10228002"/>
                  <a:ext cx="23956" cy="31147"/>
                </a:xfrm>
                <a:custGeom>
                  <a:avLst/>
                  <a:gdLst>
                    <a:gd name="connsiteX0" fmla="*/ 7198 w 23956"/>
                    <a:gd name="connsiteY0" fmla="*/ 2236 h 31147"/>
                    <a:gd name="connsiteX1" fmla="*/ 18287 w 23956"/>
                    <a:gd name="connsiteY1" fmla="*/ 27703 h 31147"/>
                    <a:gd name="connsiteX2" fmla="*/ 23852 w 23956"/>
                    <a:gd name="connsiteY2" fmla="*/ 11207 h 31147"/>
                    <a:gd name="connsiteX3" fmla="*/ 7198 w 23956"/>
                    <a:gd name="connsiteY3" fmla="*/ 2236 h 311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956" h="31147">
                      <a:moveTo>
                        <a:pt x="7198" y="2236"/>
                      </a:moveTo>
                      <a:cubicBezTo>
                        <a:pt x="-7896" y="10874"/>
                        <a:pt x="3150" y="41292"/>
                        <a:pt x="18287" y="27703"/>
                      </a:cubicBezTo>
                      <a:cubicBezTo>
                        <a:pt x="22599" y="23832"/>
                        <a:pt x="24432" y="17079"/>
                        <a:pt x="23852" y="11207"/>
                      </a:cubicBezTo>
                      <a:cubicBezTo>
                        <a:pt x="23034" y="2917"/>
                        <a:pt x="17409" y="-3604"/>
                        <a:pt x="7198" y="223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86" name="Freeform: Shape 285">
                  <a:extLst>
                    <a:ext uri="{FF2B5EF4-FFF2-40B4-BE49-F238E27FC236}">
                      <a16:creationId xmlns:a16="http://schemas.microsoft.com/office/drawing/2014/main" id="{F0ABE34C-EABC-458C-062D-4C8E2E6A4D8B}"/>
                    </a:ext>
                  </a:extLst>
                </p:cNvPr>
                <p:cNvSpPr/>
                <p:nvPr/>
              </p:nvSpPr>
              <p:spPr>
                <a:xfrm>
                  <a:off x="21436289" y="9935133"/>
                  <a:ext cx="26102" cy="33933"/>
                </a:xfrm>
                <a:custGeom>
                  <a:avLst/>
                  <a:gdLst>
                    <a:gd name="connsiteX0" fmla="*/ 25989 w 26102"/>
                    <a:gd name="connsiteY0" fmla="*/ 12212 h 33933"/>
                    <a:gd name="connsiteX1" fmla="*/ 7843 w 26102"/>
                    <a:gd name="connsiteY1" fmla="*/ 2435 h 33933"/>
                    <a:gd name="connsiteX2" fmla="*/ 19929 w 26102"/>
                    <a:gd name="connsiteY2" fmla="*/ 30179 h 33933"/>
                    <a:gd name="connsiteX3" fmla="*/ 25989 w 26102"/>
                    <a:gd name="connsiteY3" fmla="*/ 12212 h 33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3">
                      <a:moveTo>
                        <a:pt x="25989" y="12212"/>
                      </a:moveTo>
                      <a:cubicBezTo>
                        <a:pt x="25094" y="3183"/>
                        <a:pt x="18966" y="-3928"/>
                        <a:pt x="7843" y="2435"/>
                      </a:cubicBezTo>
                      <a:cubicBezTo>
                        <a:pt x="-8606" y="11846"/>
                        <a:pt x="3437" y="44989"/>
                        <a:pt x="19929" y="30179"/>
                      </a:cubicBezTo>
                      <a:cubicBezTo>
                        <a:pt x="24634" y="25959"/>
                        <a:pt x="26619" y="18599"/>
                        <a:pt x="25989" y="1221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287" name="Freeform: Shape 286">
                  <a:extLst>
                    <a:ext uri="{FF2B5EF4-FFF2-40B4-BE49-F238E27FC236}">
                      <a16:creationId xmlns:a16="http://schemas.microsoft.com/office/drawing/2014/main" id="{A623B434-6F4D-F2B4-74DB-9C1E19780D92}"/>
                    </a:ext>
                  </a:extLst>
                </p:cNvPr>
                <p:cNvSpPr/>
                <p:nvPr/>
              </p:nvSpPr>
              <p:spPr>
                <a:xfrm>
                  <a:off x="21526250" y="10288389"/>
                  <a:ext cx="26102" cy="33933"/>
                </a:xfrm>
                <a:custGeom>
                  <a:avLst/>
                  <a:gdLst>
                    <a:gd name="connsiteX0" fmla="*/ 7843 w 26102"/>
                    <a:gd name="connsiteY0" fmla="*/ 2435 h 33933"/>
                    <a:gd name="connsiteX1" fmla="*/ 19929 w 26102"/>
                    <a:gd name="connsiteY1" fmla="*/ 30179 h 33933"/>
                    <a:gd name="connsiteX2" fmla="*/ 25989 w 26102"/>
                    <a:gd name="connsiteY2" fmla="*/ 12204 h 33933"/>
                    <a:gd name="connsiteX3" fmla="*/ 7843 w 26102"/>
                    <a:gd name="connsiteY3" fmla="*/ 2435 h 33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2" h="33933">
                      <a:moveTo>
                        <a:pt x="7843" y="2435"/>
                      </a:moveTo>
                      <a:cubicBezTo>
                        <a:pt x="-8606" y="11846"/>
                        <a:pt x="3437" y="44989"/>
                        <a:pt x="19929" y="30179"/>
                      </a:cubicBezTo>
                      <a:cubicBezTo>
                        <a:pt x="24634" y="25959"/>
                        <a:pt x="26619" y="18600"/>
                        <a:pt x="25989" y="12204"/>
                      </a:cubicBezTo>
                      <a:cubicBezTo>
                        <a:pt x="25094" y="3183"/>
                        <a:pt x="18966" y="-3928"/>
                        <a:pt x="7843" y="2435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851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E3D0CC6F-7FAB-C94F-7000-52A58D31B623}"/>
                  </a:ext>
                </a:extLst>
              </p:cNvPr>
              <p:cNvSpPr/>
              <p:nvPr/>
            </p:nvSpPr>
            <p:spPr>
              <a:xfrm>
                <a:off x="20600677" y="9734767"/>
                <a:ext cx="1132149" cy="936094"/>
              </a:xfrm>
              <a:custGeom>
                <a:avLst/>
                <a:gdLst>
                  <a:gd name="connsiteX0" fmla="*/ 1132150 w 1132149"/>
                  <a:gd name="connsiteY0" fmla="*/ 736432 h 936094"/>
                  <a:gd name="connsiteX1" fmla="*/ 1115547 w 1132149"/>
                  <a:gd name="connsiteY1" fmla="*/ 587962 h 936094"/>
                  <a:gd name="connsiteX2" fmla="*/ 1041472 w 1132149"/>
                  <a:gd name="connsiteY2" fmla="*/ 372518 h 936094"/>
                  <a:gd name="connsiteX3" fmla="*/ 795411 w 1132149"/>
                  <a:gd name="connsiteY3" fmla="*/ 136192 h 936094"/>
                  <a:gd name="connsiteX4" fmla="*/ 775629 w 1132149"/>
                  <a:gd name="connsiteY4" fmla="*/ 130992 h 936094"/>
                  <a:gd name="connsiteX5" fmla="*/ 765810 w 1132149"/>
                  <a:gd name="connsiteY5" fmla="*/ 138277 h 936094"/>
                  <a:gd name="connsiteX6" fmla="*/ 726723 w 1132149"/>
                  <a:gd name="connsiteY6" fmla="*/ 88064 h 936094"/>
                  <a:gd name="connsiteX7" fmla="*/ 724098 w 1132149"/>
                  <a:gd name="connsiteY7" fmla="*/ 85497 h 936094"/>
                  <a:gd name="connsiteX8" fmla="*/ 773788 w 1132149"/>
                  <a:gd name="connsiteY8" fmla="*/ 154632 h 936094"/>
                  <a:gd name="connsiteX9" fmla="*/ 691600 w 1132149"/>
                  <a:gd name="connsiteY9" fmla="*/ 248320 h 936094"/>
                  <a:gd name="connsiteX10" fmla="*/ 676113 w 1132149"/>
                  <a:gd name="connsiteY10" fmla="*/ 310477 h 936094"/>
                  <a:gd name="connsiteX11" fmla="*/ 661454 w 1132149"/>
                  <a:gd name="connsiteY11" fmla="*/ 376364 h 936094"/>
                  <a:gd name="connsiteX12" fmla="*/ 635390 w 1132149"/>
                  <a:gd name="connsiteY12" fmla="*/ 235553 h 936094"/>
                  <a:gd name="connsiteX13" fmla="*/ 505507 w 1132149"/>
                  <a:gd name="connsiteY13" fmla="*/ 182301 h 936094"/>
                  <a:gd name="connsiteX14" fmla="*/ 460837 w 1132149"/>
                  <a:gd name="connsiteY14" fmla="*/ 123940 h 936094"/>
                  <a:gd name="connsiteX15" fmla="*/ 505200 w 1132149"/>
                  <a:gd name="connsiteY15" fmla="*/ 40286 h 936094"/>
                  <a:gd name="connsiteX16" fmla="*/ 502592 w 1132149"/>
                  <a:gd name="connsiteY16" fmla="*/ 3563 h 936094"/>
                  <a:gd name="connsiteX17" fmla="*/ 488844 w 1132149"/>
                  <a:gd name="connsiteY17" fmla="*/ 7193 h 936094"/>
                  <a:gd name="connsiteX18" fmla="*/ 490310 w 1132149"/>
                  <a:gd name="connsiteY18" fmla="*/ 22360 h 936094"/>
                  <a:gd name="connsiteX19" fmla="*/ 489705 w 1132149"/>
                  <a:gd name="connsiteY19" fmla="*/ 38624 h 936094"/>
                  <a:gd name="connsiteX20" fmla="*/ 456184 w 1132149"/>
                  <a:gd name="connsiteY20" fmla="*/ 108755 h 936094"/>
                  <a:gd name="connsiteX21" fmla="*/ 295447 w 1132149"/>
                  <a:gd name="connsiteY21" fmla="*/ 151343 h 936094"/>
                  <a:gd name="connsiteX22" fmla="*/ 194193 w 1132149"/>
                  <a:gd name="connsiteY22" fmla="*/ 189818 h 936094"/>
                  <a:gd name="connsiteX23" fmla="*/ 20901 w 1132149"/>
                  <a:gd name="connsiteY23" fmla="*/ 570751 h 936094"/>
                  <a:gd name="connsiteX24" fmla="*/ 3045 w 1132149"/>
                  <a:gd name="connsiteY24" fmla="*/ 707093 h 936094"/>
                  <a:gd name="connsiteX25" fmla="*/ 118354 w 1132149"/>
                  <a:gd name="connsiteY25" fmla="*/ 816780 h 936094"/>
                  <a:gd name="connsiteX26" fmla="*/ 200440 w 1132149"/>
                  <a:gd name="connsiteY26" fmla="*/ 815584 h 936094"/>
                  <a:gd name="connsiteX27" fmla="*/ 199426 w 1132149"/>
                  <a:gd name="connsiteY27" fmla="*/ 836117 h 936094"/>
                  <a:gd name="connsiteX28" fmla="*/ 200713 w 1132149"/>
                  <a:gd name="connsiteY28" fmla="*/ 866818 h 936094"/>
                  <a:gd name="connsiteX29" fmla="*/ 202281 w 1132149"/>
                  <a:gd name="connsiteY29" fmla="*/ 895949 h 936094"/>
                  <a:gd name="connsiteX30" fmla="*/ 209057 w 1132149"/>
                  <a:gd name="connsiteY30" fmla="*/ 918451 h 936094"/>
                  <a:gd name="connsiteX31" fmla="*/ 211869 w 1132149"/>
                  <a:gd name="connsiteY31" fmla="*/ 918451 h 936094"/>
                  <a:gd name="connsiteX32" fmla="*/ 217640 w 1132149"/>
                  <a:gd name="connsiteY32" fmla="*/ 897153 h 936094"/>
                  <a:gd name="connsiteX33" fmla="*/ 215287 w 1132149"/>
                  <a:gd name="connsiteY33" fmla="*/ 866826 h 936094"/>
                  <a:gd name="connsiteX34" fmla="*/ 212475 w 1132149"/>
                  <a:gd name="connsiteY34" fmla="*/ 837355 h 936094"/>
                  <a:gd name="connsiteX35" fmla="*/ 209517 w 1132149"/>
                  <a:gd name="connsiteY35" fmla="*/ 814064 h 936094"/>
                  <a:gd name="connsiteX36" fmla="*/ 412852 w 1132149"/>
                  <a:gd name="connsiteY36" fmla="*/ 715499 h 936094"/>
                  <a:gd name="connsiteX37" fmla="*/ 492262 w 1132149"/>
                  <a:gd name="connsiteY37" fmla="*/ 727212 h 936094"/>
                  <a:gd name="connsiteX38" fmla="*/ 536011 w 1132149"/>
                  <a:gd name="connsiteY38" fmla="*/ 723972 h 936094"/>
                  <a:gd name="connsiteX39" fmla="*/ 573623 w 1132149"/>
                  <a:gd name="connsiteY39" fmla="*/ 698131 h 936094"/>
                  <a:gd name="connsiteX40" fmla="*/ 598357 w 1132149"/>
                  <a:gd name="connsiteY40" fmla="*/ 685156 h 936094"/>
                  <a:gd name="connsiteX41" fmla="*/ 653612 w 1132149"/>
                  <a:gd name="connsiteY41" fmla="*/ 699078 h 936094"/>
                  <a:gd name="connsiteX42" fmla="*/ 659016 w 1132149"/>
                  <a:gd name="connsiteY42" fmla="*/ 677464 h 936094"/>
                  <a:gd name="connsiteX43" fmla="*/ 675900 w 1132149"/>
                  <a:gd name="connsiteY43" fmla="*/ 683237 h 936094"/>
                  <a:gd name="connsiteX44" fmla="*/ 696322 w 1132149"/>
                  <a:gd name="connsiteY44" fmla="*/ 704336 h 936094"/>
                  <a:gd name="connsiteX45" fmla="*/ 767387 w 1132149"/>
                  <a:gd name="connsiteY45" fmla="*/ 759316 h 936094"/>
                  <a:gd name="connsiteX46" fmla="*/ 861797 w 1132149"/>
                  <a:gd name="connsiteY46" fmla="*/ 766044 h 936094"/>
                  <a:gd name="connsiteX47" fmla="*/ 944488 w 1132149"/>
                  <a:gd name="connsiteY47" fmla="*/ 847912 h 936094"/>
                  <a:gd name="connsiteX48" fmla="*/ 946363 w 1132149"/>
                  <a:gd name="connsiteY48" fmla="*/ 884619 h 936094"/>
                  <a:gd name="connsiteX49" fmla="*/ 948758 w 1132149"/>
                  <a:gd name="connsiteY49" fmla="*/ 907461 h 936094"/>
                  <a:gd name="connsiteX50" fmla="*/ 950693 w 1132149"/>
                  <a:gd name="connsiteY50" fmla="*/ 931874 h 936094"/>
                  <a:gd name="connsiteX51" fmla="*/ 962412 w 1132149"/>
                  <a:gd name="connsiteY51" fmla="*/ 931874 h 936094"/>
                  <a:gd name="connsiteX52" fmla="*/ 962983 w 1132149"/>
                  <a:gd name="connsiteY52" fmla="*/ 908657 h 936094"/>
                  <a:gd name="connsiteX53" fmla="*/ 954358 w 1132149"/>
                  <a:gd name="connsiteY53" fmla="*/ 854051 h 936094"/>
                  <a:gd name="connsiteX54" fmla="*/ 1090003 w 1132149"/>
                  <a:gd name="connsiteY54" fmla="*/ 860563 h 936094"/>
                  <a:gd name="connsiteX55" fmla="*/ 1132150 w 1132149"/>
                  <a:gd name="connsiteY55" fmla="*/ 736432 h 936094"/>
                  <a:gd name="connsiteX56" fmla="*/ 984606 w 1132149"/>
                  <a:gd name="connsiteY56" fmla="*/ 673494 h 936094"/>
                  <a:gd name="connsiteX57" fmla="*/ 977319 w 1132149"/>
                  <a:gd name="connsiteY57" fmla="*/ 665952 h 936094"/>
                  <a:gd name="connsiteX58" fmla="*/ 1068474 w 1132149"/>
                  <a:gd name="connsiteY58" fmla="*/ 669706 h 936094"/>
                  <a:gd name="connsiteX59" fmla="*/ 1096046 w 1132149"/>
                  <a:gd name="connsiteY59" fmla="*/ 684259 h 936094"/>
                  <a:gd name="connsiteX60" fmla="*/ 1100179 w 1132149"/>
                  <a:gd name="connsiteY60" fmla="*/ 679018 h 936094"/>
                  <a:gd name="connsiteX61" fmla="*/ 1038566 w 1132149"/>
                  <a:gd name="connsiteY61" fmla="*/ 650294 h 936094"/>
                  <a:gd name="connsiteX62" fmla="*/ 971012 w 1132149"/>
                  <a:gd name="connsiteY62" fmla="*/ 661258 h 936094"/>
                  <a:gd name="connsiteX63" fmla="*/ 965591 w 1132149"/>
                  <a:gd name="connsiteY63" fmla="*/ 656067 h 936094"/>
                  <a:gd name="connsiteX64" fmla="*/ 1020344 w 1132149"/>
                  <a:gd name="connsiteY64" fmla="*/ 633797 h 936094"/>
                  <a:gd name="connsiteX65" fmla="*/ 1110194 w 1132149"/>
                  <a:gd name="connsiteY65" fmla="*/ 658011 h 936094"/>
                  <a:gd name="connsiteX66" fmla="*/ 1115717 w 1132149"/>
                  <a:gd name="connsiteY66" fmla="*/ 758967 h 936094"/>
                  <a:gd name="connsiteX67" fmla="*/ 1114421 w 1132149"/>
                  <a:gd name="connsiteY67" fmla="*/ 759075 h 936094"/>
                  <a:gd name="connsiteX68" fmla="*/ 984606 w 1132149"/>
                  <a:gd name="connsiteY68" fmla="*/ 673494 h 936094"/>
                  <a:gd name="connsiteX69" fmla="*/ 694455 w 1132149"/>
                  <a:gd name="connsiteY69" fmla="*/ 612026 h 936094"/>
                  <a:gd name="connsiteX70" fmla="*/ 686588 w 1132149"/>
                  <a:gd name="connsiteY70" fmla="*/ 601294 h 936094"/>
                  <a:gd name="connsiteX71" fmla="*/ 675917 w 1132149"/>
                  <a:gd name="connsiteY71" fmla="*/ 586467 h 936094"/>
                  <a:gd name="connsiteX72" fmla="*/ 650791 w 1132149"/>
                  <a:gd name="connsiteY72" fmla="*/ 489481 h 936094"/>
                  <a:gd name="connsiteX73" fmla="*/ 701495 w 1132149"/>
                  <a:gd name="connsiteY73" fmla="*/ 494623 h 936094"/>
                  <a:gd name="connsiteX74" fmla="*/ 761489 w 1132149"/>
                  <a:gd name="connsiteY74" fmla="*/ 495296 h 936094"/>
                  <a:gd name="connsiteX75" fmla="*/ 879807 w 1132149"/>
                  <a:gd name="connsiteY75" fmla="*/ 500105 h 936094"/>
                  <a:gd name="connsiteX76" fmla="*/ 879372 w 1132149"/>
                  <a:gd name="connsiteY76" fmla="*/ 527176 h 936094"/>
                  <a:gd name="connsiteX77" fmla="*/ 874590 w 1132149"/>
                  <a:gd name="connsiteY77" fmla="*/ 518014 h 936094"/>
                  <a:gd name="connsiteX78" fmla="*/ 866084 w 1132149"/>
                  <a:gd name="connsiteY78" fmla="*/ 519094 h 936094"/>
                  <a:gd name="connsiteX79" fmla="*/ 865522 w 1132149"/>
                  <a:gd name="connsiteY79" fmla="*/ 578643 h 936094"/>
                  <a:gd name="connsiteX80" fmla="*/ 857007 w 1132149"/>
                  <a:gd name="connsiteY80" fmla="*/ 595289 h 936094"/>
                  <a:gd name="connsiteX81" fmla="*/ 849064 w 1132149"/>
                  <a:gd name="connsiteY81" fmla="*/ 606984 h 936094"/>
                  <a:gd name="connsiteX82" fmla="*/ 842544 w 1132149"/>
                  <a:gd name="connsiteY82" fmla="*/ 614925 h 936094"/>
                  <a:gd name="connsiteX83" fmla="*/ 845441 w 1132149"/>
                  <a:gd name="connsiteY83" fmla="*/ 618630 h 936094"/>
                  <a:gd name="connsiteX84" fmla="*/ 863647 w 1132149"/>
                  <a:gd name="connsiteY84" fmla="*/ 601352 h 936094"/>
                  <a:gd name="connsiteX85" fmla="*/ 932130 w 1132149"/>
                  <a:gd name="connsiteY85" fmla="*/ 612566 h 936094"/>
                  <a:gd name="connsiteX86" fmla="*/ 833330 w 1132149"/>
                  <a:gd name="connsiteY86" fmla="*/ 619220 h 936094"/>
                  <a:gd name="connsiteX87" fmla="*/ 694455 w 1132149"/>
                  <a:gd name="connsiteY87" fmla="*/ 612026 h 936094"/>
                  <a:gd name="connsiteX88" fmla="*/ 620415 w 1132149"/>
                  <a:gd name="connsiteY88" fmla="*/ 547053 h 936094"/>
                  <a:gd name="connsiteX89" fmla="*/ 645942 w 1132149"/>
                  <a:gd name="connsiteY89" fmla="*/ 487388 h 936094"/>
                  <a:gd name="connsiteX90" fmla="*/ 646283 w 1132149"/>
                  <a:gd name="connsiteY90" fmla="*/ 487562 h 936094"/>
                  <a:gd name="connsiteX91" fmla="*/ 645004 w 1132149"/>
                  <a:gd name="connsiteY91" fmla="*/ 515356 h 936094"/>
                  <a:gd name="connsiteX92" fmla="*/ 631623 w 1132149"/>
                  <a:gd name="connsiteY92" fmla="*/ 520805 h 936094"/>
                  <a:gd name="connsiteX93" fmla="*/ 630770 w 1132149"/>
                  <a:gd name="connsiteY93" fmla="*/ 539743 h 936094"/>
                  <a:gd name="connsiteX94" fmla="*/ 656732 w 1132149"/>
                  <a:gd name="connsiteY94" fmla="*/ 571648 h 936094"/>
                  <a:gd name="connsiteX95" fmla="*/ 667079 w 1132149"/>
                  <a:gd name="connsiteY95" fmla="*/ 592871 h 936094"/>
                  <a:gd name="connsiteX96" fmla="*/ 620415 w 1132149"/>
                  <a:gd name="connsiteY96" fmla="*/ 547053 h 936094"/>
                  <a:gd name="connsiteX97" fmla="*/ 645481 w 1132149"/>
                  <a:gd name="connsiteY97" fmla="*/ 521536 h 936094"/>
                  <a:gd name="connsiteX98" fmla="*/ 651712 w 1132149"/>
                  <a:gd name="connsiteY98" fmla="*/ 556556 h 936094"/>
                  <a:gd name="connsiteX99" fmla="*/ 650450 w 1132149"/>
                  <a:gd name="connsiteY99" fmla="*/ 557170 h 936094"/>
                  <a:gd name="connsiteX100" fmla="*/ 637938 w 1132149"/>
                  <a:gd name="connsiteY100" fmla="*/ 527342 h 936094"/>
                  <a:gd name="connsiteX101" fmla="*/ 645388 w 1132149"/>
                  <a:gd name="connsiteY101" fmla="*/ 520406 h 936094"/>
                  <a:gd name="connsiteX102" fmla="*/ 645481 w 1132149"/>
                  <a:gd name="connsiteY102" fmla="*/ 521536 h 936094"/>
                  <a:gd name="connsiteX103" fmla="*/ 932147 w 1132149"/>
                  <a:gd name="connsiteY103" fmla="*/ 602590 h 936094"/>
                  <a:gd name="connsiteX104" fmla="*/ 889028 w 1132149"/>
                  <a:gd name="connsiteY104" fmla="*/ 595463 h 936094"/>
                  <a:gd name="connsiteX105" fmla="*/ 871198 w 1132149"/>
                  <a:gd name="connsiteY105" fmla="*/ 533622 h 936094"/>
                  <a:gd name="connsiteX106" fmla="*/ 872417 w 1132149"/>
                  <a:gd name="connsiteY106" fmla="*/ 533447 h 936094"/>
                  <a:gd name="connsiteX107" fmla="*/ 917419 w 1132149"/>
                  <a:gd name="connsiteY107" fmla="*/ 578061 h 936094"/>
                  <a:gd name="connsiteX108" fmla="*/ 942784 w 1132149"/>
                  <a:gd name="connsiteY108" fmla="*/ 605082 h 936094"/>
                  <a:gd name="connsiteX109" fmla="*/ 932147 w 1132149"/>
                  <a:gd name="connsiteY109" fmla="*/ 602590 h 936094"/>
                  <a:gd name="connsiteX110" fmla="*/ 876764 w 1132149"/>
                  <a:gd name="connsiteY110" fmla="*/ 594583 h 936094"/>
                  <a:gd name="connsiteX111" fmla="*/ 867474 w 1132149"/>
                  <a:gd name="connsiteY111" fmla="*/ 594234 h 936094"/>
                  <a:gd name="connsiteX112" fmla="*/ 870406 w 1132149"/>
                  <a:gd name="connsiteY112" fmla="*/ 586899 h 936094"/>
                  <a:gd name="connsiteX113" fmla="*/ 877062 w 1132149"/>
                  <a:gd name="connsiteY113" fmla="*/ 593785 h 936094"/>
                  <a:gd name="connsiteX114" fmla="*/ 876764 w 1132149"/>
                  <a:gd name="connsiteY114" fmla="*/ 594583 h 936094"/>
                  <a:gd name="connsiteX115" fmla="*/ 484583 w 1132149"/>
                  <a:gd name="connsiteY115" fmla="*/ 184286 h 936094"/>
                  <a:gd name="connsiteX116" fmla="*/ 618702 w 1132149"/>
                  <a:gd name="connsiteY116" fmla="*/ 233020 h 936094"/>
                  <a:gd name="connsiteX117" fmla="*/ 655394 w 1132149"/>
                  <a:gd name="connsiteY117" fmla="*/ 395004 h 936094"/>
                  <a:gd name="connsiteX118" fmla="*/ 666448 w 1132149"/>
                  <a:gd name="connsiteY118" fmla="*/ 395004 h 936094"/>
                  <a:gd name="connsiteX119" fmla="*/ 687074 w 1132149"/>
                  <a:gd name="connsiteY119" fmla="*/ 326492 h 936094"/>
                  <a:gd name="connsiteX120" fmla="*/ 692588 w 1132149"/>
                  <a:gd name="connsiteY120" fmla="*/ 284511 h 936094"/>
                  <a:gd name="connsiteX121" fmla="*/ 701470 w 1132149"/>
                  <a:gd name="connsiteY121" fmla="*/ 256535 h 936094"/>
                  <a:gd name="connsiteX122" fmla="*/ 786317 w 1132149"/>
                  <a:gd name="connsiteY122" fmla="*/ 149773 h 936094"/>
                  <a:gd name="connsiteX123" fmla="*/ 822284 w 1132149"/>
                  <a:gd name="connsiteY123" fmla="*/ 159317 h 936094"/>
                  <a:gd name="connsiteX124" fmla="*/ 757500 w 1132149"/>
                  <a:gd name="connsiteY124" fmla="*/ 244690 h 936094"/>
                  <a:gd name="connsiteX125" fmla="*/ 714254 w 1132149"/>
                  <a:gd name="connsiteY125" fmla="*/ 319274 h 936094"/>
                  <a:gd name="connsiteX126" fmla="*/ 685992 w 1132149"/>
                  <a:gd name="connsiteY126" fmla="*/ 435689 h 936094"/>
                  <a:gd name="connsiteX127" fmla="*/ 629356 w 1132149"/>
                  <a:gd name="connsiteY127" fmla="*/ 409573 h 936094"/>
                  <a:gd name="connsiteX128" fmla="*/ 607818 w 1132149"/>
                  <a:gd name="connsiteY128" fmla="*/ 337033 h 936094"/>
                  <a:gd name="connsiteX129" fmla="*/ 573282 w 1132149"/>
                  <a:gd name="connsiteY129" fmla="*/ 260755 h 936094"/>
                  <a:gd name="connsiteX130" fmla="*/ 487523 w 1132149"/>
                  <a:gd name="connsiteY130" fmla="*/ 225768 h 936094"/>
                  <a:gd name="connsiteX131" fmla="*/ 425296 w 1132149"/>
                  <a:gd name="connsiteY131" fmla="*/ 134771 h 936094"/>
                  <a:gd name="connsiteX132" fmla="*/ 442496 w 1132149"/>
                  <a:gd name="connsiteY132" fmla="*/ 129555 h 936094"/>
                  <a:gd name="connsiteX133" fmla="*/ 455868 w 1132149"/>
                  <a:gd name="connsiteY133" fmla="*/ 126648 h 936094"/>
                  <a:gd name="connsiteX134" fmla="*/ 484583 w 1132149"/>
                  <a:gd name="connsiteY134" fmla="*/ 184286 h 936094"/>
                  <a:gd name="connsiteX135" fmla="*/ 86239 w 1132149"/>
                  <a:gd name="connsiteY135" fmla="*/ 386257 h 936094"/>
                  <a:gd name="connsiteX136" fmla="*/ 226418 w 1132149"/>
                  <a:gd name="connsiteY136" fmla="*/ 188024 h 936094"/>
                  <a:gd name="connsiteX137" fmla="*/ 271676 w 1132149"/>
                  <a:gd name="connsiteY137" fmla="*/ 172590 h 936094"/>
                  <a:gd name="connsiteX138" fmla="*/ 420378 w 1132149"/>
                  <a:gd name="connsiteY138" fmla="*/ 136183 h 936094"/>
                  <a:gd name="connsiteX139" fmla="*/ 463897 w 1132149"/>
                  <a:gd name="connsiteY139" fmla="*/ 225669 h 936094"/>
                  <a:gd name="connsiteX140" fmla="*/ 555077 w 1132149"/>
                  <a:gd name="connsiteY140" fmla="*/ 264235 h 936094"/>
                  <a:gd name="connsiteX141" fmla="*/ 594275 w 1132149"/>
                  <a:gd name="connsiteY141" fmla="*/ 346353 h 936094"/>
                  <a:gd name="connsiteX142" fmla="*/ 685463 w 1132149"/>
                  <a:gd name="connsiteY142" fmla="*/ 449934 h 936094"/>
                  <a:gd name="connsiteX143" fmla="*/ 725505 w 1132149"/>
                  <a:gd name="connsiteY143" fmla="*/ 336194 h 936094"/>
                  <a:gd name="connsiteX144" fmla="*/ 765742 w 1132149"/>
                  <a:gd name="connsiteY144" fmla="*/ 254625 h 936094"/>
                  <a:gd name="connsiteX145" fmla="*/ 832691 w 1132149"/>
                  <a:gd name="connsiteY145" fmla="*/ 162349 h 936094"/>
                  <a:gd name="connsiteX146" fmla="*/ 1032813 w 1132149"/>
                  <a:gd name="connsiteY146" fmla="*/ 393691 h 936094"/>
                  <a:gd name="connsiteX147" fmla="*/ 1108430 w 1132149"/>
                  <a:gd name="connsiteY147" fmla="*/ 642154 h 936094"/>
                  <a:gd name="connsiteX148" fmla="*/ 958833 w 1132149"/>
                  <a:gd name="connsiteY148" fmla="*/ 645418 h 936094"/>
                  <a:gd name="connsiteX149" fmla="*/ 955423 w 1132149"/>
                  <a:gd name="connsiteY149" fmla="*/ 630848 h 936094"/>
                  <a:gd name="connsiteX150" fmla="*/ 931652 w 1132149"/>
                  <a:gd name="connsiteY150" fmla="*/ 574863 h 936094"/>
                  <a:gd name="connsiteX151" fmla="*/ 884068 w 1132149"/>
                  <a:gd name="connsiteY151" fmla="*/ 534477 h 936094"/>
                  <a:gd name="connsiteX152" fmla="*/ 887707 w 1132149"/>
                  <a:gd name="connsiteY152" fmla="*/ 531661 h 936094"/>
                  <a:gd name="connsiteX153" fmla="*/ 886020 w 1132149"/>
                  <a:gd name="connsiteY153" fmla="*/ 496907 h 936094"/>
                  <a:gd name="connsiteX154" fmla="*/ 883327 w 1132149"/>
                  <a:gd name="connsiteY154" fmla="*/ 489556 h 936094"/>
                  <a:gd name="connsiteX155" fmla="*/ 881844 w 1132149"/>
                  <a:gd name="connsiteY155" fmla="*/ 489124 h 936094"/>
                  <a:gd name="connsiteX156" fmla="*/ 820673 w 1132149"/>
                  <a:gd name="connsiteY156" fmla="*/ 486682 h 936094"/>
                  <a:gd name="connsiteX157" fmla="*/ 703992 w 1132149"/>
                  <a:gd name="connsiteY157" fmla="*/ 484024 h 936094"/>
                  <a:gd name="connsiteX158" fmla="*/ 674059 w 1132149"/>
                  <a:gd name="connsiteY158" fmla="*/ 483035 h 936094"/>
                  <a:gd name="connsiteX159" fmla="*/ 645694 w 1132149"/>
                  <a:gd name="connsiteY159" fmla="*/ 483733 h 936094"/>
                  <a:gd name="connsiteX160" fmla="*/ 617892 w 1132149"/>
                  <a:gd name="connsiteY160" fmla="*/ 565128 h 936094"/>
                  <a:gd name="connsiteX161" fmla="*/ 561895 w 1132149"/>
                  <a:gd name="connsiteY161" fmla="*/ 549321 h 936094"/>
                  <a:gd name="connsiteX162" fmla="*/ 397443 w 1132149"/>
                  <a:gd name="connsiteY162" fmla="*/ 579016 h 936094"/>
                  <a:gd name="connsiteX163" fmla="*/ 232308 w 1132149"/>
                  <a:gd name="connsiteY163" fmla="*/ 608670 h 936094"/>
                  <a:gd name="connsiteX164" fmla="*/ 284426 w 1132149"/>
                  <a:gd name="connsiteY164" fmla="*/ 356562 h 936094"/>
                  <a:gd name="connsiteX165" fmla="*/ 282475 w 1132149"/>
                  <a:gd name="connsiteY165" fmla="*/ 356304 h 936094"/>
                  <a:gd name="connsiteX166" fmla="*/ 215424 w 1132149"/>
                  <a:gd name="connsiteY166" fmla="*/ 613355 h 936094"/>
                  <a:gd name="connsiteX167" fmla="*/ 199605 w 1132149"/>
                  <a:gd name="connsiteY167" fmla="*/ 599774 h 936094"/>
                  <a:gd name="connsiteX168" fmla="*/ 177999 w 1132149"/>
                  <a:gd name="connsiteY168" fmla="*/ 588502 h 936094"/>
                  <a:gd name="connsiteX169" fmla="*/ 34981 w 1132149"/>
                  <a:gd name="connsiteY169" fmla="*/ 578294 h 936094"/>
                  <a:gd name="connsiteX170" fmla="*/ 86239 w 1132149"/>
                  <a:gd name="connsiteY170" fmla="*/ 386257 h 936094"/>
                  <a:gd name="connsiteX171" fmla="*/ 19930 w 1132149"/>
                  <a:gd name="connsiteY171" fmla="*/ 639645 h 936094"/>
                  <a:gd name="connsiteX172" fmla="*/ 30481 w 1132149"/>
                  <a:gd name="connsiteY172" fmla="*/ 595073 h 936094"/>
                  <a:gd name="connsiteX173" fmla="*/ 51116 w 1132149"/>
                  <a:gd name="connsiteY173" fmla="*/ 589441 h 936094"/>
                  <a:gd name="connsiteX174" fmla="*/ 75432 w 1132149"/>
                  <a:gd name="connsiteY174" fmla="*/ 585695 h 936094"/>
                  <a:gd name="connsiteX175" fmla="*/ 183223 w 1132149"/>
                  <a:gd name="connsiteY175" fmla="*/ 604351 h 936094"/>
                  <a:gd name="connsiteX176" fmla="*/ 182831 w 1132149"/>
                  <a:gd name="connsiteY176" fmla="*/ 605564 h 936094"/>
                  <a:gd name="connsiteX177" fmla="*/ 67812 w 1132149"/>
                  <a:gd name="connsiteY177" fmla="*/ 628456 h 936094"/>
                  <a:gd name="connsiteX178" fmla="*/ 71494 w 1132149"/>
                  <a:gd name="connsiteY178" fmla="*/ 636962 h 936094"/>
                  <a:gd name="connsiteX179" fmla="*/ 171121 w 1132149"/>
                  <a:gd name="connsiteY179" fmla="*/ 616055 h 936094"/>
                  <a:gd name="connsiteX180" fmla="*/ 202332 w 1132149"/>
                  <a:gd name="connsiteY180" fmla="*/ 617583 h 936094"/>
                  <a:gd name="connsiteX181" fmla="*/ 202622 w 1132149"/>
                  <a:gd name="connsiteY181" fmla="*/ 618140 h 936094"/>
                  <a:gd name="connsiteX182" fmla="*/ 36166 w 1132149"/>
                  <a:gd name="connsiteY182" fmla="*/ 743434 h 936094"/>
                  <a:gd name="connsiteX183" fmla="*/ 19930 w 1132149"/>
                  <a:gd name="connsiteY183" fmla="*/ 639645 h 936094"/>
                  <a:gd name="connsiteX184" fmla="*/ 561180 w 1132149"/>
                  <a:gd name="connsiteY184" fmla="*/ 663775 h 936094"/>
                  <a:gd name="connsiteX185" fmla="*/ 488060 w 1132149"/>
                  <a:gd name="connsiteY185" fmla="*/ 610465 h 936094"/>
                  <a:gd name="connsiteX186" fmla="*/ 483960 w 1132149"/>
                  <a:gd name="connsiteY186" fmla="*/ 617334 h 936094"/>
                  <a:gd name="connsiteX187" fmla="*/ 503078 w 1132149"/>
                  <a:gd name="connsiteY187" fmla="*/ 635641 h 936094"/>
                  <a:gd name="connsiteX188" fmla="*/ 518675 w 1132149"/>
                  <a:gd name="connsiteY188" fmla="*/ 656250 h 936094"/>
                  <a:gd name="connsiteX189" fmla="*/ 587780 w 1132149"/>
                  <a:gd name="connsiteY189" fmla="*/ 681701 h 936094"/>
                  <a:gd name="connsiteX190" fmla="*/ 527181 w 1132149"/>
                  <a:gd name="connsiteY190" fmla="*/ 684807 h 936094"/>
                  <a:gd name="connsiteX191" fmla="*/ 503308 w 1132149"/>
                  <a:gd name="connsiteY191" fmla="*/ 683702 h 936094"/>
                  <a:gd name="connsiteX192" fmla="*/ 502566 w 1132149"/>
                  <a:gd name="connsiteY192" fmla="*/ 689243 h 936094"/>
                  <a:gd name="connsiteX193" fmla="*/ 527496 w 1132149"/>
                  <a:gd name="connsiteY193" fmla="*/ 694866 h 936094"/>
                  <a:gd name="connsiteX194" fmla="*/ 554711 w 1132149"/>
                  <a:gd name="connsiteY194" fmla="*/ 699053 h 936094"/>
                  <a:gd name="connsiteX195" fmla="*/ 410875 w 1132149"/>
                  <a:gd name="connsiteY195" fmla="*/ 708223 h 936094"/>
                  <a:gd name="connsiteX196" fmla="*/ 399326 w 1132149"/>
                  <a:gd name="connsiteY196" fmla="*/ 707401 h 936094"/>
                  <a:gd name="connsiteX197" fmla="*/ 242365 w 1132149"/>
                  <a:gd name="connsiteY197" fmla="*/ 790282 h 936094"/>
                  <a:gd name="connsiteX198" fmla="*/ 76421 w 1132149"/>
                  <a:gd name="connsiteY198" fmla="*/ 784476 h 936094"/>
                  <a:gd name="connsiteX199" fmla="*/ 41135 w 1132149"/>
                  <a:gd name="connsiteY199" fmla="*/ 750470 h 936094"/>
                  <a:gd name="connsiteX200" fmla="*/ 243482 w 1132149"/>
                  <a:gd name="connsiteY200" fmla="*/ 617758 h 936094"/>
                  <a:gd name="connsiteX201" fmla="*/ 384999 w 1132149"/>
                  <a:gd name="connsiteY201" fmla="*/ 594649 h 936094"/>
                  <a:gd name="connsiteX202" fmla="*/ 523695 w 1132149"/>
                  <a:gd name="connsiteY202" fmla="*/ 542127 h 936094"/>
                  <a:gd name="connsiteX203" fmla="*/ 554165 w 1132149"/>
                  <a:gd name="connsiteY203" fmla="*/ 558308 h 936094"/>
                  <a:gd name="connsiteX204" fmla="*/ 621693 w 1132149"/>
                  <a:gd name="connsiteY204" fmla="*/ 576940 h 936094"/>
                  <a:gd name="connsiteX205" fmla="*/ 560745 w 1132149"/>
                  <a:gd name="connsiteY205" fmla="*/ 593511 h 936094"/>
                  <a:gd name="connsiteX206" fmla="*/ 541210 w 1132149"/>
                  <a:gd name="connsiteY206" fmla="*/ 589325 h 936094"/>
                  <a:gd name="connsiteX207" fmla="*/ 538738 w 1132149"/>
                  <a:gd name="connsiteY207" fmla="*/ 588469 h 936094"/>
                  <a:gd name="connsiteX208" fmla="*/ 524394 w 1132149"/>
                  <a:gd name="connsiteY208" fmla="*/ 579423 h 936094"/>
                  <a:gd name="connsiteX209" fmla="*/ 522860 w 1132149"/>
                  <a:gd name="connsiteY209" fmla="*/ 581998 h 936094"/>
                  <a:gd name="connsiteX210" fmla="*/ 533403 w 1132149"/>
                  <a:gd name="connsiteY210" fmla="*/ 593926 h 936094"/>
                  <a:gd name="connsiteX211" fmla="*/ 538355 w 1132149"/>
                  <a:gd name="connsiteY211" fmla="*/ 599749 h 936094"/>
                  <a:gd name="connsiteX212" fmla="*/ 597531 w 1132149"/>
                  <a:gd name="connsiteY212" fmla="*/ 631995 h 936094"/>
                  <a:gd name="connsiteX213" fmla="*/ 647663 w 1132149"/>
                  <a:gd name="connsiteY213" fmla="*/ 687365 h 936094"/>
                  <a:gd name="connsiteX214" fmla="*/ 607281 w 1132149"/>
                  <a:gd name="connsiteY214" fmla="*/ 676426 h 936094"/>
                  <a:gd name="connsiteX215" fmla="*/ 561180 w 1132149"/>
                  <a:gd name="connsiteY215" fmla="*/ 663775 h 936094"/>
                  <a:gd name="connsiteX216" fmla="*/ 610085 w 1132149"/>
                  <a:gd name="connsiteY216" fmla="*/ 624660 h 936094"/>
                  <a:gd name="connsiteX217" fmla="*/ 562356 w 1132149"/>
                  <a:gd name="connsiteY217" fmla="*/ 606104 h 936094"/>
                  <a:gd name="connsiteX218" fmla="*/ 562492 w 1132149"/>
                  <a:gd name="connsiteY218" fmla="*/ 605614 h 936094"/>
                  <a:gd name="connsiteX219" fmla="*/ 632092 w 1132149"/>
                  <a:gd name="connsiteY219" fmla="*/ 582754 h 936094"/>
                  <a:gd name="connsiteX220" fmla="*/ 675074 w 1132149"/>
                  <a:gd name="connsiteY220" fmla="*/ 604351 h 936094"/>
                  <a:gd name="connsiteX221" fmla="*/ 679898 w 1132149"/>
                  <a:gd name="connsiteY221" fmla="*/ 610257 h 936094"/>
                  <a:gd name="connsiteX222" fmla="*/ 676565 w 1132149"/>
                  <a:gd name="connsiteY222" fmla="*/ 620665 h 936094"/>
                  <a:gd name="connsiteX223" fmla="*/ 830620 w 1132149"/>
                  <a:gd name="connsiteY223" fmla="*/ 630624 h 936094"/>
                  <a:gd name="connsiteX224" fmla="*/ 928337 w 1132149"/>
                  <a:gd name="connsiteY224" fmla="*/ 625765 h 936094"/>
                  <a:gd name="connsiteX225" fmla="*/ 901131 w 1132149"/>
                  <a:gd name="connsiteY225" fmla="*/ 644920 h 936094"/>
                  <a:gd name="connsiteX226" fmla="*/ 884247 w 1132149"/>
                  <a:gd name="connsiteY226" fmla="*/ 651208 h 936094"/>
                  <a:gd name="connsiteX227" fmla="*/ 854399 w 1132149"/>
                  <a:gd name="connsiteY227" fmla="*/ 661491 h 936094"/>
                  <a:gd name="connsiteX228" fmla="*/ 815687 w 1132149"/>
                  <a:gd name="connsiteY228" fmla="*/ 663551 h 936094"/>
                  <a:gd name="connsiteX229" fmla="*/ 759171 w 1132149"/>
                  <a:gd name="connsiteY229" fmla="*/ 676243 h 936094"/>
                  <a:gd name="connsiteX230" fmla="*/ 685122 w 1132149"/>
                  <a:gd name="connsiteY230" fmla="*/ 675828 h 936094"/>
                  <a:gd name="connsiteX231" fmla="*/ 657277 w 1132149"/>
                  <a:gd name="connsiteY231" fmla="*/ 670346 h 936094"/>
                  <a:gd name="connsiteX232" fmla="*/ 610085 w 1132149"/>
                  <a:gd name="connsiteY232" fmla="*/ 624660 h 936094"/>
                  <a:gd name="connsiteX233" fmla="*/ 1069172 w 1132149"/>
                  <a:gd name="connsiteY233" fmla="*/ 854159 h 936094"/>
                  <a:gd name="connsiteX234" fmla="*/ 938837 w 1132149"/>
                  <a:gd name="connsiteY234" fmla="*/ 824488 h 936094"/>
                  <a:gd name="connsiteX235" fmla="*/ 890972 w 1132149"/>
                  <a:gd name="connsiteY235" fmla="*/ 780830 h 936094"/>
                  <a:gd name="connsiteX236" fmla="*/ 876457 w 1132149"/>
                  <a:gd name="connsiteY236" fmla="*/ 760055 h 936094"/>
                  <a:gd name="connsiteX237" fmla="*/ 875187 w 1132149"/>
                  <a:gd name="connsiteY237" fmla="*/ 756234 h 936094"/>
                  <a:gd name="connsiteX238" fmla="*/ 861456 w 1132149"/>
                  <a:gd name="connsiteY238" fmla="*/ 752496 h 936094"/>
                  <a:gd name="connsiteX239" fmla="*/ 817307 w 1132149"/>
                  <a:gd name="connsiteY239" fmla="*/ 752762 h 936094"/>
                  <a:gd name="connsiteX240" fmla="*/ 772475 w 1132149"/>
                  <a:gd name="connsiteY240" fmla="*/ 747612 h 936094"/>
                  <a:gd name="connsiteX241" fmla="*/ 691208 w 1132149"/>
                  <a:gd name="connsiteY241" fmla="*/ 686319 h 936094"/>
                  <a:gd name="connsiteX242" fmla="*/ 691395 w 1132149"/>
                  <a:gd name="connsiteY242" fmla="*/ 685870 h 936094"/>
                  <a:gd name="connsiteX243" fmla="*/ 713317 w 1132149"/>
                  <a:gd name="connsiteY243" fmla="*/ 687266 h 936094"/>
                  <a:gd name="connsiteX244" fmla="*/ 802741 w 1132149"/>
                  <a:gd name="connsiteY244" fmla="*/ 726082 h 936094"/>
                  <a:gd name="connsiteX245" fmla="*/ 802741 w 1132149"/>
                  <a:gd name="connsiteY245" fmla="*/ 719345 h 936094"/>
                  <a:gd name="connsiteX246" fmla="*/ 780368 w 1132149"/>
                  <a:gd name="connsiteY246" fmla="*/ 716795 h 936094"/>
                  <a:gd name="connsiteX247" fmla="*/ 718916 w 1132149"/>
                  <a:gd name="connsiteY247" fmla="*/ 687390 h 936094"/>
                  <a:gd name="connsiteX248" fmla="*/ 766066 w 1132149"/>
                  <a:gd name="connsiteY248" fmla="*/ 686493 h 936094"/>
                  <a:gd name="connsiteX249" fmla="*/ 769041 w 1132149"/>
                  <a:gd name="connsiteY249" fmla="*/ 685497 h 936094"/>
                  <a:gd name="connsiteX250" fmla="*/ 810718 w 1132149"/>
                  <a:gd name="connsiteY250" fmla="*/ 705100 h 936094"/>
                  <a:gd name="connsiteX251" fmla="*/ 827108 w 1132149"/>
                  <a:gd name="connsiteY251" fmla="*/ 709859 h 936094"/>
                  <a:gd name="connsiteX252" fmla="*/ 864763 w 1132149"/>
                  <a:gd name="connsiteY252" fmla="*/ 704759 h 936094"/>
                  <a:gd name="connsiteX253" fmla="*/ 902793 w 1132149"/>
                  <a:gd name="connsiteY253" fmla="*/ 694576 h 936094"/>
                  <a:gd name="connsiteX254" fmla="*/ 913856 w 1132149"/>
                  <a:gd name="connsiteY254" fmla="*/ 691411 h 936094"/>
                  <a:gd name="connsiteX255" fmla="*/ 913208 w 1132149"/>
                  <a:gd name="connsiteY255" fmla="*/ 686493 h 936094"/>
                  <a:gd name="connsiteX256" fmla="*/ 892259 w 1132149"/>
                  <a:gd name="connsiteY256" fmla="*/ 687681 h 936094"/>
                  <a:gd name="connsiteX257" fmla="*/ 824006 w 1132149"/>
                  <a:gd name="connsiteY257" fmla="*/ 702624 h 936094"/>
                  <a:gd name="connsiteX258" fmla="*/ 799903 w 1132149"/>
                  <a:gd name="connsiteY258" fmla="*/ 692167 h 936094"/>
                  <a:gd name="connsiteX259" fmla="*/ 769254 w 1132149"/>
                  <a:gd name="connsiteY259" fmla="*/ 675496 h 936094"/>
                  <a:gd name="connsiteX260" fmla="*/ 823162 w 1132149"/>
                  <a:gd name="connsiteY260" fmla="*/ 673909 h 936094"/>
                  <a:gd name="connsiteX261" fmla="*/ 859044 w 1132149"/>
                  <a:gd name="connsiteY261" fmla="*/ 669814 h 936094"/>
                  <a:gd name="connsiteX262" fmla="*/ 897006 w 1132149"/>
                  <a:gd name="connsiteY262" fmla="*/ 656482 h 936094"/>
                  <a:gd name="connsiteX263" fmla="*/ 919337 w 1132149"/>
                  <a:gd name="connsiteY263" fmla="*/ 645102 h 936094"/>
                  <a:gd name="connsiteX264" fmla="*/ 942034 w 1132149"/>
                  <a:gd name="connsiteY264" fmla="*/ 629046 h 936094"/>
                  <a:gd name="connsiteX265" fmla="*/ 944045 w 1132149"/>
                  <a:gd name="connsiteY265" fmla="*/ 630284 h 936094"/>
                  <a:gd name="connsiteX266" fmla="*/ 962148 w 1132149"/>
                  <a:gd name="connsiteY266" fmla="*/ 671126 h 936094"/>
                  <a:gd name="connsiteX267" fmla="*/ 979049 w 1132149"/>
                  <a:gd name="connsiteY267" fmla="*/ 681260 h 936094"/>
                  <a:gd name="connsiteX268" fmla="*/ 1101126 w 1132149"/>
                  <a:gd name="connsiteY268" fmla="*/ 764159 h 936094"/>
                  <a:gd name="connsiteX269" fmla="*/ 1105106 w 1132149"/>
                  <a:gd name="connsiteY269" fmla="*/ 782541 h 936094"/>
                  <a:gd name="connsiteX270" fmla="*/ 1109001 w 1132149"/>
                  <a:gd name="connsiteY270" fmla="*/ 800142 h 936094"/>
                  <a:gd name="connsiteX271" fmla="*/ 1069172 w 1132149"/>
                  <a:gd name="connsiteY271" fmla="*/ 854159 h 936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</a:cxnLst>
                <a:rect l="l" t="t" r="r" b="b"/>
                <a:pathLst>
                  <a:path w="1132149" h="936094">
                    <a:moveTo>
                      <a:pt x="1132150" y="736432"/>
                    </a:moveTo>
                    <a:cubicBezTo>
                      <a:pt x="1130027" y="686709"/>
                      <a:pt x="1125399" y="636829"/>
                      <a:pt x="1115547" y="587962"/>
                    </a:cubicBezTo>
                    <a:cubicBezTo>
                      <a:pt x="1098194" y="513902"/>
                      <a:pt x="1068695" y="443472"/>
                      <a:pt x="1041472" y="372518"/>
                    </a:cubicBezTo>
                    <a:cubicBezTo>
                      <a:pt x="988834" y="240886"/>
                      <a:pt x="945306" y="167673"/>
                      <a:pt x="795411" y="136192"/>
                    </a:cubicBezTo>
                    <a:cubicBezTo>
                      <a:pt x="788823" y="134447"/>
                      <a:pt x="782226" y="132720"/>
                      <a:pt x="775629" y="130992"/>
                    </a:cubicBezTo>
                    <a:cubicBezTo>
                      <a:pt x="769918" y="129488"/>
                      <a:pt x="766117" y="133841"/>
                      <a:pt x="765810" y="138277"/>
                    </a:cubicBezTo>
                    <a:cubicBezTo>
                      <a:pt x="747068" y="133276"/>
                      <a:pt x="717663" y="109295"/>
                      <a:pt x="726723" y="88064"/>
                    </a:cubicBezTo>
                    <a:cubicBezTo>
                      <a:pt x="727473" y="86544"/>
                      <a:pt x="725811" y="84310"/>
                      <a:pt x="724098" y="85497"/>
                    </a:cubicBezTo>
                    <a:cubicBezTo>
                      <a:pt x="690296" y="107626"/>
                      <a:pt x="746872" y="157888"/>
                      <a:pt x="773788" y="154632"/>
                    </a:cubicBezTo>
                    <a:cubicBezTo>
                      <a:pt x="776703" y="200002"/>
                      <a:pt x="713598" y="214945"/>
                      <a:pt x="691600" y="248320"/>
                    </a:cubicBezTo>
                    <a:cubicBezTo>
                      <a:pt x="679241" y="265714"/>
                      <a:pt x="678457" y="290152"/>
                      <a:pt x="676113" y="310477"/>
                    </a:cubicBezTo>
                    <a:cubicBezTo>
                      <a:pt x="673548" y="332730"/>
                      <a:pt x="671349" y="355914"/>
                      <a:pt x="661454" y="376364"/>
                    </a:cubicBezTo>
                    <a:cubicBezTo>
                      <a:pt x="646214" y="331036"/>
                      <a:pt x="660388" y="278207"/>
                      <a:pt x="635390" y="235553"/>
                    </a:cubicBezTo>
                    <a:cubicBezTo>
                      <a:pt x="609633" y="191612"/>
                      <a:pt x="548207" y="198025"/>
                      <a:pt x="505507" y="182301"/>
                    </a:cubicBezTo>
                    <a:cubicBezTo>
                      <a:pt x="476988" y="172383"/>
                      <a:pt x="464067" y="152580"/>
                      <a:pt x="460837" y="123940"/>
                    </a:cubicBezTo>
                    <a:cubicBezTo>
                      <a:pt x="488290" y="104428"/>
                      <a:pt x="500921" y="71418"/>
                      <a:pt x="505200" y="40286"/>
                    </a:cubicBezTo>
                    <a:cubicBezTo>
                      <a:pt x="506495" y="29429"/>
                      <a:pt x="508106" y="13514"/>
                      <a:pt x="502592" y="3563"/>
                    </a:cubicBezTo>
                    <a:cubicBezTo>
                      <a:pt x="498859" y="-3165"/>
                      <a:pt x="489415" y="539"/>
                      <a:pt x="488844" y="7193"/>
                    </a:cubicBezTo>
                    <a:cubicBezTo>
                      <a:pt x="488426" y="12077"/>
                      <a:pt x="490123" y="17401"/>
                      <a:pt x="490310" y="22360"/>
                    </a:cubicBezTo>
                    <a:cubicBezTo>
                      <a:pt x="490523" y="27784"/>
                      <a:pt x="490293" y="33225"/>
                      <a:pt x="489705" y="38624"/>
                    </a:cubicBezTo>
                    <a:cubicBezTo>
                      <a:pt x="486142" y="64200"/>
                      <a:pt x="476545" y="91345"/>
                      <a:pt x="456184" y="108755"/>
                    </a:cubicBezTo>
                    <a:cubicBezTo>
                      <a:pt x="403826" y="126780"/>
                      <a:pt x="349449" y="139057"/>
                      <a:pt x="295447" y="151343"/>
                    </a:cubicBezTo>
                    <a:cubicBezTo>
                      <a:pt x="259650" y="158270"/>
                      <a:pt x="223273" y="167208"/>
                      <a:pt x="194193" y="189818"/>
                    </a:cubicBezTo>
                    <a:cubicBezTo>
                      <a:pt x="79250" y="281837"/>
                      <a:pt x="53212" y="436976"/>
                      <a:pt x="20901" y="570751"/>
                    </a:cubicBezTo>
                    <a:cubicBezTo>
                      <a:pt x="9293" y="614933"/>
                      <a:pt x="-6773" y="661109"/>
                      <a:pt x="3045" y="707093"/>
                    </a:cubicBezTo>
                    <a:cubicBezTo>
                      <a:pt x="16742" y="759823"/>
                      <a:pt x="61965" y="807958"/>
                      <a:pt x="118354" y="816780"/>
                    </a:cubicBezTo>
                    <a:cubicBezTo>
                      <a:pt x="145449" y="820933"/>
                      <a:pt x="173379" y="819762"/>
                      <a:pt x="200440" y="815584"/>
                    </a:cubicBezTo>
                    <a:cubicBezTo>
                      <a:pt x="198752" y="822171"/>
                      <a:pt x="199323" y="829505"/>
                      <a:pt x="199426" y="836117"/>
                    </a:cubicBezTo>
                    <a:cubicBezTo>
                      <a:pt x="199588" y="846376"/>
                      <a:pt x="200065" y="856584"/>
                      <a:pt x="200713" y="866818"/>
                    </a:cubicBezTo>
                    <a:cubicBezTo>
                      <a:pt x="201326" y="876520"/>
                      <a:pt x="201914" y="886230"/>
                      <a:pt x="202281" y="895949"/>
                    </a:cubicBezTo>
                    <a:cubicBezTo>
                      <a:pt x="202554" y="903217"/>
                      <a:pt x="201770" y="913998"/>
                      <a:pt x="209057" y="918451"/>
                    </a:cubicBezTo>
                    <a:cubicBezTo>
                      <a:pt x="209875" y="918949"/>
                      <a:pt x="211060" y="918957"/>
                      <a:pt x="211869" y="918451"/>
                    </a:cubicBezTo>
                    <a:cubicBezTo>
                      <a:pt x="218884" y="914106"/>
                      <a:pt x="217980" y="904139"/>
                      <a:pt x="217640" y="897153"/>
                    </a:cubicBezTo>
                    <a:cubicBezTo>
                      <a:pt x="217145" y="887027"/>
                      <a:pt x="216174" y="876918"/>
                      <a:pt x="215287" y="866826"/>
                    </a:cubicBezTo>
                    <a:cubicBezTo>
                      <a:pt x="214426" y="856991"/>
                      <a:pt x="213395" y="847181"/>
                      <a:pt x="212475" y="837355"/>
                    </a:cubicBezTo>
                    <a:cubicBezTo>
                      <a:pt x="211776" y="829887"/>
                      <a:pt x="212023" y="821365"/>
                      <a:pt x="209517" y="814064"/>
                    </a:cubicBezTo>
                    <a:cubicBezTo>
                      <a:pt x="284128" y="799718"/>
                      <a:pt x="355415" y="763311"/>
                      <a:pt x="412852" y="715499"/>
                    </a:cubicBezTo>
                    <a:cubicBezTo>
                      <a:pt x="439973" y="708306"/>
                      <a:pt x="465994" y="722701"/>
                      <a:pt x="492262" y="727212"/>
                    </a:cubicBezTo>
                    <a:cubicBezTo>
                      <a:pt x="506726" y="729753"/>
                      <a:pt x="522101" y="728607"/>
                      <a:pt x="536011" y="723972"/>
                    </a:cubicBezTo>
                    <a:cubicBezTo>
                      <a:pt x="548480" y="719628"/>
                      <a:pt x="568671" y="710723"/>
                      <a:pt x="573623" y="698131"/>
                    </a:cubicBezTo>
                    <a:cubicBezTo>
                      <a:pt x="581669" y="696586"/>
                      <a:pt x="596874" y="694625"/>
                      <a:pt x="598357" y="685156"/>
                    </a:cubicBezTo>
                    <a:cubicBezTo>
                      <a:pt x="615940" y="691128"/>
                      <a:pt x="634470" y="700265"/>
                      <a:pt x="653612" y="699078"/>
                    </a:cubicBezTo>
                    <a:cubicBezTo>
                      <a:pt x="663278" y="698463"/>
                      <a:pt x="659510" y="683362"/>
                      <a:pt x="659016" y="677464"/>
                    </a:cubicBezTo>
                    <a:cubicBezTo>
                      <a:pt x="664326" y="679981"/>
                      <a:pt x="670028" y="681850"/>
                      <a:pt x="675900" y="683237"/>
                    </a:cubicBezTo>
                    <a:cubicBezTo>
                      <a:pt x="680690" y="691220"/>
                      <a:pt x="689605" y="697981"/>
                      <a:pt x="696322" y="704336"/>
                    </a:cubicBezTo>
                    <a:cubicBezTo>
                      <a:pt x="718430" y="724113"/>
                      <a:pt x="739355" y="747496"/>
                      <a:pt x="767387" y="759316"/>
                    </a:cubicBezTo>
                    <a:cubicBezTo>
                      <a:pt x="797533" y="770779"/>
                      <a:pt x="830390" y="762996"/>
                      <a:pt x="861797" y="766044"/>
                    </a:cubicBezTo>
                    <a:cubicBezTo>
                      <a:pt x="877829" y="796753"/>
                      <a:pt x="915612" y="827886"/>
                      <a:pt x="944488" y="847912"/>
                    </a:cubicBezTo>
                    <a:cubicBezTo>
                      <a:pt x="942144" y="859691"/>
                      <a:pt x="945093" y="873181"/>
                      <a:pt x="946363" y="884619"/>
                    </a:cubicBezTo>
                    <a:cubicBezTo>
                      <a:pt x="947207" y="892227"/>
                      <a:pt x="948119" y="899836"/>
                      <a:pt x="948758" y="907461"/>
                    </a:cubicBezTo>
                    <a:cubicBezTo>
                      <a:pt x="949432" y="915435"/>
                      <a:pt x="948545" y="924132"/>
                      <a:pt x="950693" y="931874"/>
                    </a:cubicBezTo>
                    <a:cubicBezTo>
                      <a:pt x="952329" y="937780"/>
                      <a:pt x="960520" y="937215"/>
                      <a:pt x="962412" y="931874"/>
                    </a:cubicBezTo>
                    <a:cubicBezTo>
                      <a:pt x="964969" y="924631"/>
                      <a:pt x="963725" y="916141"/>
                      <a:pt x="962983" y="908657"/>
                    </a:cubicBezTo>
                    <a:cubicBezTo>
                      <a:pt x="961108" y="890333"/>
                      <a:pt x="957043" y="872259"/>
                      <a:pt x="954358" y="854051"/>
                    </a:cubicBezTo>
                    <a:cubicBezTo>
                      <a:pt x="993956" y="877134"/>
                      <a:pt x="1049535" y="886421"/>
                      <a:pt x="1090003" y="860563"/>
                    </a:cubicBezTo>
                    <a:cubicBezTo>
                      <a:pt x="1126942" y="832130"/>
                      <a:pt x="1131800" y="779243"/>
                      <a:pt x="1132150" y="736432"/>
                    </a:cubicBezTo>
                    <a:close/>
                    <a:moveTo>
                      <a:pt x="984606" y="673494"/>
                    </a:moveTo>
                    <a:cubicBezTo>
                      <a:pt x="983413" y="670254"/>
                      <a:pt x="980404" y="668036"/>
                      <a:pt x="977319" y="665952"/>
                    </a:cubicBezTo>
                    <a:cubicBezTo>
                      <a:pt x="1008914" y="657819"/>
                      <a:pt x="1037825" y="656831"/>
                      <a:pt x="1068474" y="669706"/>
                    </a:cubicBezTo>
                    <a:cubicBezTo>
                      <a:pt x="1078079" y="673735"/>
                      <a:pt x="1086355" y="680629"/>
                      <a:pt x="1096046" y="684259"/>
                    </a:cubicBezTo>
                    <a:cubicBezTo>
                      <a:pt x="1099233" y="685455"/>
                      <a:pt x="1101526" y="681534"/>
                      <a:pt x="1100179" y="679018"/>
                    </a:cubicBezTo>
                    <a:cubicBezTo>
                      <a:pt x="1089355" y="661424"/>
                      <a:pt x="1058365" y="653002"/>
                      <a:pt x="1038566" y="650294"/>
                    </a:cubicBezTo>
                    <a:cubicBezTo>
                      <a:pt x="1019295" y="647927"/>
                      <a:pt x="986234" y="648458"/>
                      <a:pt x="971012" y="661258"/>
                    </a:cubicBezTo>
                    <a:cubicBezTo>
                      <a:pt x="969103" y="659639"/>
                      <a:pt x="967262" y="657919"/>
                      <a:pt x="965591" y="656067"/>
                    </a:cubicBezTo>
                    <a:cubicBezTo>
                      <a:pt x="976867" y="639745"/>
                      <a:pt x="1001550" y="635625"/>
                      <a:pt x="1020344" y="633797"/>
                    </a:cubicBezTo>
                    <a:cubicBezTo>
                      <a:pt x="1053294" y="630740"/>
                      <a:pt x="1083057" y="640542"/>
                      <a:pt x="1110194" y="658011"/>
                    </a:cubicBezTo>
                    <a:cubicBezTo>
                      <a:pt x="1113467" y="691394"/>
                      <a:pt x="1117848" y="725359"/>
                      <a:pt x="1115717" y="758967"/>
                    </a:cubicBezTo>
                    <a:cubicBezTo>
                      <a:pt x="1115674" y="759698"/>
                      <a:pt x="1114600" y="759781"/>
                      <a:pt x="1114421" y="759075"/>
                    </a:cubicBezTo>
                    <a:cubicBezTo>
                      <a:pt x="1099054" y="697150"/>
                      <a:pt x="1047771" y="672032"/>
                      <a:pt x="984606" y="673494"/>
                    </a:cubicBezTo>
                    <a:close/>
                    <a:moveTo>
                      <a:pt x="694455" y="612026"/>
                    </a:moveTo>
                    <a:cubicBezTo>
                      <a:pt x="693739" y="607524"/>
                      <a:pt x="689571" y="604741"/>
                      <a:pt x="686588" y="601294"/>
                    </a:cubicBezTo>
                    <a:cubicBezTo>
                      <a:pt x="682591" y="596676"/>
                      <a:pt x="679054" y="591675"/>
                      <a:pt x="675917" y="586467"/>
                    </a:cubicBezTo>
                    <a:cubicBezTo>
                      <a:pt x="657942" y="557137"/>
                      <a:pt x="655607" y="522466"/>
                      <a:pt x="650791" y="489481"/>
                    </a:cubicBezTo>
                    <a:cubicBezTo>
                      <a:pt x="667130" y="494307"/>
                      <a:pt x="684594" y="493892"/>
                      <a:pt x="701495" y="494623"/>
                    </a:cubicBezTo>
                    <a:cubicBezTo>
                      <a:pt x="721490" y="495154"/>
                      <a:pt x="741494" y="494963"/>
                      <a:pt x="761489" y="495296"/>
                    </a:cubicBezTo>
                    <a:cubicBezTo>
                      <a:pt x="800917" y="495254"/>
                      <a:pt x="840413" y="501409"/>
                      <a:pt x="879807" y="500105"/>
                    </a:cubicBezTo>
                    <a:cubicBezTo>
                      <a:pt x="879474" y="509151"/>
                      <a:pt x="878980" y="518130"/>
                      <a:pt x="879372" y="527176"/>
                    </a:cubicBezTo>
                    <a:cubicBezTo>
                      <a:pt x="877633" y="524202"/>
                      <a:pt x="876039" y="521145"/>
                      <a:pt x="874590" y="518014"/>
                    </a:cubicBezTo>
                    <a:cubicBezTo>
                      <a:pt x="872732" y="514002"/>
                      <a:pt x="867423" y="515954"/>
                      <a:pt x="866084" y="519094"/>
                    </a:cubicBezTo>
                    <a:cubicBezTo>
                      <a:pt x="858201" y="537899"/>
                      <a:pt x="856973" y="559787"/>
                      <a:pt x="865522" y="578643"/>
                    </a:cubicBezTo>
                    <a:cubicBezTo>
                      <a:pt x="861712" y="583369"/>
                      <a:pt x="859871" y="590305"/>
                      <a:pt x="857007" y="595289"/>
                    </a:cubicBezTo>
                    <a:cubicBezTo>
                      <a:pt x="854680" y="599342"/>
                      <a:pt x="852183" y="603462"/>
                      <a:pt x="849064" y="606984"/>
                    </a:cubicBezTo>
                    <a:cubicBezTo>
                      <a:pt x="846677" y="609667"/>
                      <a:pt x="843814" y="611519"/>
                      <a:pt x="842544" y="614925"/>
                    </a:cubicBezTo>
                    <a:cubicBezTo>
                      <a:pt x="841870" y="616728"/>
                      <a:pt x="843609" y="618655"/>
                      <a:pt x="845441" y="618630"/>
                    </a:cubicBezTo>
                    <a:cubicBezTo>
                      <a:pt x="853487" y="618530"/>
                      <a:pt x="860255" y="607441"/>
                      <a:pt x="863647" y="601352"/>
                    </a:cubicBezTo>
                    <a:cubicBezTo>
                      <a:pt x="886787" y="604442"/>
                      <a:pt x="909663" y="606187"/>
                      <a:pt x="932130" y="612566"/>
                    </a:cubicBezTo>
                    <a:cubicBezTo>
                      <a:pt x="900432" y="623107"/>
                      <a:pt x="866238" y="619901"/>
                      <a:pt x="833330" y="619220"/>
                    </a:cubicBezTo>
                    <a:cubicBezTo>
                      <a:pt x="786930" y="619244"/>
                      <a:pt x="740522" y="618356"/>
                      <a:pt x="694455" y="612026"/>
                    </a:cubicBezTo>
                    <a:close/>
                    <a:moveTo>
                      <a:pt x="620415" y="547053"/>
                    </a:moveTo>
                    <a:cubicBezTo>
                      <a:pt x="609480" y="518977"/>
                      <a:pt x="619776" y="500861"/>
                      <a:pt x="645942" y="487388"/>
                    </a:cubicBezTo>
                    <a:cubicBezTo>
                      <a:pt x="646052" y="487446"/>
                      <a:pt x="646172" y="487504"/>
                      <a:pt x="646283" y="487562"/>
                    </a:cubicBezTo>
                    <a:cubicBezTo>
                      <a:pt x="644373" y="496525"/>
                      <a:pt x="644399" y="506111"/>
                      <a:pt x="645004" y="515356"/>
                    </a:cubicBezTo>
                    <a:cubicBezTo>
                      <a:pt x="640368" y="513362"/>
                      <a:pt x="634120" y="516959"/>
                      <a:pt x="631623" y="520805"/>
                    </a:cubicBezTo>
                    <a:cubicBezTo>
                      <a:pt x="627975" y="526420"/>
                      <a:pt x="628904" y="533696"/>
                      <a:pt x="630770" y="539743"/>
                    </a:cubicBezTo>
                    <a:cubicBezTo>
                      <a:pt x="633166" y="548083"/>
                      <a:pt x="646436" y="573194"/>
                      <a:pt x="656732" y="571648"/>
                    </a:cubicBezTo>
                    <a:cubicBezTo>
                      <a:pt x="659596" y="578983"/>
                      <a:pt x="662962" y="586143"/>
                      <a:pt x="667079" y="592871"/>
                    </a:cubicBezTo>
                    <a:cubicBezTo>
                      <a:pt x="645473" y="585844"/>
                      <a:pt x="628870" y="567221"/>
                      <a:pt x="620415" y="547053"/>
                    </a:cubicBezTo>
                    <a:close/>
                    <a:moveTo>
                      <a:pt x="645481" y="521536"/>
                    </a:moveTo>
                    <a:cubicBezTo>
                      <a:pt x="646521" y="533356"/>
                      <a:pt x="648473" y="545118"/>
                      <a:pt x="651712" y="556556"/>
                    </a:cubicBezTo>
                    <a:cubicBezTo>
                      <a:pt x="651925" y="557312"/>
                      <a:pt x="650928" y="557793"/>
                      <a:pt x="650450" y="557170"/>
                    </a:cubicBezTo>
                    <a:cubicBezTo>
                      <a:pt x="644067" y="548905"/>
                      <a:pt x="636566" y="536986"/>
                      <a:pt x="637938" y="527342"/>
                    </a:cubicBezTo>
                    <a:cubicBezTo>
                      <a:pt x="638876" y="523421"/>
                      <a:pt x="642660" y="522549"/>
                      <a:pt x="645388" y="520406"/>
                    </a:cubicBezTo>
                    <a:cubicBezTo>
                      <a:pt x="645422" y="520788"/>
                      <a:pt x="645447" y="521162"/>
                      <a:pt x="645481" y="521536"/>
                    </a:cubicBezTo>
                    <a:close/>
                    <a:moveTo>
                      <a:pt x="932147" y="602590"/>
                    </a:moveTo>
                    <a:cubicBezTo>
                      <a:pt x="918016" y="599010"/>
                      <a:pt x="903535" y="596967"/>
                      <a:pt x="889028" y="595463"/>
                    </a:cubicBezTo>
                    <a:cubicBezTo>
                      <a:pt x="871275" y="578493"/>
                      <a:pt x="865564" y="557046"/>
                      <a:pt x="871198" y="533622"/>
                    </a:cubicBezTo>
                    <a:cubicBezTo>
                      <a:pt x="871335" y="533057"/>
                      <a:pt x="872110" y="532949"/>
                      <a:pt x="872417" y="533447"/>
                    </a:cubicBezTo>
                    <a:cubicBezTo>
                      <a:pt x="883463" y="551813"/>
                      <a:pt x="898506" y="566274"/>
                      <a:pt x="917419" y="578061"/>
                    </a:cubicBezTo>
                    <a:cubicBezTo>
                      <a:pt x="928337" y="584681"/>
                      <a:pt x="939119" y="592431"/>
                      <a:pt x="942784" y="605082"/>
                    </a:cubicBezTo>
                    <a:cubicBezTo>
                      <a:pt x="939016" y="603994"/>
                      <a:pt x="935036" y="603338"/>
                      <a:pt x="932147" y="602590"/>
                    </a:cubicBezTo>
                    <a:close/>
                    <a:moveTo>
                      <a:pt x="876764" y="594583"/>
                    </a:moveTo>
                    <a:cubicBezTo>
                      <a:pt x="873755" y="594367"/>
                      <a:pt x="870576" y="594142"/>
                      <a:pt x="867474" y="594234"/>
                    </a:cubicBezTo>
                    <a:cubicBezTo>
                      <a:pt x="868624" y="591883"/>
                      <a:pt x="869681" y="589383"/>
                      <a:pt x="870406" y="586899"/>
                    </a:cubicBezTo>
                    <a:cubicBezTo>
                      <a:pt x="872340" y="589499"/>
                      <a:pt x="874548" y="591841"/>
                      <a:pt x="877062" y="593785"/>
                    </a:cubicBezTo>
                    <a:cubicBezTo>
                      <a:pt x="877420" y="594068"/>
                      <a:pt x="877215" y="594616"/>
                      <a:pt x="876764" y="594583"/>
                    </a:cubicBezTo>
                    <a:close/>
                    <a:moveTo>
                      <a:pt x="484583" y="184286"/>
                    </a:moveTo>
                    <a:cubicBezTo>
                      <a:pt x="524121" y="210235"/>
                      <a:pt x="586382" y="198839"/>
                      <a:pt x="618702" y="233020"/>
                    </a:cubicBezTo>
                    <a:cubicBezTo>
                      <a:pt x="652905" y="278589"/>
                      <a:pt x="629552" y="345024"/>
                      <a:pt x="655394" y="395004"/>
                    </a:cubicBezTo>
                    <a:cubicBezTo>
                      <a:pt x="657405" y="399157"/>
                      <a:pt x="664394" y="399007"/>
                      <a:pt x="666448" y="395004"/>
                    </a:cubicBezTo>
                    <a:cubicBezTo>
                      <a:pt x="678696" y="373889"/>
                      <a:pt x="684619" y="350498"/>
                      <a:pt x="687074" y="326492"/>
                    </a:cubicBezTo>
                    <a:cubicBezTo>
                      <a:pt x="688855" y="312496"/>
                      <a:pt x="690074" y="298408"/>
                      <a:pt x="692588" y="284511"/>
                    </a:cubicBezTo>
                    <a:cubicBezTo>
                      <a:pt x="694327" y="274893"/>
                      <a:pt x="696032" y="264900"/>
                      <a:pt x="701470" y="256535"/>
                    </a:cubicBezTo>
                    <a:cubicBezTo>
                      <a:pt x="727635" y="219821"/>
                      <a:pt x="794678" y="204720"/>
                      <a:pt x="786317" y="149773"/>
                    </a:cubicBezTo>
                    <a:cubicBezTo>
                      <a:pt x="798275" y="152846"/>
                      <a:pt x="810326" y="155928"/>
                      <a:pt x="822284" y="159317"/>
                    </a:cubicBezTo>
                    <a:cubicBezTo>
                      <a:pt x="819557" y="201563"/>
                      <a:pt x="787646" y="219929"/>
                      <a:pt x="757500" y="244690"/>
                    </a:cubicBezTo>
                    <a:cubicBezTo>
                      <a:pt x="731104" y="265772"/>
                      <a:pt x="716564" y="285284"/>
                      <a:pt x="714254" y="319274"/>
                    </a:cubicBezTo>
                    <a:cubicBezTo>
                      <a:pt x="709234" y="358771"/>
                      <a:pt x="708663" y="401076"/>
                      <a:pt x="685992" y="435689"/>
                    </a:cubicBezTo>
                    <a:cubicBezTo>
                      <a:pt x="659715" y="454569"/>
                      <a:pt x="639703" y="433097"/>
                      <a:pt x="629356" y="409573"/>
                    </a:cubicBezTo>
                    <a:cubicBezTo>
                      <a:pt x="618557" y="386938"/>
                      <a:pt x="611696" y="361620"/>
                      <a:pt x="607818" y="337033"/>
                    </a:cubicBezTo>
                    <a:cubicBezTo>
                      <a:pt x="603335" y="308642"/>
                      <a:pt x="598033" y="279420"/>
                      <a:pt x="573282" y="260755"/>
                    </a:cubicBezTo>
                    <a:cubicBezTo>
                      <a:pt x="548182" y="241825"/>
                      <a:pt x="515504" y="238884"/>
                      <a:pt x="487523" y="225768"/>
                    </a:cubicBezTo>
                    <a:cubicBezTo>
                      <a:pt x="450235" y="208989"/>
                      <a:pt x="435191" y="170406"/>
                      <a:pt x="425296" y="134771"/>
                    </a:cubicBezTo>
                    <a:cubicBezTo>
                      <a:pt x="431049" y="133085"/>
                      <a:pt x="436785" y="131349"/>
                      <a:pt x="442496" y="129555"/>
                    </a:cubicBezTo>
                    <a:cubicBezTo>
                      <a:pt x="446876" y="130934"/>
                      <a:pt x="451828" y="128251"/>
                      <a:pt x="455868" y="126648"/>
                    </a:cubicBezTo>
                    <a:cubicBezTo>
                      <a:pt x="453550" y="150362"/>
                      <a:pt x="463667" y="171403"/>
                      <a:pt x="484583" y="184286"/>
                    </a:cubicBezTo>
                    <a:close/>
                    <a:moveTo>
                      <a:pt x="86239" y="386257"/>
                    </a:moveTo>
                    <a:cubicBezTo>
                      <a:pt x="113394" y="310943"/>
                      <a:pt x="151713" y="228526"/>
                      <a:pt x="226418" y="188024"/>
                    </a:cubicBezTo>
                    <a:cubicBezTo>
                      <a:pt x="240797" y="180565"/>
                      <a:pt x="255883" y="176187"/>
                      <a:pt x="271676" y="172590"/>
                    </a:cubicBezTo>
                    <a:cubicBezTo>
                      <a:pt x="321434" y="161252"/>
                      <a:pt x="371353" y="150296"/>
                      <a:pt x="420378" y="136183"/>
                    </a:cubicBezTo>
                    <a:cubicBezTo>
                      <a:pt x="415085" y="167440"/>
                      <a:pt x="439726" y="206381"/>
                      <a:pt x="463897" y="225669"/>
                    </a:cubicBezTo>
                    <a:cubicBezTo>
                      <a:pt x="490890" y="245837"/>
                      <a:pt x="526175" y="247963"/>
                      <a:pt x="555077" y="264235"/>
                    </a:cubicBezTo>
                    <a:cubicBezTo>
                      <a:pt x="586195" y="280292"/>
                      <a:pt x="589945" y="315835"/>
                      <a:pt x="594275" y="346353"/>
                    </a:cubicBezTo>
                    <a:cubicBezTo>
                      <a:pt x="600531" y="385493"/>
                      <a:pt x="628623" y="484580"/>
                      <a:pt x="685463" y="449934"/>
                    </a:cubicBezTo>
                    <a:cubicBezTo>
                      <a:pt x="717851" y="430074"/>
                      <a:pt x="721601" y="370176"/>
                      <a:pt x="725505" y="336194"/>
                    </a:cubicBezTo>
                    <a:cubicBezTo>
                      <a:pt x="728189" y="297029"/>
                      <a:pt x="733653" y="280034"/>
                      <a:pt x="765742" y="254625"/>
                    </a:cubicBezTo>
                    <a:cubicBezTo>
                      <a:pt x="794695" y="230736"/>
                      <a:pt x="835725" y="204188"/>
                      <a:pt x="832691" y="162349"/>
                    </a:cubicBezTo>
                    <a:cubicBezTo>
                      <a:pt x="951000" y="191662"/>
                      <a:pt x="993291" y="292361"/>
                      <a:pt x="1032813" y="393691"/>
                    </a:cubicBezTo>
                    <a:cubicBezTo>
                      <a:pt x="1063556" y="474596"/>
                      <a:pt x="1099054" y="555584"/>
                      <a:pt x="1108430" y="642154"/>
                    </a:cubicBezTo>
                    <a:cubicBezTo>
                      <a:pt x="1068695" y="615531"/>
                      <a:pt x="994161" y="609858"/>
                      <a:pt x="958833" y="645418"/>
                    </a:cubicBezTo>
                    <a:cubicBezTo>
                      <a:pt x="956830" y="640791"/>
                      <a:pt x="955952" y="635849"/>
                      <a:pt x="955423" y="630848"/>
                    </a:cubicBezTo>
                    <a:cubicBezTo>
                      <a:pt x="959352" y="609742"/>
                      <a:pt x="950216" y="586799"/>
                      <a:pt x="931652" y="574863"/>
                    </a:cubicBezTo>
                    <a:cubicBezTo>
                      <a:pt x="914146" y="563375"/>
                      <a:pt x="895634" y="552278"/>
                      <a:pt x="884068" y="534477"/>
                    </a:cubicBezTo>
                    <a:cubicBezTo>
                      <a:pt x="885773" y="534386"/>
                      <a:pt x="887409" y="533455"/>
                      <a:pt x="887707" y="531661"/>
                    </a:cubicBezTo>
                    <a:cubicBezTo>
                      <a:pt x="889173" y="520215"/>
                      <a:pt x="888168" y="508245"/>
                      <a:pt x="886020" y="496907"/>
                    </a:cubicBezTo>
                    <a:cubicBezTo>
                      <a:pt x="887273" y="494324"/>
                      <a:pt x="886378" y="490893"/>
                      <a:pt x="883327" y="489556"/>
                    </a:cubicBezTo>
                    <a:cubicBezTo>
                      <a:pt x="883139" y="488800"/>
                      <a:pt x="882321" y="488277"/>
                      <a:pt x="881844" y="489124"/>
                    </a:cubicBezTo>
                    <a:cubicBezTo>
                      <a:pt x="861627" y="487247"/>
                      <a:pt x="840984" y="487853"/>
                      <a:pt x="820673" y="486682"/>
                    </a:cubicBezTo>
                    <a:cubicBezTo>
                      <a:pt x="781825" y="483974"/>
                      <a:pt x="742909" y="484024"/>
                      <a:pt x="703992" y="484024"/>
                    </a:cubicBezTo>
                    <a:cubicBezTo>
                      <a:pt x="694003" y="483899"/>
                      <a:pt x="684040" y="483492"/>
                      <a:pt x="674059" y="483035"/>
                    </a:cubicBezTo>
                    <a:cubicBezTo>
                      <a:pt x="664786" y="482753"/>
                      <a:pt x="654669" y="481067"/>
                      <a:pt x="645694" y="483733"/>
                    </a:cubicBezTo>
                    <a:cubicBezTo>
                      <a:pt x="602337" y="488609"/>
                      <a:pt x="597002" y="534411"/>
                      <a:pt x="617892" y="565128"/>
                    </a:cubicBezTo>
                    <a:cubicBezTo>
                      <a:pt x="597556" y="564007"/>
                      <a:pt x="578942" y="560825"/>
                      <a:pt x="561895" y="549321"/>
                    </a:cubicBezTo>
                    <a:cubicBezTo>
                      <a:pt x="495663" y="499432"/>
                      <a:pt x="457479" y="555135"/>
                      <a:pt x="397443" y="579016"/>
                    </a:cubicBezTo>
                    <a:cubicBezTo>
                      <a:pt x="344139" y="596219"/>
                      <a:pt x="286148" y="593229"/>
                      <a:pt x="232308" y="608670"/>
                    </a:cubicBezTo>
                    <a:cubicBezTo>
                      <a:pt x="262658" y="528056"/>
                      <a:pt x="279347" y="442209"/>
                      <a:pt x="284426" y="356562"/>
                    </a:cubicBezTo>
                    <a:cubicBezTo>
                      <a:pt x="284486" y="355482"/>
                      <a:pt x="282696" y="355233"/>
                      <a:pt x="282475" y="356304"/>
                    </a:cubicBezTo>
                    <a:cubicBezTo>
                      <a:pt x="262301" y="442384"/>
                      <a:pt x="248715" y="530914"/>
                      <a:pt x="215424" y="613355"/>
                    </a:cubicBezTo>
                    <a:cubicBezTo>
                      <a:pt x="212125" y="607624"/>
                      <a:pt x="204974" y="603313"/>
                      <a:pt x="199605" y="599774"/>
                    </a:cubicBezTo>
                    <a:cubicBezTo>
                      <a:pt x="192854" y="595338"/>
                      <a:pt x="185414" y="591742"/>
                      <a:pt x="177999" y="588502"/>
                    </a:cubicBezTo>
                    <a:cubicBezTo>
                      <a:pt x="133389" y="569381"/>
                      <a:pt x="81995" y="565560"/>
                      <a:pt x="34981" y="578294"/>
                    </a:cubicBezTo>
                    <a:cubicBezTo>
                      <a:pt x="50672" y="513910"/>
                      <a:pt x="63551" y="448821"/>
                      <a:pt x="86239" y="386257"/>
                    </a:cubicBezTo>
                    <a:close/>
                    <a:moveTo>
                      <a:pt x="19930" y="639645"/>
                    </a:moveTo>
                    <a:cubicBezTo>
                      <a:pt x="22631" y="624610"/>
                      <a:pt x="26501" y="609833"/>
                      <a:pt x="30481" y="595073"/>
                    </a:cubicBezTo>
                    <a:cubicBezTo>
                      <a:pt x="37359" y="594192"/>
                      <a:pt x="44408" y="590928"/>
                      <a:pt x="51116" y="589441"/>
                    </a:cubicBezTo>
                    <a:cubicBezTo>
                      <a:pt x="59119" y="587663"/>
                      <a:pt x="67250" y="586401"/>
                      <a:pt x="75432" y="585695"/>
                    </a:cubicBezTo>
                    <a:cubicBezTo>
                      <a:pt x="112141" y="582538"/>
                      <a:pt x="149898" y="588951"/>
                      <a:pt x="183223" y="604351"/>
                    </a:cubicBezTo>
                    <a:cubicBezTo>
                      <a:pt x="183922" y="604675"/>
                      <a:pt x="183590" y="605697"/>
                      <a:pt x="182831" y="605564"/>
                    </a:cubicBezTo>
                    <a:cubicBezTo>
                      <a:pt x="143634" y="598719"/>
                      <a:pt x="100686" y="606353"/>
                      <a:pt x="67812" y="628456"/>
                    </a:cubicBezTo>
                    <a:cubicBezTo>
                      <a:pt x="63764" y="631297"/>
                      <a:pt x="65997" y="638873"/>
                      <a:pt x="71494" y="636962"/>
                    </a:cubicBezTo>
                    <a:cubicBezTo>
                      <a:pt x="103413" y="625134"/>
                      <a:pt x="136363" y="613339"/>
                      <a:pt x="171121" y="616055"/>
                    </a:cubicBezTo>
                    <a:cubicBezTo>
                      <a:pt x="177555" y="615930"/>
                      <a:pt x="194482" y="619120"/>
                      <a:pt x="202332" y="617583"/>
                    </a:cubicBezTo>
                    <a:cubicBezTo>
                      <a:pt x="203645" y="617326"/>
                      <a:pt x="203832" y="617674"/>
                      <a:pt x="202622" y="618140"/>
                    </a:cubicBezTo>
                    <a:cubicBezTo>
                      <a:pt x="137906" y="642793"/>
                      <a:pt x="70395" y="683005"/>
                      <a:pt x="36166" y="743434"/>
                    </a:cubicBezTo>
                    <a:cubicBezTo>
                      <a:pt x="14108" y="712858"/>
                      <a:pt x="12762" y="675130"/>
                      <a:pt x="19930" y="639645"/>
                    </a:cubicBezTo>
                    <a:close/>
                    <a:moveTo>
                      <a:pt x="561180" y="663775"/>
                    </a:moveTo>
                    <a:cubicBezTo>
                      <a:pt x="513459" y="657628"/>
                      <a:pt x="521939" y="621072"/>
                      <a:pt x="488060" y="610465"/>
                    </a:cubicBezTo>
                    <a:cubicBezTo>
                      <a:pt x="484318" y="609559"/>
                      <a:pt x="480440" y="614651"/>
                      <a:pt x="483960" y="617334"/>
                    </a:cubicBezTo>
                    <a:cubicBezTo>
                      <a:pt x="491060" y="622750"/>
                      <a:pt x="497802" y="628465"/>
                      <a:pt x="503078" y="635641"/>
                    </a:cubicBezTo>
                    <a:cubicBezTo>
                      <a:pt x="508183" y="642577"/>
                      <a:pt x="512598" y="650045"/>
                      <a:pt x="518675" y="656250"/>
                    </a:cubicBezTo>
                    <a:cubicBezTo>
                      <a:pt x="536505" y="675512"/>
                      <a:pt x="564555" y="673652"/>
                      <a:pt x="587780" y="681701"/>
                    </a:cubicBezTo>
                    <a:cubicBezTo>
                      <a:pt x="564359" y="691253"/>
                      <a:pt x="551310" y="688703"/>
                      <a:pt x="527181" y="684807"/>
                    </a:cubicBezTo>
                    <a:cubicBezTo>
                      <a:pt x="519502" y="683777"/>
                      <a:pt x="510953" y="681867"/>
                      <a:pt x="503308" y="683702"/>
                    </a:cubicBezTo>
                    <a:cubicBezTo>
                      <a:pt x="500904" y="684276"/>
                      <a:pt x="500043" y="688180"/>
                      <a:pt x="502566" y="689243"/>
                    </a:cubicBezTo>
                    <a:cubicBezTo>
                      <a:pt x="510220" y="692466"/>
                      <a:pt x="519340" y="693155"/>
                      <a:pt x="527496" y="694866"/>
                    </a:cubicBezTo>
                    <a:cubicBezTo>
                      <a:pt x="536471" y="696727"/>
                      <a:pt x="545548" y="698463"/>
                      <a:pt x="554711" y="699053"/>
                    </a:cubicBezTo>
                    <a:cubicBezTo>
                      <a:pt x="497077" y="739571"/>
                      <a:pt x="461937" y="687856"/>
                      <a:pt x="410875" y="708223"/>
                    </a:cubicBezTo>
                    <a:cubicBezTo>
                      <a:pt x="408054" y="705523"/>
                      <a:pt x="403272" y="704361"/>
                      <a:pt x="399326" y="707401"/>
                    </a:cubicBezTo>
                    <a:cubicBezTo>
                      <a:pt x="352611" y="743334"/>
                      <a:pt x="299495" y="773337"/>
                      <a:pt x="242365" y="790282"/>
                    </a:cubicBezTo>
                    <a:cubicBezTo>
                      <a:pt x="189445" y="804528"/>
                      <a:pt x="125224" y="815119"/>
                      <a:pt x="76421" y="784476"/>
                    </a:cubicBezTo>
                    <a:cubicBezTo>
                      <a:pt x="63252" y="775538"/>
                      <a:pt x="51064" y="763693"/>
                      <a:pt x="41135" y="750470"/>
                    </a:cubicBezTo>
                    <a:cubicBezTo>
                      <a:pt x="86486" y="682141"/>
                      <a:pt x="163978" y="638225"/>
                      <a:pt x="243482" y="617758"/>
                    </a:cubicBezTo>
                    <a:cubicBezTo>
                      <a:pt x="290052" y="606718"/>
                      <a:pt x="338386" y="605464"/>
                      <a:pt x="384999" y="594649"/>
                    </a:cubicBezTo>
                    <a:cubicBezTo>
                      <a:pt x="431032" y="586708"/>
                      <a:pt x="480653" y="530615"/>
                      <a:pt x="523695" y="542127"/>
                    </a:cubicBezTo>
                    <a:cubicBezTo>
                      <a:pt x="534792" y="545450"/>
                      <a:pt x="544474" y="552286"/>
                      <a:pt x="554165" y="558308"/>
                    </a:cubicBezTo>
                    <a:cubicBezTo>
                      <a:pt x="577152" y="573808"/>
                      <a:pt x="594922" y="574772"/>
                      <a:pt x="621693" y="576940"/>
                    </a:cubicBezTo>
                    <a:cubicBezTo>
                      <a:pt x="617423" y="593445"/>
                      <a:pt x="574706" y="594749"/>
                      <a:pt x="560745" y="593511"/>
                    </a:cubicBezTo>
                    <a:cubicBezTo>
                      <a:pt x="554762" y="593029"/>
                      <a:pt x="546392" y="592647"/>
                      <a:pt x="541210" y="589325"/>
                    </a:cubicBezTo>
                    <a:cubicBezTo>
                      <a:pt x="540366" y="588785"/>
                      <a:pt x="539531" y="588519"/>
                      <a:pt x="538738" y="588469"/>
                    </a:cubicBezTo>
                    <a:cubicBezTo>
                      <a:pt x="534553" y="584565"/>
                      <a:pt x="530147" y="580196"/>
                      <a:pt x="524394" y="579423"/>
                    </a:cubicBezTo>
                    <a:cubicBezTo>
                      <a:pt x="523030" y="579241"/>
                      <a:pt x="521487" y="580877"/>
                      <a:pt x="522860" y="581998"/>
                    </a:cubicBezTo>
                    <a:cubicBezTo>
                      <a:pt x="526874" y="585288"/>
                      <a:pt x="530104" y="589723"/>
                      <a:pt x="533403" y="593926"/>
                    </a:cubicBezTo>
                    <a:cubicBezTo>
                      <a:pt x="533122" y="596609"/>
                      <a:pt x="535951" y="598628"/>
                      <a:pt x="538355" y="599749"/>
                    </a:cubicBezTo>
                    <a:cubicBezTo>
                      <a:pt x="553560" y="617351"/>
                      <a:pt x="576052" y="624594"/>
                      <a:pt x="597531" y="631995"/>
                    </a:cubicBezTo>
                    <a:cubicBezTo>
                      <a:pt x="622350" y="640833"/>
                      <a:pt x="648439" y="659107"/>
                      <a:pt x="647663" y="687365"/>
                    </a:cubicBezTo>
                    <a:cubicBezTo>
                      <a:pt x="633796" y="687174"/>
                      <a:pt x="619955" y="681111"/>
                      <a:pt x="607281" y="676426"/>
                    </a:cubicBezTo>
                    <a:cubicBezTo>
                      <a:pt x="591948" y="670761"/>
                      <a:pt x="577339" y="666475"/>
                      <a:pt x="561180" y="663775"/>
                    </a:cubicBezTo>
                    <a:close/>
                    <a:moveTo>
                      <a:pt x="610085" y="624660"/>
                    </a:moveTo>
                    <a:cubicBezTo>
                      <a:pt x="594360" y="617965"/>
                      <a:pt x="577109" y="614892"/>
                      <a:pt x="562356" y="606104"/>
                    </a:cubicBezTo>
                    <a:cubicBezTo>
                      <a:pt x="562126" y="605962"/>
                      <a:pt x="562219" y="605614"/>
                      <a:pt x="562492" y="605614"/>
                    </a:cubicBezTo>
                    <a:cubicBezTo>
                      <a:pt x="584200" y="605929"/>
                      <a:pt x="622154" y="602831"/>
                      <a:pt x="632092" y="582754"/>
                    </a:cubicBezTo>
                    <a:cubicBezTo>
                      <a:pt x="642993" y="592655"/>
                      <a:pt x="658999" y="606544"/>
                      <a:pt x="675074" y="604351"/>
                    </a:cubicBezTo>
                    <a:cubicBezTo>
                      <a:pt x="676684" y="606378"/>
                      <a:pt x="678176" y="608172"/>
                      <a:pt x="679898" y="610257"/>
                    </a:cubicBezTo>
                    <a:cubicBezTo>
                      <a:pt x="572106" y="596767"/>
                      <a:pt x="560336" y="603246"/>
                      <a:pt x="676565" y="620665"/>
                    </a:cubicBezTo>
                    <a:cubicBezTo>
                      <a:pt x="727567" y="628681"/>
                      <a:pt x="779064" y="630848"/>
                      <a:pt x="830620" y="630624"/>
                    </a:cubicBezTo>
                    <a:cubicBezTo>
                      <a:pt x="863161" y="631405"/>
                      <a:pt x="896580" y="634362"/>
                      <a:pt x="928337" y="625765"/>
                    </a:cubicBezTo>
                    <a:cubicBezTo>
                      <a:pt x="919081" y="633058"/>
                      <a:pt x="911325" y="639579"/>
                      <a:pt x="901131" y="644920"/>
                    </a:cubicBezTo>
                    <a:cubicBezTo>
                      <a:pt x="895745" y="647719"/>
                      <a:pt x="889838" y="649048"/>
                      <a:pt x="884247" y="651208"/>
                    </a:cubicBezTo>
                    <a:cubicBezTo>
                      <a:pt x="874045" y="653517"/>
                      <a:pt x="864158" y="658393"/>
                      <a:pt x="854399" y="661491"/>
                    </a:cubicBezTo>
                    <a:cubicBezTo>
                      <a:pt x="841265" y="665661"/>
                      <a:pt x="829120" y="666334"/>
                      <a:pt x="815687" y="663551"/>
                    </a:cubicBezTo>
                    <a:cubicBezTo>
                      <a:pt x="796067" y="659331"/>
                      <a:pt x="768776" y="653675"/>
                      <a:pt x="759171" y="676243"/>
                    </a:cubicBezTo>
                    <a:cubicBezTo>
                      <a:pt x="734505" y="676335"/>
                      <a:pt x="709720" y="678934"/>
                      <a:pt x="685122" y="675828"/>
                    </a:cubicBezTo>
                    <a:cubicBezTo>
                      <a:pt x="675670" y="674731"/>
                      <a:pt x="666550" y="672281"/>
                      <a:pt x="657277" y="670346"/>
                    </a:cubicBezTo>
                    <a:cubicBezTo>
                      <a:pt x="650527" y="649339"/>
                      <a:pt x="632040" y="634030"/>
                      <a:pt x="610085" y="624660"/>
                    </a:cubicBezTo>
                    <a:close/>
                    <a:moveTo>
                      <a:pt x="1069172" y="854159"/>
                    </a:moveTo>
                    <a:cubicBezTo>
                      <a:pt x="1024196" y="870905"/>
                      <a:pt x="974225" y="853295"/>
                      <a:pt x="938837" y="824488"/>
                    </a:cubicBezTo>
                    <a:cubicBezTo>
                      <a:pt x="921697" y="811439"/>
                      <a:pt x="905171" y="796919"/>
                      <a:pt x="890972" y="780830"/>
                    </a:cubicBezTo>
                    <a:cubicBezTo>
                      <a:pt x="885560" y="774699"/>
                      <a:pt x="879576" y="767780"/>
                      <a:pt x="876457" y="760055"/>
                    </a:cubicBezTo>
                    <a:cubicBezTo>
                      <a:pt x="876525" y="758676"/>
                      <a:pt x="876125" y="757314"/>
                      <a:pt x="875187" y="756234"/>
                    </a:cubicBezTo>
                    <a:cubicBezTo>
                      <a:pt x="874224" y="748875"/>
                      <a:pt x="865650" y="748019"/>
                      <a:pt x="861456" y="752496"/>
                    </a:cubicBezTo>
                    <a:cubicBezTo>
                      <a:pt x="846967" y="750818"/>
                      <a:pt x="831455" y="752422"/>
                      <a:pt x="817307" y="752762"/>
                    </a:cubicBezTo>
                    <a:cubicBezTo>
                      <a:pt x="802170" y="753136"/>
                      <a:pt x="786794" y="753045"/>
                      <a:pt x="772475" y="747612"/>
                    </a:cubicBezTo>
                    <a:cubicBezTo>
                      <a:pt x="740642" y="734222"/>
                      <a:pt x="718447" y="706412"/>
                      <a:pt x="691208" y="686319"/>
                    </a:cubicBezTo>
                    <a:cubicBezTo>
                      <a:pt x="690995" y="686161"/>
                      <a:pt x="691131" y="685837"/>
                      <a:pt x="691395" y="685870"/>
                    </a:cubicBezTo>
                    <a:cubicBezTo>
                      <a:pt x="698853" y="686726"/>
                      <a:pt x="705978" y="687066"/>
                      <a:pt x="713317" y="687266"/>
                    </a:cubicBezTo>
                    <a:cubicBezTo>
                      <a:pt x="721030" y="715184"/>
                      <a:pt x="776353" y="731282"/>
                      <a:pt x="802741" y="726082"/>
                    </a:cubicBezTo>
                    <a:cubicBezTo>
                      <a:pt x="806176" y="725152"/>
                      <a:pt x="806133" y="720292"/>
                      <a:pt x="802741" y="719345"/>
                    </a:cubicBezTo>
                    <a:cubicBezTo>
                      <a:pt x="795539" y="717327"/>
                      <a:pt x="787774" y="717676"/>
                      <a:pt x="780368" y="716795"/>
                    </a:cubicBezTo>
                    <a:cubicBezTo>
                      <a:pt x="754415" y="713439"/>
                      <a:pt x="736781" y="706229"/>
                      <a:pt x="718916" y="687390"/>
                    </a:cubicBezTo>
                    <a:cubicBezTo>
                      <a:pt x="734616" y="687673"/>
                      <a:pt x="750469" y="687266"/>
                      <a:pt x="766066" y="686493"/>
                    </a:cubicBezTo>
                    <a:cubicBezTo>
                      <a:pt x="767285" y="686435"/>
                      <a:pt x="768273" y="686061"/>
                      <a:pt x="769041" y="685497"/>
                    </a:cubicBezTo>
                    <a:cubicBezTo>
                      <a:pt x="781842" y="693886"/>
                      <a:pt x="796468" y="699385"/>
                      <a:pt x="810718" y="705100"/>
                    </a:cubicBezTo>
                    <a:cubicBezTo>
                      <a:pt x="815952" y="707210"/>
                      <a:pt x="821364" y="709876"/>
                      <a:pt x="827108" y="709859"/>
                    </a:cubicBezTo>
                    <a:cubicBezTo>
                      <a:pt x="839407" y="712036"/>
                      <a:pt x="853411" y="708007"/>
                      <a:pt x="864763" y="704759"/>
                    </a:cubicBezTo>
                    <a:cubicBezTo>
                      <a:pt x="877377" y="701154"/>
                      <a:pt x="889804" y="696735"/>
                      <a:pt x="902793" y="694576"/>
                    </a:cubicBezTo>
                    <a:cubicBezTo>
                      <a:pt x="906893" y="693903"/>
                      <a:pt x="910703" y="694252"/>
                      <a:pt x="913856" y="691411"/>
                    </a:cubicBezTo>
                    <a:cubicBezTo>
                      <a:pt x="915501" y="689924"/>
                      <a:pt x="914802" y="687615"/>
                      <a:pt x="913208" y="686493"/>
                    </a:cubicBezTo>
                    <a:cubicBezTo>
                      <a:pt x="908018" y="682830"/>
                      <a:pt x="897952" y="686311"/>
                      <a:pt x="892259" y="687681"/>
                    </a:cubicBezTo>
                    <a:cubicBezTo>
                      <a:pt x="869681" y="693446"/>
                      <a:pt x="847768" y="703139"/>
                      <a:pt x="824006" y="702624"/>
                    </a:cubicBezTo>
                    <a:cubicBezTo>
                      <a:pt x="817051" y="697724"/>
                      <a:pt x="807053" y="695215"/>
                      <a:pt x="799903" y="692167"/>
                    </a:cubicBezTo>
                    <a:cubicBezTo>
                      <a:pt x="789146" y="687590"/>
                      <a:pt x="778561" y="682498"/>
                      <a:pt x="769254" y="675496"/>
                    </a:cubicBezTo>
                    <a:cubicBezTo>
                      <a:pt x="781927" y="660502"/>
                      <a:pt x="806576" y="671658"/>
                      <a:pt x="823162" y="673909"/>
                    </a:cubicBezTo>
                    <a:cubicBezTo>
                      <a:pt x="835495" y="675587"/>
                      <a:pt x="847300" y="673560"/>
                      <a:pt x="859044" y="669814"/>
                    </a:cubicBezTo>
                    <a:cubicBezTo>
                      <a:pt x="871727" y="665769"/>
                      <a:pt x="884733" y="661616"/>
                      <a:pt x="897006" y="656482"/>
                    </a:cubicBezTo>
                    <a:cubicBezTo>
                      <a:pt x="905214" y="654323"/>
                      <a:pt x="913208" y="649422"/>
                      <a:pt x="919337" y="645102"/>
                    </a:cubicBezTo>
                    <a:cubicBezTo>
                      <a:pt x="926922" y="639653"/>
                      <a:pt x="934013" y="633889"/>
                      <a:pt x="942034" y="629046"/>
                    </a:cubicBezTo>
                    <a:cubicBezTo>
                      <a:pt x="942980" y="628473"/>
                      <a:pt x="944173" y="629204"/>
                      <a:pt x="944045" y="630284"/>
                    </a:cubicBezTo>
                    <a:cubicBezTo>
                      <a:pt x="942153" y="646182"/>
                      <a:pt x="950591" y="661317"/>
                      <a:pt x="962148" y="671126"/>
                    </a:cubicBezTo>
                    <a:cubicBezTo>
                      <a:pt x="966324" y="674781"/>
                      <a:pt x="972827" y="681393"/>
                      <a:pt x="979049" y="681260"/>
                    </a:cubicBezTo>
                    <a:cubicBezTo>
                      <a:pt x="1039759" y="690090"/>
                      <a:pt x="1085025" y="697890"/>
                      <a:pt x="1101126" y="764159"/>
                    </a:cubicBezTo>
                    <a:cubicBezTo>
                      <a:pt x="1102668" y="770239"/>
                      <a:pt x="1103938" y="776377"/>
                      <a:pt x="1105106" y="782541"/>
                    </a:cubicBezTo>
                    <a:cubicBezTo>
                      <a:pt x="1106171" y="788148"/>
                      <a:pt x="1106384" y="794892"/>
                      <a:pt x="1109001" y="800142"/>
                    </a:cubicBezTo>
                    <a:cubicBezTo>
                      <a:pt x="1102753" y="822420"/>
                      <a:pt x="1092730" y="845146"/>
                      <a:pt x="1069172" y="854159"/>
                    </a:cubicBezTo>
                    <a:close/>
                  </a:path>
                </a:pathLst>
              </a:custGeom>
              <a:solidFill>
                <a:srgbClr val="000000"/>
              </a:solidFill>
              <a:ln w="85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6BCDEA46-05F6-D58D-7903-1E117C286E04}"/>
                  </a:ext>
                </a:extLst>
              </p:cNvPr>
              <p:cNvSpPr/>
              <p:nvPr/>
            </p:nvSpPr>
            <p:spPr>
              <a:xfrm>
                <a:off x="21494765" y="10054584"/>
                <a:ext cx="66295" cy="257337"/>
              </a:xfrm>
              <a:custGeom>
                <a:avLst/>
                <a:gdLst>
                  <a:gd name="connsiteX0" fmla="*/ 50519 w 66295"/>
                  <a:gd name="connsiteY0" fmla="*/ 180039 h 257337"/>
                  <a:gd name="connsiteX1" fmla="*/ 42124 w 66295"/>
                  <a:gd name="connsiteY1" fmla="*/ 233325 h 257337"/>
                  <a:gd name="connsiteX2" fmla="*/ 38800 w 66295"/>
                  <a:gd name="connsiteY2" fmla="*/ 251881 h 257337"/>
                  <a:gd name="connsiteX3" fmla="*/ 49658 w 66295"/>
                  <a:gd name="connsiteY3" fmla="*/ 254747 h 257337"/>
                  <a:gd name="connsiteX4" fmla="*/ 61540 w 66295"/>
                  <a:gd name="connsiteY4" fmla="*/ 220757 h 257337"/>
                  <a:gd name="connsiteX5" fmla="*/ 55156 w 66295"/>
                  <a:gd name="connsiteY5" fmla="*/ 114061 h 257337"/>
                  <a:gd name="connsiteX6" fmla="*/ 5415 w 66295"/>
                  <a:gd name="connsiteY6" fmla="*/ 1766 h 257337"/>
                  <a:gd name="connsiteX7" fmla="*/ 514 w 66295"/>
                  <a:gd name="connsiteY7" fmla="*/ 1766 h 257337"/>
                  <a:gd name="connsiteX8" fmla="*/ 50519 w 66295"/>
                  <a:gd name="connsiteY8" fmla="*/ 180039 h 257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295" h="257337">
                    <a:moveTo>
                      <a:pt x="50519" y="180039"/>
                    </a:moveTo>
                    <a:cubicBezTo>
                      <a:pt x="50212" y="198080"/>
                      <a:pt x="47016" y="215956"/>
                      <a:pt x="42124" y="233325"/>
                    </a:cubicBezTo>
                    <a:cubicBezTo>
                      <a:pt x="40198" y="239447"/>
                      <a:pt x="38033" y="245386"/>
                      <a:pt x="38800" y="251881"/>
                    </a:cubicBezTo>
                    <a:cubicBezTo>
                      <a:pt x="38877" y="257962"/>
                      <a:pt x="46351" y="259025"/>
                      <a:pt x="49658" y="254747"/>
                    </a:cubicBezTo>
                    <a:cubicBezTo>
                      <a:pt x="57031" y="244912"/>
                      <a:pt x="58591" y="232394"/>
                      <a:pt x="61540" y="220757"/>
                    </a:cubicBezTo>
                    <a:cubicBezTo>
                      <a:pt x="69594" y="185330"/>
                      <a:pt x="67386" y="148317"/>
                      <a:pt x="55156" y="114061"/>
                    </a:cubicBezTo>
                    <a:cubicBezTo>
                      <a:pt x="40820" y="75619"/>
                      <a:pt x="17228" y="41238"/>
                      <a:pt x="5415" y="1766"/>
                    </a:cubicBezTo>
                    <a:cubicBezTo>
                      <a:pt x="4699" y="-302"/>
                      <a:pt x="889" y="-859"/>
                      <a:pt x="514" y="1766"/>
                    </a:cubicBezTo>
                    <a:cubicBezTo>
                      <a:pt x="-6151" y="61091"/>
                      <a:pt x="54227" y="104226"/>
                      <a:pt x="50519" y="180039"/>
                    </a:cubicBezTo>
                    <a:close/>
                  </a:path>
                </a:pathLst>
              </a:custGeom>
              <a:solidFill>
                <a:srgbClr val="000000"/>
              </a:solidFill>
              <a:ln w="85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pic>
        <p:nvPicPr>
          <p:cNvPr id="192" name="Graphic 191" descr="Woman with short afro">
            <a:extLst>
              <a:ext uri="{FF2B5EF4-FFF2-40B4-BE49-F238E27FC236}">
                <a16:creationId xmlns:a16="http://schemas.microsoft.com/office/drawing/2014/main" id="{3A711B89-1112-0CF8-CE7D-90D91B22053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81319" y="10689019"/>
            <a:ext cx="797889" cy="806058"/>
          </a:xfrm>
          <a:prstGeom prst="rect">
            <a:avLst/>
          </a:prstGeom>
        </p:spPr>
      </p:pic>
      <p:pic>
        <p:nvPicPr>
          <p:cNvPr id="193" name="Graphic 192" descr="A smiling face">
            <a:extLst>
              <a:ext uri="{FF2B5EF4-FFF2-40B4-BE49-F238E27FC236}">
                <a16:creationId xmlns:a16="http://schemas.microsoft.com/office/drawing/2014/main" id="{8B67AA2B-8451-B4E4-B9FE-76BD223CA21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83725" y="11055949"/>
            <a:ext cx="304925" cy="306460"/>
          </a:xfrm>
          <a:prstGeom prst="rect">
            <a:avLst/>
          </a:prstGeom>
        </p:spPr>
      </p:pic>
      <p:pic>
        <p:nvPicPr>
          <p:cNvPr id="194" name="Graphic 193" descr="Thick eyeglasses">
            <a:extLst>
              <a:ext uri="{FF2B5EF4-FFF2-40B4-BE49-F238E27FC236}">
                <a16:creationId xmlns:a16="http://schemas.microsoft.com/office/drawing/2014/main" id="{C6EC6054-4311-A636-5C53-709386CD9B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7971" y="11100667"/>
            <a:ext cx="552483" cy="184837"/>
          </a:xfrm>
          <a:prstGeom prst="rect">
            <a:avLst/>
          </a:prstGeom>
        </p:spPr>
      </p:pic>
      <p:sp>
        <p:nvSpPr>
          <p:cNvPr id="195" name="TextBox 194">
            <a:extLst>
              <a:ext uri="{FF2B5EF4-FFF2-40B4-BE49-F238E27FC236}">
                <a16:creationId xmlns:a16="http://schemas.microsoft.com/office/drawing/2014/main" id="{A50FD1C5-BBC4-37C1-6489-05AE9E3B44CD}"/>
              </a:ext>
            </a:extLst>
          </p:cNvPr>
          <p:cNvSpPr txBox="1"/>
          <p:nvPr/>
        </p:nvSpPr>
        <p:spPr>
          <a:xfrm>
            <a:off x="3833889" y="12731351"/>
            <a:ext cx="12600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solidFill>
                  <a:srgbClr val="72DBDE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T1</a:t>
            </a:r>
            <a:br>
              <a:rPr lang="en-GB" sz="1800" dirty="0">
                <a:solidFill>
                  <a:schemeClr val="bg1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</a:br>
            <a:r>
              <a:rPr lang="en-GB" sz="1800" dirty="0">
                <a:solidFill>
                  <a:schemeClr val="bg1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White female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750DAEB0-D19B-FC1C-A244-CAEDB9177923}"/>
              </a:ext>
            </a:extLst>
          </p:cNvPr>
          <p:cNvSpPr txBox="1"/>
          <p:nvPr/>
        </p:nvSpPr>
        <p:spPr>
          <a:xfrm>
            <a:off x="4865380" y="12756136"/>
            <a:ext cx="1021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800">
                <a:solidFill>
                  <a:schemeClr val="bg1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GB" dirty="0">
                <a:solidFill>
                  <a:srgbClr val="FD595D"/>
                </a:solidFill>
              </a:rPr>
              <a:t>T2</a:t>
            </a:r>
            <a:br>
              <a:rPr lang="en-GB" dirty="0"/>
            </a:br>
            <a:r>
              <a:rPr lang="en-GB" dirty="0"/>
              <a:t>AA female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51ADBAB3-E940-06E4-CAC6-62E60567384B}"/>
              </a:ext>
            </a:extLst>
          </p:cNvPr>
          <p:cNvSpPr txBox="1"/>
          <p:nvPr/>
        </p:nvSpPr>
        <p:spPr>
          <a:xfrm>
            <a:off x="5712621" y="12760191"/>
            <a:ext cx="10135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800">
                <a:solidFill>
                  <a:schemeClr val="bg1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GB" dirty="0">
                <a:solidFill>
                  <a:srgbClr val="72DBDE"/>
                </a:solidFill>
              </a:rPr>
              <a:t>T3</a:t>
            </a:r>
            <a:br>
              <a:rPr lang="en-GB" dirty="0"/>
            </a:br>
            <a:r>
              <a:rPr lang="en-GB" dirty="0"/>
              <a:t>White male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E5224E92-E22C-9133-34A6-8C7EA19C3B4E}"/>
              </a:ext>
            </a:extLst>
          </p:cNvPr>
          <p:cNvSpPr txBox="1"/>
          <p:nvPr/>
        </p:nvSpPr>
        <p:spPr>
          <a:xfrm>
            <a:off x="6482618" y="12763560"/>
            <a:ext cx="9780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solidFill>
                  <a:srgbClr val="FD595D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T4</a:t>
            </a:r>
            <a:br>
              <a:rPr lang="en-GB" sz="1800" dirty="0">
                <a:solidFill>
                  <a:schemeClr val="bg1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</a:br>
            <a:r>
              <a:rPr lang="en-GB" sz="1800" dirty="0">
                <a:solidFill>
                  <a:schemeClr val="bg1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AA* male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DB5BAAE4-7EF1-3A23-7357-694AFFF76E21}"/>
              </a:ext>
            </a:extLst>
          </p:cNvPr>
          <p:cNvSpPr/>
          <p:nvPr/>
        </p:nvSpPr>
        <p:spPr>
          <a:xfrm>
            <a:off x="8840479" y="13205006"/>
            <a:ext cx="2327733" cy="2297987"/>
          </a:xfrm>
          <a:prstGeom prst="ellipse">
            <a:avLst/>
          </a:prstGeom>
          <a:solidFill>
            <a:srgbClr val="FCC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rgbClr val="0A292E"/>
                </a:solidFill>
                <a:latin typeface="Avenir Next LT Pro Light" panose="020B0304020202020204" pitchFamily="34" charset="0"/>
                <a:cs typeface="Times New Roman" panose="02020603050405020304" pitchFamily="18" charset="0"/>
              </a:rPr>
              <a:t>Host evaluates offer</a:t>
            </a:r>
          </a:p>
        </p:txBody>
      </p:sp>
      <p:cxnSp>
        <p:nvCxnSpPr>
          <p:cNvPr id="203" name="Connector: Curved 202">
            <a:extLst>
              <a:ext uri="{FF2B5EF4-FFF2-40B4-BE49-F238E27FC236}">
                <a16:creationId xmlns:a16="http://schemas.microsoft.com/office/drawing/2014/main" id="{D5C9F93F-86AA-940A-DBE0-E80153C74E17}"/>
              </a:ext>
            </a:extLst>
          </p:cNvPr>
          <p:cNvCxnSpPr>
            <a:cxnSpLocks/>
            <a:stCxn id="201" idx="4"/>
            <a:endCxn id="202" idx="2"/>
          </p:cNvCxnSpPr>
          <p:nvPr/>
        </p:nvCxnSpPr>
        <p:spPr>
          <a:xfrm rot="16200000" flipH="1">
            <a:off x="8243215" y="13756736"/>
            <a:ext cx="911638" cy="282889"/>
          </a:xfrm>
          <a:prstGeom prst="curvedConnector2">
            <a:avLst/>
          </a:prstGeom>
          <a:ln w="57150" cap="rnd">
            <a:solidFill>
              <a:srgbClr val="FCC0A3"/>
            </a:solidFill>
            <a:round/>
            <a:headEnd type="oval" w="sm" len="med"/>
            <a:tailEnd type="oval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: Curved 203">
            <a:extLst>
              <a:ext uri="{FF2B5EF4-FFF2-40B4-BE49-F238E27FC236}">
                <a16:creationId xmlns:a16="http://schemas.microsoft.com/office/drawing/2014/main" id="{1DA38749-1B12-106D-C631-82F177A4161E}"/>
              </a:ext>
            </a:extLst>
          </p:cNvPr>
          <p:cNvCxnSpPr>
            <a:cxnSpLocks/>
            <a:stCxn id="205" idx="4"/>
            <a:endCxn id="202" idx="6"/>
          </p:cNvCxnSpPr>
          <p:nvPr/>
        </p:nvCxnSpPr>
        <p:spPr>
          <a:xfrm rot="5400000">
            <a:off x="10886237" y="13724337"/>
            <a:ext cx="911638" cy="347688"/>
          </a:xfrm>
          <a:prstGeom prst="curvedConnector2">
            <a:avLst/>
          </a:prstGeom>
          <a:ln w="57150" cap="rnd">
            <a:solidFill>
              <a:srgbClr val="FCC0A3"/>
            </a:solidFill>
            <a:round/>
            <a:headEnd type="oval" w="sm" len="med"/>
            <a:tailEnd type="oval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Oval 204">
            <a:extLst>
              <a:ext uri="{FF2B5EF4-FFF2-40B4-BE49-F238E27FC236}">
                <a16:creationId xmlns:a16="http://schemas.microsoft.com/office/drawing/2014/main" id="{0177B2A3-BC21-CD67-019B-9AB72BE4EB14}"/>
              </a:ext>
            </a:extLst>
          </p:cNvPr>
          <p:cNvSpPr/>
          <p:nvPr/>
        </p:nvSpPr>
        <p:spPr>
          <a:xfrm>
            <a:off x="10352033" y="11144375"/>
            <a:ext cx="2327733" cy="2297987"/>
          </a:xfrm>
          <a:prstGeom prst="ellipse">
            <a:avLst/>
          </a:prstGeom>
          <a:solidFill>
            <a:srgbClr val="E88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venir Next LT Pro Light" panose="020B0304020202020204" pitchFamily="34" charset="0"/>
                <a:cs typeface="Times New Roman" panose="02020603050405020304" pitchFamily="18" charset="0"/>
              </a:rPr>
              <a:t>Effective rental or rejection</a:t>
            </a:r>
          </a:p>
        </p:txBody>
      </p:sp>
      <p:cxnSp>
        <p:nvCxnSpPr>
          <p:cNvPr id="207" name="Connector: Curved 206">
            <a:extLst>
              <a:ext uri="{FF2B5EF4-FFF2-40B4-BE49-F238E27FC236}">
                <a16:creationId xmlns:a16="http://schemas.microsoft.com/office/drawing/2014/main" id="{92B6A261-BE52-55C6-BAE9-D9437FB6CF01}"/>
              </a:ext>
            </a:extLst>
          </p:cNvPr>
          <p:cNvCxnSpPr>
            <a:cxnSpLocks/>
            <a:stCxn id="205" idx="4"/>
          </p:cNvCxnSpPr>
          <p:nvPr/>
        </p:nvCxnSpPr>
        <p:spPr>
          <a:xfrm rot="16200000" flipH="1">
            <a:off x="11259282" y="13698979"/>
            <a:ext cx="911637" cy="398401"/>
          </a:xfrm>
          <a:prstGeom prst="curvedConnector2">
            <a:avLst/>
          </a:prstGeom>
          <a:ln w="57150" cap="rnd">
            <a:solidFill>
              <a:srgbClr val="E88D83"/>
            </a:solidFill>
            <a:round/>
            <a:headEnd type="oval" w="sm" len="med"/>
            <a:tailEnd type="oval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3134AC30-F9C8-D1D6-A4C1-306D9ACCCA03}"/>
              </a:ext>
            </a:extLst>
          </p:cNvPr>
          <p:cNvGrpSpPr/>
          <p:nvPr/>
        </p:nvGrpSpPr>
        <p:grpSpPr>
          <a:xfrm>
            <a:off x="1107306" y="13205005"/>
            <a:ext cx="2327733" cy="2297987"/>
            <a:chOff x="15885632" y="14655090"/>
            <a:chExt cx="1799999" cy="1800001"/>
          </a:xfrm>
        </p:grpSpPr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13126F86-0A77-8D9E-CF61-147E3BDFC7E4}"/>
                </a:ext>
              </a:extLst>
            </p:cNvPr>
            <p:cNvSpPr/>
            <p:nvPr/>
          </p:nvSpPr>
          <p:spPr>
            <a:xfrm>
              <a:off x="15885632" y="14655090"/>
              <a:ext cx="1799999" cy="1800001"/>
            </a:xfrm>
            <a:prstGeom prst="ellipse">
              <a:avLst/>
            </a:prstGeom>
            <a:solidFill>
              <a:srgbClr val="FEF6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2400" dirty="0">
                <a:solidFill>
                  <a:srgbClr val="0A292E"/>
                </a:solidFill>
                <a:latin typeface="Avenir Next LT Pro Light" panose="020B0304020202020204" pitchFamily="34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2400" dirty="0">
                  <a:solidFill>
                    <a:srgbClr val="0A292E"/>
                  </a:solidFill>
                  <a:latin typeface="Avenir Next LT Pro Light" panose="020B0304020202020204" pitchFamily="34" charset="0"/>
                  <a:cs typeface="Times New Roman" panose="02020603050405020304" pitchFamily="18" charset="0"/>
                </a:rPr>
                <a:t>Random guest</a:t>
              </a:r>
            </a:p>
            <a:p>
              <a:pPr algn="ctr"/>
              <a:r>
                <a:rPr lang="en-US" sz="2400" dirty="0">
                  <a:solidFill>
                    <a:srgbClr val="0A292E"/>
                  </a:solidFill>
                  <a:latin typeface="Avenir Next LT Pro Light" panose="020B0304020202020204" pitchFamily="34" charset="0"/>
                  <a:cs typeface="Times New Roman" panose="02020603050405020304" pitchFamily="18" charset="0"/>
                </a:rPr>
                <a:t>allocation</a:t>
              </a:r>
            </a:p>
          </p:txBody>
        </p:sp>
        <p:pic>
          <p:nvPicPr>
            <p:cNvPr id="212" name="Graphic 211" descr="Dice outline">
              <a:extLst>
                <a:ext uri="{FF2B5EF4-FFF2-40B4-BE49-F238E27FC236}">
                  <a16:creationId xmlns:a16="http://schemas.microsoft.com/office/drawing/2014/main" id="{94D3731C-5407-F146-21F8-B56D4858D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6538145" y="14763965"/>
              <a:ext cx="530224" cy="530224"/>
            </a:xfrm>
            <a:prstGeom prst="rect">
              <a:avLst/>
            </a:prstGeom>
          </p:spPr>
        </p:pic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53357C0-A1E8-127B-D0D4-B072B293D5C3}"/>
              </a:ext>
            </a:extLst>
          </p:cNvPr>
          <p:cNvCxnSpPr>
            <a:cxnSpLocks/>
            <a:endCxn id="201" idx="2"/>
          </p:cNvCxnSpPr>
          <p:nvPr/>
        </p:nvCxnSpPr>
        <p:spPr>
          <a:xfrm>
            <a:off x="4510221" y="12293369"/>
            <a:ext cx="2883502" cy="0"/>
          </a:xfrm>
          <a:prstGeom prst="line">
            <a:avLst/>
          </a:prstGeom>
          <a:ln w="57150" cap="rnd">
            <a:solidFill>
              <a:srgbClr val="FEF6E9"/>
            </a:solidFill>
            <a:round/>
            <a:headEnd type="none" w="sm" len="med"/>
            <a:tailEnd type="oval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Oval 200">
            <a:extLst>
              <a:ext uri="{FF2B5EF4-FFF2-40B4-BE49-F238E27FC236}">
                <a16:creationId xmlns:a16="http://schemas.microsoft.com/office/drawing/2014/main" id="{F0E97E2A-A6F8-E65F-8C06-630ACDF51B53}"/>
              </a:ext>
            </a:extLst>
          </p:cNvPr>
          <p:cNvSpPr/>
          <p:nvPr/>
        </p:nvSpPr>
        <p:spPr>
          <a:xfrm>
            <a:off x="7393723" y="11144375"/>
            <a:ext cx="2327733" cy="2297987"/>
          </a:xfrm>
          <a:prstGeom prst="ellipse">
            <a:avLst/>
          </a:prstGeom>
          <a:solidFill>
            <a:srgbClr val="FCC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rgbClr val="0A292E"/>
                </a:solidFill>
                <a:latin typeface="Avenir Next LT Pro Light" panose="020B0304020202020204" pitchFamily="34" charset="0"/>
                <a:cs typeface="Times New Roman" panose="02020603050405020304" pitchFamily="18" charset="0"/>
              </a:rPr>
              <a:t>Guest message to host</a:t>
            </a:r>
          </a:p>
        </p:txBody>
      </p: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D12E8651-E703-DCDE-1A0D-4817C64D1BA4}"/>
              </a:ext>
            </a:extLst>
          </p:cNvPr>
          <p:cNvGrpSpPr/>
          <p:nvPr/>
        </p:nvGrpSpPr>
        <p:grpSpPr>
          <a:xfrm>
            <a:off x="1107308" y="7681360"/>
            <a:ext cx="2327733" cy="2297987"/>
            <a:chOff x="16569867" y="12850573"/>
            <a:chExt cx="2327733" cy="2297987"/>
          </a:xfrm>
        </p:grpSpPr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07B00BC1-2286-2F8A-5E99-7CE08BAD9F98}"/>
                </a:ext>
              </a:extLst>
            </p:cNvPr>
            <p:cNvSpPr/>
            <p:nvPr/>
          </p:nvSpPr>
          <p:spPr>
            <a:xfrm>
              <a:off x="16569867" y="12850573"/>
              <a:ext cx="2327733" cy="2297987"/>
            </a:xfrm>
            <a:prstGeom prst="ellipse">
              <a:avLst/>
            </a:prstGeom>
            <a:solidFill>
              <a:srgbClr val="FEF6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2400" dirty="0">
                <a:solidFill>
                  <a:srgbClr val="0A292E"/>
                </a:solidFill>
                <a:latin typeface="Avenir Next LT Pro Light" panose="020B0304020202020204" pitchFamily="34" charset="0"/>
                <a:cs typeface="Times New Roman" panose="02020603050405020304" pitchFamily="18" charset="0"/>
              </a:endParaRPr>
            </a:p>
            <a:p>
              <a:pPr algn="ctr"/>
              <a:endParaRPr lang="en-US" sz="2400" dirty="0">
                <a:solidFill>
                  <a:srgbClr val="0A292E"/>
                </a:solidFill>
                <a:latin typeface="Avenir Next LT Pro Light" panose="020B0304020202020204" pitchFamily="34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2400" dirty="0">
                  <a:solidFill>
                    <a:srgbClr val="0A292E"/>
                  </a:solidFill>
                  <a:latin typeface="Avenir Next LT Pro Light" panose="020B0304020202020204" pitchFamily="34" charset="0"/>
                  <a:cs typeface="Times New Roman" panose="02020603050405020304" pitchFamily="18" charset="0"/>
                </a:rPr>
                <a:t>Available listing</a:t>
              </a:r>
            </a:p>
          </p:txBody>
        </p:sp>
        <p:pic>
          <p:nvPicPr>
            <p:cNvPr id="199" name="Picture 2" descr="Airbnb Logo PNG Transparent &amp; SVG Vector - Freebie Supply">
              <a:extLst>
                <a:ext uri="{FF2B5EF4-FFF2-40B4-BE49-F238E27FC236}">
                  <a16:creationId xmlns:a16="http://schemas.microsoft.com/office/drawing/2014/main" id="{E828133D-32EA-3F6D-D1D7-9A20F494C5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76074" y="13189815"/>
              <a:ext cx="715317" cy="7006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63A6A823-229B-CF86-0942-FC2C6FD29154}"/>
              </a:ext>
            </a:extLst>
          </p:cNvPr>
          <p:cNvCxnSpPr>
            <a:cxnSpLocks/>
            <a:stCxn id="213" idx="4"/>
          </p:cNvCxnSpPr>
          <p:nvPr/>
        </p:nvCxnSpPr>
        <p:spPr>
          <a:xfrm flipH="1">
            <a:off x="2271173" y="9979347"/>
            <a:ext cx="2" cy="3225658"/>
          </a:xfrm>
          <a:prstGeom prst="line">
            <a:avLst/>
          </a:prstGeom>
          <a:ln w="57150" cap="rnd">
            <a:solidFill>
              <a:srgbClr val="FEF6E9"/>
            </a:solidFill>
            <a:round/>
            <a:headEnd type="oval" w="sm" len="med"/>
            <a:tailEnd type="oval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TextBox 294">
            <a:extLst>
              <a:ext uri="{FF2B5EF4-FFF2-40B4-BE49-F238E27FC236}">
                <a16:creationId xmlns:a16="http://schemas.microsoft.com/office/drawing/2014/main" id="{FA198418-12D5-490C-83F6-B82870CDCA1D}"/>
              </a:ext>
            </a:extLst>
          </p:cNvPr>
          <p:cNvSpPr txBox="1"/>
          <p:nvPr/>
        </p:nvSpPr>
        <p:spPr>
          <a:xfrm>
            <a:off x="4320749" y="11254452"/>
            <a:ext cx="25424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600" dirty="0">
                <a:solidFill>
                  <a:srgbClr val="FEF6E9"/>
                </a:solidFill>
                <a:latin typeface="Avenir Next LT Pro Demi" panose="020B0704020202020204" pitchFamily="34" charset="0"/>
                <a:cs typeface="Arial" panose="020B0604020202020204" pitchFamily="34" charset="0"/>
              </a:rPr>
              <a:t>=</a:t>
            </a:r>
            <a:endParaRPr lang="en-GB" sz="2000" dirty="0">
              <a:solidFill>
                <a:srgbClr val="FEF6E9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C449F11D-38E4-3262-79CA-74F86F9C7D34}"/>
              </a:ext>
            </a:extLst>
          </p:cNvPr>
          <p:cNvSpPr txBox="1"/>
          <p:nvPr/>
        </p:nvSpPr>
        <p:spPr>
          <a:xfrm>
            <a:off x="4282888" y="8154293"/>
            <a:ext cx="98143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>
              <a:lnSpc>
                <a:spcPct val="150000"/>
              </a:lnSpc>
              <a:spcAft>
                <a:spcPts val="800"/>
              </a:spcAft>
              <a:buClr>
                <a:srgbClr val="72DBDE"/>
              </a:buClr>
              <a:buSzPct val="200000"/>
              <a:buFont typeface="Arial" panose="020B0604020202020204" pitchFamily="34" charset="0"/>
              <a:buChar char="•"/>
              <a:defRPr sz="230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The study’s identification strategy was grounded on the intuition that, </a:t>
            </a:r>
            <a:r>
              <a:rPr lang="en-US" dirty="0">
                <a:solidFill>
                  <a:srgbClr val="72DBDE"/>
                </a:solidFill>
                <a:latin typeface="Avenir Next LT Pro Demi" panose="020B0704020202020204" pitchFamily="34" charset="0"/>
              </a:rPr>
              <a:t>given guest-host paring randomization</a:t>
            </a:r>
            <a:r>
              <a:rPr lang="en-US" dirty="0"/>
              <a:t>, if requests from black guests are, on average, rejected more than those of white guests </a:t>
            </a:r>
            <a:r>
              <a:rPr lang="en-US" dirty="0">
                <a:solidFill>
                  <a:srgbClr val="72DBDE"/>
                </a:solidFill>
                <a:latin typeface="Avenir Next LT Pro Demi" panose="020B0704020202020204" pitchFamily="34" charset="0"/>
              </a:rPr>
              <a:t>with all other features equal except the implied race in their account name</a:t>
            </a:r>
            <a:r>
              <a:rPr lang="en-US" dirty="0"/>
              <a:t>, then, there could be evidence for is </a:t>
            </a:r>
            <a:r>
              <a:rPr lang="en-US" dirty="0">
                <a:solidFill>
                  <a:srgbClr val="FE595C"/>
                </a:solidFill>
                <a:latin typeface="Avenir Next LT Pro Demi" panose="020B0704020202020204" pitchFamily="34" charset="0"/>
              </a:rPr>
              <a:t>racial discrimination in the hosts' decisions to rent</a:t>
            </a:r>
            <a:r>
              <a:rPr lang="en-US" dirty="0"/>
              <a:t>.</a:t>
            </a:r>
            <a:endParaRPr lang="en-GB" dirty="0"/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A51BD0A6-AFD3-1221-1638-FB31F88EA441}"/>
              </a:ext>
            </a:extLst>
          </p:cNvPr>
          <p:cNvSpPr txBox="1"/>
          <p:nvPr/>
        </p:nvSpPr>
        <p:spPr>
          <a:xfrm>
            <a:off x="468843" y="6718040"/>
            <a:ext cx="131397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72DBDE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</a:rPr>
              <a:t>⭐</a:t>
            </a:r>
            <a:r>
              <a:rPr lang="en-GB" sz="3000" dirty="0">
                <a:solidFill>
                  <a:srgbClr val="F8F0E9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</a:rPr>
              <a:t> Quasi experimental design: all things equal, except names</a:t>
            </a:r>
            <a:endParaRPr lang="en-GB" sz="3000" dirty="0">
              <a:solidFill>
                <a:srgbClr val="F8F0E9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02413AC2-9778-EECD-2964-4C5A67E21CB4}"/>
              </a:ext>
            </a:extLst>
          </p:cNvPr>
          <p:cNvSpPr txBox="1"/>
          <p:nvPr/>
        </p:nvSpPr>
        <p:spPr>
          <a:xfrm>
            <a:off x="8441116" y="34681458"/>
            <a:ext cx="552155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800"/>
              </a:spcAft>
              <a:buClr>
                <a:srgbClr val="72DBDE"/>
              </a:buClr>
              <a:buSzPct val="200000"/>
              <a:buFont typeface="Arial" panose="020B0604020202020204" pitchFamily="34" charset="0"/>
              <a:buChar char="•"/>
            </a:pPr>
            <a:r>
              <a:rPr lang="en-GB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In the male host subsample the overall effect increases up to </a:t>
            </a:r>
            <a:r>
              <a:rPr lang="en-GB" sz="2300" dirty="0">
                <a:solidFill>
                  <a:srgbClr val="72DBDE"/>
                </a:solidFill>
                <a:latin typeface="Avenir Next LT Pro Demi" panose="020B0704020202020204" pitchFamily="34" charset="0"/>
                <a:cs typeface="Arial" panose="020B0604020202020204" pitchFamily="34" charset="0"/>
              </a:rPr>
              <a:t>11pp</a:t>
            </a:r>
            <a:r>
              <a:rPr lang="en-GB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, yet the effect is no longer statistically relevant. </a:t>
            </a:r>
          </a:p>
        </p:txBody>
      </p:sp>
      <p:cxnSp>
        <p:nvCxnSpPr>
          <p:cNvPr id="308" name="Connector: Curved 307">
            <a:extLst>
              <a:ext uri="{FF2B5EF4-FFF2-40B4-BE49-F238E27FC236}">
                <a16:creationId xmlns:a16="http://schemas.microsoft.com/office/drawing/2014/main" id="{E42A49E1-9DC7-D8EC-0CB5-6856451A7B0E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94150" y="12286653"/>
            <a:ext cx="1424236" cy="1254884"/>
          </a:xfrm>
          <a:prstGeom prst="curvedConnector2">
            <a:avLst/>
          </a:prstGeom>
          <a:ln w="57150" cap="rnd">
            <a:solidFill>
              <a:srgbClr val="FEF6E9"/>
            </a:solidFill>
            <a:round/>
            <a:headEnd type="non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TextBox 326">
            <a:extLst>
              <a:ext uri="{FF2B5EF4-FFF2-40B4-BE49-F238E27FC236}">
                <a16:creationId xmlns:a16="http://schemas.microsoft.com/office/drawing/2014/main" id="{81D815EB-BE02-9F86-778C-2ED117209D07}"/>
              </a:ext>
            </a:extLst>
          </p:cNvPr>
          <p:cNvSpPr txBox="1"/>
          <p:nvPr/>
        </p:nvSpPr>
        <p:spPr>
          <a:xfrm>
            <a:off x="926973" y="16504507"/>
            <a:ext cx="106498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F8F0E9"/>
                </a:solidFill>
                <a:latin typeface="Avenir Next LT Pro Demi" panose="020B0704020202020204" pitchFamily="34" charset="0"/>
              </a:rPr>
              <a:t>Racial discrimination is persistent in the Airbnb market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B3A8E698-7AC0-A1AE-1454-7DC778D13307}"/>
              </a:ext>
            </a:extLst>
          </p:cNvPr>
          <p:cNvSpPr txBox="1"/>
          <p:nvPr/>
        </p:nvSpPr>
        <p:spPr>
          <a:xfrm>
            <a:off x="24038143" y="16035593"/>
            <a:ext cx="5303438" cy="5341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GB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There was a general absence of homophily when studying acceptance rates in gender-race groups, as only black women reported high effective rental responses over request from other black women. Surprisingly</a:t>
            </a:r>
            <a:r>
              <a:rPr lang="en-GB" sz="2300" b="1" dirty="0">
                <a:solidFill>
                  <a:srgbClr val="72DBDE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, homophily is not present male in African American hosts</a:t>
            </a:r>
            <a:r>
              <a:rPr lang="en-GB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, who reported an acceptance gap of 25 pp favouring white retentive to black guests.</a:t>
            </a:r>
          </a:p>
        </p:txBody>
      </p:sp>
      <p:pic>
        <p:nvPicPr>
          <p:cNvPr id="1026" name="Picture 2" descr="About | LSE Government Blog">
            <a:extLst>
              <a:ext uri="{FF2B5EF4-FFF2-40B4-BE49-F238E27FC236}">
                <a16:creationId xmlns:a16="http://schemas.microsoft.com/office/drawing/2014/main" id="{135256D0-6AD5-CBBC-723C-627D99D98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89" y="41533953"/>
            <a:ext cx="2905706" cy="985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ithub Icon White #5865 - Free Icons Library">
            <a:extLst>
              <a:ext uri="{FF2B5EF4-FFF2-40B4-BE49-F238E27FC236}">
                <a16:creationId xmlns:a16="http://schemas.microsoft.com/office/drawing/2014/main" id="{5F05050A-C7E9-F1FC-E02C-3A61DE78F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771" y="41190143"/>
            <a:ext cx="1538388" cy="153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6" name="TextBox 335">
            <a:extLst>
              <a:ext uri="{FF2B5EF4-FFF2-40B4-BE49-F238E27FC236}">
                <a16:creationId xmlns:a16="http://schemas.microsoft.com/office/drawing/2014/main" id="{B8E9B429-417D-795E-B4AB-ABC0DC39CF08}"/>
              </a:ext>
            </a:extLst>
          </p:cNvPr>
          <p:cNvSpPr txBox="1"/>
          <p:nvPr/>
        </p:nvSpPr>
        <p:spPr>
          <a:xfrm>
            <a:off x="7673629" y="41557540"/>
            <a:ext cx="3512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GB" sz="1800" dirty="0">
                <a:solidFill>
                  <a:schemeClr val="bg1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Replication codes, anonymised data tables, and graphs available at GitHub. </a:t>
            </a:r>
          </a:p>
        </p:txBody>
      </p:sp>
      <p:pic>
        <p:nvPicPr>
          <p:cNvPr id="1209" name="Picture 1208">
            <a:extLst>
              <a:ext uri="{FF2B5EF4-FFF2-40B4-BE49-F238E27FC236}">
                <a16:creationId xmlns:a16="http://schemas.microsoft.com/office/drawing/2014/main" id="{21CC8EA1-452E-3AE7-AD3D-76EAAFB7DF3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11371" y="41489419"/>
            <a:ext cx="1054699" cy="987638"/>
          </a:xfrm>
          <a:prstGeom prst="rect">
            <a:avLst/>
          </a:prstGeom>
        </p:spPr>
      </p:pic>
      <p:sp>
        <p:nvSpPr>
          <p:cNvPr id="290" name="TextBox 289">
            <a:extLst>
              <a:ext uri="{FF2B5EF4-FFF2-40B4-BE49-F238E27FC236}">
                <a16:creationId xmlns:a16="http://schemas.microsoft.com/office/drawing/2014/main" id="{58543190-D7F5-9E6B-72AB-21D1F6460717}"/>
              </a:ext>
            </a:extLst>
          </p:cNvPr>
          <p:cNvSpPr txBox="1"/>
          <p:nvPr/>
        </p:nvSpPr>
        <p:spPr>
          <a:xfrm>
            <a:off x="15914910" y="41692196"/>
            <a:ext cx="13614272" cy="102592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GB" sz="1800" dirty="0">
                <a:solidFill>
                  <a:schemeClr val="bg1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Replication from</a:t>
            </a:r>
            <a:r>
              <a:rPr lang="en-GB" sz="1800" dirty="0">
                <a:solidFill>
                  <a:srgbClr val="72DBDE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800" dirty="0">
                <a:solidFill>
                  <a:srgbClr val="72DBDE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Edelman, B., Luca, M., &amp; Svirsky, D. (2017). </a:t>
            </a:r>
            <a:r>
              <a:rPr lang="en-GB" sz="1800" dirty="0">
                <a:solidFill>
                  <a:schemeClr val="bg1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Racial Discrimination in the Sharing Economy: Evidence from a Field Experiment. </a:t>
            </a:r>
            <a:r>
              <a:rPr lang="en-GB" sz="1800" i="1" dirty="0">
                <a:solidFill>
                  <a:schemeClr val="bg1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American Economic Journal: Applied Economics</a:t>
            </a:r>
            <a:r>
              <a:rPr lang="en-GB" sz="1800" dirty="0">
                <a:solidFill>
                  <a:schemeClr val="bg1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800" i="1" dirty="0">
                <a:solidFill>
                  <a:schemeClr val="bg1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lang="en-GB" sz="1800" dirty="0">
                <a:solidFill>
                  <a:schemeClr val="bg1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(2), 1–22</a:t>
            </a:r>
            <a:r>
              <a:rPr lang="en-GB" sz="1800" dirty="0">
                <a:solidFill>
                  <a:srgbClr val="72DBDE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GB" sz="1800" dirty="0">
                <a:solidFill>
                  <a:srgbClr val="72DBDE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https://doi.org/10.1257/app.20160213</a:t>
            </a:r>
            <a:endParaRPr lang="en-GB" sz="1800" dirty="0">
              <a:solidFill>
                <a:srgbClr val="72DBDE"/>
              </a:solidFill>
              <a:effectLst/>
              <a:latin typeface="Avenir Next LT Pro" panose="020B05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endParaRPr lang="en-GB" sz="1800" dirty="0">
              <a:solidFill>
                <a:srgbClr val="72DBDE"/>
              </a:solidFill>
              <a:effectLst/>
              <a:latin typeface="Avenir Next LT Pro" panose="020B05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A803554F-40E1-5B50-8612-A12E95EA1251}"/>
              </a:ext>
            </a:extLst>
          </p:cNvPr>
          <p:cNvGrpSpPr/>
          <p:nvPr/>
        </p:nvGrpSpPr>
        <p:grpSpPr>
          <a:xfrm>
            <a:off x="1029149" y="34730775"/>
            <a:ext cx="6256211" cy="5927696"/>
            <a:chOff x="1519326" y="1923218"/>
            <a:chExt cx="5512440" cy="2798888"/>
          </a:xfrm>
        </p:grpSpPr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B350D774-0150-5B12-7119-40B46AD853E3}"/>
                </a:ext>
              </a:extLst>
            </p:cNvPr>
            <p:cNvSpPr/>
            <p:nvPr/>
          </p:nvSpPr>
          <p:spPr>
            <a:xfrm>
              <a:off x="2231847" y="2898406"/>
              <a:ext cx="1270" cy="446671"/>
            </a:xfrm>
            <a:custGeom>
              <a:avLst/>
              <a:gdLst>
                <a:gd name="connsiteX0" fmla="*/ 0 w 1270"/>
                <a:gd name="connsiteY0" fmla="*/ 446672 h 446671"/>
                <a:gd name="connsiteX1" fmla="*/ 0 w 1270"/>
                <a:gd name="connsiteY1" fmla="*/ 0 h 44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" h="446671">
                  <a:moveTo>
                    <a:pt x="0" y="446672"/>
                  </a:moveTo>
                  <a:lnTo>
                    <a:pt x="0" y="0"/>
                  </a:lnTo>
                </a:path>
              </a:pathLst>
            </a:custGeom>
            <a:ln w="38100" cap="flat">
              <a:solidFill>
                <a:schemeClr val="accent2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latin typeface="Avenir Next LT Pro" panose="020B0504020202020204" pitchFamily="34" charset="0"/>
              </a:endParaRPr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5BBD71C-C9CD-5CB6-8C74-1F3B997DAC2D}"/>
                </a:ext>
              </a:extLst>
            </p:cNvPr>
            <p:cNvSpPr/>
            <p:nvPr/>
          </p:nvSpPr>
          <p:spPr>
            <a:xfrm>
              <a:off x="2203869" y="2898406"/>
              <a:ext cx="55956" cy="1270"/>
            </a:xfrm>
            <a:custGeom>
              <a:avLst/>
              <a:gdLst>
                <a:gd name="connsiteX0" fmla="*/ 0 w 55956"/>
                <a:gd name="connsiteY0" fmla="*/ 0 h 1270"/>
                <a:gd name="connsiteX1" fmla="*/ 55956 w 55956"/>
                <a:gd name="connsiteY1" fmla="*/ 0 h 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956" h="1270">
                  <a:moveTo>
                    <a:pt x="0" y="0"/>
                  </a:moveTo>
                  <a:lnTo>
                    <a:pt x="55956" y="0"/>
                  </a:lnTo>
                </a:path>
              </a:pathLst>
            </a:custGeom>
            <a:ln w="38100" cap="rnd">
              <a:solidFill>
                <a:schemeClr val="accent2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latin typeface="Avenir Next LT Pro" panose="020B0504020202020204" pitchFamily="34" charset="0"/>
              </a:endParaRPr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B8D551E3-D8C9-B8EC-A541-4B7658FD6DA2}"/>
                </a:ext>
              </a:extLst>
            </p:cNvPr>
            <p:cNvSpPr/>
            <p:nvPr/>
          </p:nvSpPr>
          <p:spPr>
            <a:xfrm>
              <a:off x="2203869" y="3345078"/>
              <a:ext cx="55956" cy="1270"/>
            </a:xfrm>
            <a:custGeom>
              <a:avLst/>
              <a:gdLst>
                <a:gd name="connsiteX0" fmla="*/ 0 w 55956"/>
                <a:gd name="connsiteY0" fmla="*/ 0 h 1270"/>
                <a:gd name="connsiteX1" fmla="*/ 55956 w 55956"/>
                <a:gd name="connsiteY1" fmla="*/ 0 h 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956" h="1270">
                  <a:moveTo>
                    <a:pt x="0" y="0"/>
                  </a:moveTo>
                  <a:lnTo>
                    <a:pt x="55956" y="0"/>
                  </a:lnTo>
                </a:path>
              </a:pathLst>
            </a:custGeom>
            <a:ln w="38100" cap="rnd">
              <a:solidFill>
                <a:schemeClr val="accent2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latin typeface="Avenir Next LT Pro" panose="020B0504020202020204" pitchFamily="34" charset="0"/>
              </a:endParaRPr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684C3401-F0C4-18AE-31E0-F17297296A5B}"/>
                </a:ext>
              </a:extLst>
            </p:cNvPr>
            <p:cNvSpPr/>
            <p:nvPr/>
          </p:nvSpPr>
          <p:spPr>
            <a:xfrm>
              <a:off x="6475552" y="2052993"/>
              <a:ext cx="1270" cy="662000"/>
            </a:xfrm>
            <a:custGeom>
              <a:avLst/>
              <a:gdLst>
                <a:gd name="connsiteX0" fmla="*/ 0 w 1270"/>
                <a:gd name="connsiteY0" fmla="*/ 662000 h 662000"/>
                <a:gd name="connsiteX1" fmla="*/ 0 w 1270"/>
                <a:gd name="connsiteY1" fmla="*/ 0 h 6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" h="662000">
                  <a:moveTo>
                    <a:pt x="0" y="662000"/>
                  </a:moveTo>
                  <a:lnTo>
                    <a:pt x="0" y="0"/>
                  </a:lnTo>
                </a:path>
              </a:pathLst>
            </a:custGeom>
            <a:ln w="38100" cap="flat">
              <a:solidFill>
                <a:schemeClr val="accent2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latin typeface="Avenir Next LT Pro" panose="020B0504020202020204" pitchFamily="34" charset="0"/>
              </a:endParaRPr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A3753A94-C48F-390E-AEAC-7BCF81DE6F22}"/>
                </a:ext>
              </a:extLst>
            </p:cNvPr>
            <p:cNvSpPr/>
            <p:nvPr/>
          </p:nvSpPr>
          <p:spPr>
            <a:xfrm>
              <a:off x="6447574" y="2052993"/>
              <a:ext cx="55956" cy="1270"/>
            </a:xfrm>
            <a:custGeom>
              <a:avLst/>
              <a:gdLst>
                <a:gd name="connsiteX0" fmla="*/ 0 w 55956"/>
                <a:gd name="connsiteY0" fmla="*/ 0 h 1270"/>
                <a:gd name="connsiteX1" fmla="*/ 55956 w 55956"/>
                <a:gd name="connsiteY1" fmla="*/ 0 h 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956" h="1270">
                  <a:moveTo>
                    <a:pt x="0" y="0"/>
                  </a:moveTo>
                  <a:lnTo>
                    <a:pt x="55956" y="0"/>
                  </a:lnTo>
                </a:path>
              </a:pathLst>
            </a:custGeom>
            <a:ln w="38100" cap="rnd">
              <a:solidFill>
                <a:schemeClr val="accent2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latin typeface="Avenir Next LT Pro" panose="020B0504020202020204" pitchFamily="34" charset="0"/>
              </a:endParaRPr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451F66D-B5E2-E42B-4522-FFD21F6C529E}"/>
                </a:ext>
              </a:extLst>
            </p:cNvPr>
            <p:cNvSpPr/>
            <p:nvPr/>
          </p:nvSpPr>
          <p:spPr>
            <a:xfrm>
              <a:off x="6447574" y="2714993"/>
              <a:ext cx="55956" cy="1270"/>
            </a:xfrm>
            <a:custGeom>
              <a:avLst/>
              <a:gdLst>
                <a:gd name="connsiteX0" fmla="*/ 0 w 55956"/>
                <a:gd name="connsiteY0" fmla="*/ 0 h 1270"/>
                <a:gd name="connsiteX1" fmla="*/ 55956 w 55956"/>
                <a:gd name="connsiteY1" fmla="*/ 0 h 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956" h="1270">
                  <a:moveTo>
                    <a:pt x="0" y="0"/>
                  </a:moveTo>
                  <a:lnTo>
                    <a:pt x="55956" y="0"/>
                  </a:lnTo>
                </a:path>
              </a:pathLst>
            </a:custGeom>
            <a:ln w="38100" cap="rnd">
              <a:solidFill>
                <a:schemeClr val="accent2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latin typeface="Avenir Next LT Pro" panose="020B0504020202020204" pitchFamily="34" charset="0"/>
              </a:endParaRPr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4FD2195C-6F16-3C07-8FFD-BB611DEC43AE}"/>
                </a:ext>
              </a:extLst>
            </p:cNvPr>
            <p:cNvSpPr/>
            <p:nvPr/>
          </p:nvSpPr>
          <p:spPr>
            <a:xfrm>
              <a:off x="2231847" y="3552063"/>
              <a:ext cx="1270" cy="646277"/>
            </a:xfrm>
            <a:custGeom>
              <a:avLst/>
              <a:gdLst>
                <a:gd name="connsiteX0" fmla="*/ 0 w 1270"/>
                <a:gd name="connsiteY0" fmla="*/ 646278 h 646277"/>
                <a:gd name="connsiteX1" fmla="*/ 0 w 1270"/>
                <a:gd name="connsiteY1" fmla="*/ 0 h 64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" h="646277">
                  <a:moveTo>
                    <a:pt x="0" y="646278"/>
                  </a:moveTo>
                  <a:lnTo>
                    <a:pt x="0" y="0"/>
                  </a:lnTo>
                </a:path>
              </a:pathLst>
            </a:custGeom>
            <a:ln w="38100" cap="flat">
              <a:solidFill>
                <a:srgbClr val="D52E1D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latin typeface="Avenir Next LT Pro" panose="020B0504020202020204" pitchFamily="34" charset="0"/>
              </a:endParaRPr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C3EA67A-9FE2-923C-B23B-9D98AD8F0A7C}"/>
                </a:ext>
              </a:extLst>
            </p:cNvPr>
            <p:cNvSpPr/>
            <p:nvPr/>
          </p:nvSpPr>
          <p:spPr>
            <a:xfrm>
              <a:off x="2203869" y="3552063"/>
              <a:ext cx="55956" cy="1270"/>
            </a:xfrm>
            <a:custGeom>
              <a:avLst/>
              <a:gdLst>
                <a:gd name="connsiteX0" fmla="*/ 0 w 55956"/>
                <a:gd name="connsiteY0" fmla="*/ 0 h 1270"/>
                <a:gd name="connsiteX1" fmla="*/ 55956 w 55956"/>
                <a:gd name="connsiteY1" fmla="*/ 0 h 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956" h="1270">
                  <a:moveTo>
                    <a:pt x="0" y="0"/>
                  </a:moveTo>
                  <a:lnTo>
                    <a:pt x="55956" y="0"/>
                  </a:lnTo>
                </a:path>
              </a:pathLst>
            </a:custGeom>
            <a:ln w="38100" cap="rnd">
              <a:solidFill>
                <a:srgbClr val="D52E1D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latin typeface="Avenir Next LT Pro" panose="020B0504020202020204" pitchFamily="34" charset="0"/>
              </a:endParaRPr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362CBEDE-37DD-FECD-3673-27529685C554}"/>
                </a:ext>
              </a:extLst>
            </p:cNvPr>
            <p:cNvSpPr/>
            <p:nvPr/>
          </p:nvSpPr>
          <p:spPr>
            <a:xfrm>
              <a:off x="2203869" y="4198340"/>
              <a:ext cx="55956" cy="1270"/>
            </a:xfrm>
            <a:custGeom>
              <a:avLst/>
              <a:gdLst>
                <a:gd name="connsiteX0" fmla="*/ 0 w 55956"/>
                <a:gd name="connsiteY0" fmla="*/ 0 h 1270"/>
                <a:gd name="connsiteX1" fmla="*/ 55956 w 55956"/>
                <a:gd name="connsiteY1" fmla="*/ 0 h 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956" h="1270">
                  <a:moveTo>
                    <a:pt x="0" y="0"/>
                  </a:moveTo>
                  <a:lnTo>
                    <a:pt x="55956" y="0"/>
                  </a:lnTo>
                </a:path>
              </a:pathLst>
            </a:custGeom>
            <a:ln w="38100" cap="rnd">
              <a:solidFill>
                <a:srgbClr val="D52E1D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latin typeface="Avenir Next LT Pro" panose="020B0504020202020204" pitchFamily="34" charset="0"/>
              </a:endParaRPr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0D92510F-BE5E-657A-8AE4-C689DEBF983B}"/>
                </a:ext>
              </a:extLst>
            </p:cNvPr>
            <p:cNvSpPr/>
            <p:nvPr/>
          </p:nvSpPr>
          <p:spPr>
            <a:xfrm>
              <a:off x="6475552" y="2335745"/>
              <a:ext cx="1270" cy="1458506"/>
            </a:xfrm>
            <a:custGeom>
              <a:avLst/>
              <a:gdLst>
                <a:gd name="connsiteX0" fmla="*/ 0 w 1270"/>
                <a:gd name="connsiteY0" fmla="*/ 1458506 h 1458506"/>
                <a:gd name="connsiteX1" fmla="*/ 0 w 1270"/>
                <a:gd name="connsiteY1" fmla="*/ 0 h 145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" h="1458506">
                  <a:moveTo>
                    <a:pt x="0" y="1458506"/>
                  </a:moveTo>
                  <a:lnTo>
                    <a:pt x="0" y="0"/>
                  </a:lnTo>
                </a:path>
              </a:pathLst>
            </a:custGeom>
            <a:ln w="38100" cap="flat">
              <a:solidFill>
                <a:srgbClr val="D52E1D">
                  <a:alpha val="62000"/>
                </a:srgbClr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latin typeface="Avenir Next LT Pro" panose="020B0504020202020204" pitchFamily="34" charset="0"/>
              </a:endParaRPr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2FA225F-BA2D-B8CB-C38F-BDB02D0CA4F1}"/>
                </a:ext>
              </a:extLst>
            </p:cNvPr>
            <p:cNvSpPr/>
            <p:nvPr/>
          </p:nvSpPr>
          <p:spPr>
            <a:xfrm>
              <a:off x="6447574" y="2335745"/>
              <a:ext cx="55956" cy="1270"/>
            </a:xfrm>
            <a:custGeom>
              <a:avLst/>
              <a:gdLst>
                <a:gd name="connsiteX0" fmla="*/ 0 w 55956"/>
                <a:gd name="connsiteY0" fmla="*/ 0 h 1270"/>
                <a:gd name="connsiteX1" fmla="*/ 55956 w 55956"/>
                <a:gd name="connsiteY1" fmla="*/ 0 h 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956" h="1270">
                  <a:moveTo>
                    <a:pt x="0" y="0"/>
                  </a:moveTo>
                  <a:lnTo>
                    <a:pt x="55956" y="0"/>
                  </a:lnTo>
                </a:path>
              </a:pathLst>
            </a:custGeom>
            <a:ln w="38100" cap="rnd">
              <a:solidFill>
                <a:srgbClr val="D52E1D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latin typeface="Avenir Next LT Pro" panose="020B0504020202020204" pitchFamily="34" charset="0"/>
              </a:endParaRPr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DA0CD3B2-C3EF-7201-1ED2-4D460579C719}"/>
                </a:ext>
              </a:extLst>
            </p:cNvPr>
            <p:cNvSpPr/>
            <p:nvPr/>
          </p:nvSpPr>
          <p:spPr>
            <a:xfrm>
              <a:off x="6447574" y="3794252"/>
              <a:ext cx="55956" cy="1270"/>
            </a:xfrm>
            <a:custGeom>
              <a:avLst/>
              <a:gdLst>
                <a:gd name="connsiteX0" fmla="*/ 0 w 55956"/>
                <a:gd name="connsiteY0" fmla="*/ 0 h 1270"/>
                <a:gd name="connsiteX1" fmla="*/ 55956 w 55956"/>
                <a:gd name="connsiteY1" fmla="*/ 0 h 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956" h="1270">
                  <a:moveTo>
                    <a:pt x="0" y="0"/>
                  </a:moveTo>
                  <a:lnTo>
                    <a:pt x="55956" y="0"/>
                  </a:lnTo>
                </a:path>
              </a:pathLst>
            </a:custGeom>
            <a:ln w="38100" cap="rnd">
              <a:solidFill>
                <a:srgbClr val="D52E1D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latin typeface="Avenir Next LT Pro" panose="020B0504020202020204" pitchFamily="34" charset="0"/>
              </a:endParaRPr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B6C705B8-9536-D0A5-C580-FBECD253F4A4}"/>
                </a:ext>
              </a:extLst>
            </p:cNvPr>
            <p:cNvSpPr/>
            <p:nvPr/>
          </p:nvSpPr>
          <p:spPr>
            <a:xfrm>
              <a:off x="2231694" y="2384145"/>
              <a:ext cx="4243857" cy="737590"/>
            </a:xfrm>
            <a:custGeom>
              <a:avLst/>
              <a:gdLst>
                <a:gd name="connsiteX0" fmla="*/ 0 w 4243857"/>
                <a:gd name="connsiteY0" fmla="*/ 737591 h 737590"/>
                <a:gd name="connsiteX1" fmla="*/ 4243858 w 4243857"/>
                <a:gd name="connsiteY1" fmla="*/ 0 h 737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43857" h="737590">
                  <a:moveTo>
                    <a:pt x="0" y="737591"/>
                  </a:moveTo>
                  <a:lnTo>
                    <a:pt x="4243858" y="0"/>
                  </a:lnTo>
                </a:path>
              </a:pathLst>
            </a:custGeom>
            <a:noFill/>
            <a:ln w="38100" cap="flat">
              <a:solidFill>
                <a:schemeClr val="accent2">
                  <a:lumMod val="40000"/>
                  <a:lumOff val="60000"/>
                </a:schemeClr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latin typeface="Avenir Next LT Pro" panose="020B0504020202020204" pitchFamily="34" charset="0"/>
              </a:endParaRPr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5298A411-A16E-2215-20A1-323F5B8D5B4E}"/>
                </a:ext>
              </a:extLst>
            </p:cNvPr>
            <p:cNvSpPr/>
            <p:nvPr/>
          </p:nvSpPr>
          <p:spPr>
            <a:xfrm>
              <a:off x="2198229" y="3063084"/>
              <a:ext cx="158601" cy="84991"/>
            </a:xfrm>
            <a:custGeom>
              <a:avLst/>
              <a:gdLst>
                <a:gd name="connsiteX0" fmla="*/ 66929 w 66929"/>
                <a:gd name="connsiteY0" fmla="*/ 33465 h 66928"/>
                <a:gd name="connsiteX1" fmla="*/ 33465 w 66929"/>
                <a:gd name="connsiteY1" fmla="*/ 66929 h 66928"/>
                <a:gd name="connsiteX2" fmla="*/ 0 w 66929"/>
                <a:gd name="connsiteY2" fmla="*/ 33465 h 66928"/>
                <a:gd name="connsiteX3" fmla="*/ 33465 w 66929"/>
                <a:gd name="connsiteY3" fmla="*/ 0 h 66928"/>
                <a:gd name="connsiteX4" fmla="*/ 66929 w 66929"/>
                <a:gd name="connsiteY4" fmla="*/ 33465 h 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929" h="66928">
                  <a:moveTo>
                    <a:pt x="66929" y="33465"/>
                  </a:moveTo>
                  <a:cubicBezTo>
                    <a:pt x="66929" y="51947"/>
                    <a:pt x="51946" y="66929"/>
                    <a:pt x="33465" y="66929"/>
                  </a:cubicBezTo>
                  <a:cubicBezTo>
                    <a:pt x="14983" y="66929"/>
                    <a:pt x="0" y="51947"/>
                    <a:pt x="0" y="33465"/>
                  </a:cubicBezTo>
                  <a:cubicBezTo>
                    <a:pt x="0" y="14983"/>
                    <a:pt x="14983" y="0"/>
                    <a:pt x="33465" y="0"/>
                  </a:cubicBezTo>
                  <a:cubicBezTo>
                    <a:pt x="51946" y="0"/>
                    <a:pt x="66929" y="14983"/>
                    <a:pt x="66929" y="33465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38100" cap="flat">
              <a:solidFill>
                <a:schemeClr val="accent2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latin typeface="Avenir Next LT Pro" panose="020B0504020202020204" pitchFamily="34" charset="0"/>
              </a:endParaRPr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5804E9C9-592D-EA61-E550-8CBFCF793924}"/>
                </a:ext>
              </a:extLst>
            </p:cNvPr>
            <p:cNvSpPr/>
            <p:nvPr/>
          </p:nvSpPr>
          <p:spPr>
            <a:xfrm>
              <a:off x="6381661" y="2350680"/>
              <a:ext cx="158601" cy="84991"/>
            </a:xfrm>
            <a:custGeom>
              <a:avLst/>
              <a:gdLst>
                <a:gd name="connsiteX0" fmla="*/ 66929 w 66928"/>
                <a:gd name="connsiteY0" fmla="*/ 33465 h 66929"/>
                <a:gd name="connsiteX1" fmla="*/ 33464 w 66928"/>
                <a:gd name="connsiteY1" fmla="*/ 66929 h 66929"/>
                <a:gd name="connsiteX2" fmla="*/ 0 w 66928"/>
                <a:gd name="connsiteY2" fmla="*/ 33465 h 66929"/>
                <a:gd name="connsiteX3" fmla="*/ 33464 w 66928"/>
                <a:gd name="connsiteY3" fmla="*/ 0 h 66929"/>
                <a:gd name="connsiteX4" fmla="*/ 66929 w 66928"/>
                <a:gd name="connsiteY4" fmla="*/ 33465 h 66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928" h="66929">
                  <a:moveTo>
                    <a:pt x="66929" y="33465"/>
                  </a:moveTo>
                  <a:cubicBezTo>
                    <a:pt x="66929" y="51946"/>
                    <a:pt x="51946" y="66929"/>
                    <a:pt x="33464" y="66929"/>
                  </a:cubicBezTo>
                  <a:cubicBezTo>
                    <a:pt x="14982" y="66929"/>
                    <a:pt x="0" y="51946"/>
                    <a:pt x="0" y="33465"/>
                  </a:cubicBezTo>
                  <a:cubicBezTo>
                    <a:pt x="0" y="14983"/>
                    <a:pt x="14982" y="0"/>
                    <a:pt x="33464" y="0"/>
                  </a:cubicBezTo>
                  <a:cubicBezTo>
                    <a:pt x="51946" y="0"/>
                    <a:pt x="66929" y="14983"/>
                    <a:pt x="66929" y="33465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38100" cap="flat">
              <a:solidFill>
                <a:schemeClr val="accent2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latin typeface="Avenir Next LT Pro" panose="020B0504020202020204" pitchFamily="34" charset="0"/>
              </a:endParaRPr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EDA68781-3C8E-2356-CD22-83B4B7C81C66}"/>
                </a:ext>
              </a:extLst>
            </p:cNvPr>
            <p:cNvSpPr/>
            <p:nvPr/>
          </p:nvSpPr>
          <p:spPr>
            <a:xfrm>
              <a:off x="2231694" y="3065157"/>
              <a:ext cx="4243857" cy="810044"/>
            </a:xfrm>
            <a:custGeom>
              <a:avLst/>
              <a:gdLst>
                <a:gd name="connsiteX0" fmla="*/ 0 w 4243857"/>
                <a:gd name="connsiteY0" fmla="*/ 810044 h 810044"/>
                <a:gd name="connsiteX1" fmla="*/ 4243858 w 4243857"/>
                <a:gd name="connsiteY1" fmla="*/ 0 h 81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43857" h="810044">
                  <a:moveTo>
                    <a:pt x="0" y="810044"/>
                  </a:moveTo>
                  <a:lnTo>
                    <a:pt x="4243858" y="0"/>
                  </a:lnTo>
                </a:path>
              </a:pathLst>
            </a:custGeom>
            <a:noFill/>
            <a:ln w="38100" cap="flat">
              <a:solidFill>
                <a:srgbClr val="D52E1D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latin typeface="Avenir Next LT Pro" panose="020B0504020202020204" pitchFamily="34" charset="0"/>
              </a:endParaRPr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9C4C2B8E-E11B-F952-D924-3586B7932E8D}"/>
                </a:ext>
              </a:extLst>
            </p:cNvPr>
            <p:cNvSpPr/>
            <p:nvPr/>
          </p:nvSpPr>
          <p:spPr>
            <a:xfrm>
              <a:off x="2198229" y="3816551"/>
              <a:ext cx="158601" cy="84991"/>
            </a:xfrm>
            <a:custGeom>
              <a:avLst/>
              <a:gdLst>
                <a:gd name="connsiteX0" fmla="*/ 66929 w 66929"/>
                <a:gd name="connsiteY0" fmla="*/ 33464 h 66928"/>
                <a:gd name="connsiteX1" fmla="*/ 33465 w 66929"/>
                <a:gd name="connsiteY1" fmla="*/ 66929 h 66928"/>
                <a:gd name="connsiteX2" fmla="*/ 0 w 66929"/>
                <a:gd name="connsiteY2" fmla="*/ 33464 h 66928"/>
                <a:gd name="connsiteX3" fmla="*/ 33465 w 66929"/>
                <a:gd name="connsiteY3" fmla="*/ 0 h 66928"/>
                <a:gd name="connsiteX4" fmla="*/ 66929 w 66929"/>
                <a:gd name="connsiteY4" fmla="*/ 33464 h 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929" h="66928">
                  <a:moveTo>
                    <a:pt x="66929" y="33464"/>
                  </a:moveTo>
                  <a:cubicBezTo>
                    <a:pt x="66929" y="51946"/>
                    <a:pt x="51946" y="66929"/>
                    <a:pt x="33465" y="66929"/>
                  </a:cubicBezTo>
                  <a:cubicBezTo>
                    <a:pt x="14983" y="66929"/>
                    <a:pt x="0" y="51946"/>
                    <a:pt x="0" y="33464"/>
                  </a:cubicBezTo>
                  <a:cubicBezTo>
                    <a:pt x="0" y="14982"/>
                    <a:pt x="14983" y="0"/>
                    <a:pt x="33465" y="0"/>
                  </a:cubicBezTo>
                  <a:cubicBezTo>
                    <a:pt x="51946" y="0"/>
                    <a:pt x="66929" y="14982"/>
                    <a:pt x="66929" y="33464"/>
                  </a:cubicBezTo>
                  <a:close/>
                </a:path>
              </a:pathLst>
            </a:custGeom>
            <a:solidFill>
              <a:srgbClr val="D52E1D"/>
            </a:solidFill>
            <a:ln w="38100" cap="flat">
              <a:solidFill>
                <a:srgbClr val="D52E1D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latin typeface="Avenir Next LT Pro" panose="020B0504020202020204" pitchFamily="34" charset="0"/>
              </a:endParaRPr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BCB9662E-4709-FE42-25AF-BAFE924052CE}"/>
                </a:ext>
              </a:extLst>
            </p:cNvPr>
            <p:cNvSpPr/>
            <p:nvPr/>
          </p:nvSpPr>
          <p:spPr>
            <a:xfrm>
              <a:off x="6381661" y="3031692"/>
              <a:ext cx="158601" cy="84991"/>
            </a:xfrm>
            <a:custGeom>
              <a:avLst/>
              <a:gdLst>
                <a:gd name="connsiteX0" fmla="*/ 66929 w 66928"/>
                <a:gd name="connsiteY0" fmla="*/ 33465 h 66928"/>
                <a:gd name="connsiteX1" fmla="*/ 33464 w 66928"/>
                <a:gd name="connsiteY1" fmla="*/ 66929 h 66928"/>
                <a:gd name="connsiteX2" fmla="*/ 0 w 66928"/>
                <a:gd name="connsiteY2" fmla="*/ 33465 h 66928"/>
                <a:gd name="connsiteX3" fmla="*/ 33464 w 66928"/>
                <a:gd name="connsiteY3" fmla="*/ 0 h 66928"/>
                <a:gd name="connsiteX4" fmla="*/ 66929 w 66928"/>
                <a:gd name="connsiteY4" fmla="*/ 33465 h 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928" h="66928">
                  <a:moveTo>
                    <a:pt x="66929" y="33465"/>
                  </a:moveTo>
                  <a:cubicBezTo>
                    <a:pt x="66929" y="51946"/>
                    <a:pt x="51946" y="66929"/>
                    <a:pt x="33464" y="66929"/>
                  </a:cubicBezTo>
                  <a:cubicBezTo>
                    <a:pt x="14982" y="66929"/>
                    <a:pt x="0" y="51946"/>
                    <a:pt x="0" y="33465"/>
                  </a:cubicBezTo>
                  <a:cubicBezTo>
                    <a:pt x="0" y="14983"/>
                    <a:pt x="14982" y="0"/>
                    <a:pt x="33464" y="0"/>
                  </a:cubicBezTo>
                  <a:cubicBezTo>
                    <a:pt x="51946" y="0"/>
                    <a:pt x="66929" y="14983"/>
                    <a:pt x="66929" y="33465"/>
                  </a:cubicBezTo>
                  <a:close/>
                </a:path>
              </a:pathLst>
            </a:custGeom>
            <a:solidFill>
              <a:srgbClr val="D52E1D"/>
            </a:solidFill>
            <a:ln w="38100" cap="flat">
              <a:solidFill>
                <a:srgbClr val="D52E1D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latin typeface="Avenir Next LT Pro" panose="020B0504020202020204" pitchFamily="34" charset="0"/>
              </a:endParaRPr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807F5770-F542-CC71-AFA4-02E1DEF14312}"/>
                </a:ext>
              </a:extLst>
            </p:cNvPr>
            <p:cNvSpPr/>
            <p:nvPr/>
          </p:nvSpPr>
          <p:spPr>
            <a:xfrm>
              <a:off x="2151380" y="1932139"/>
              <a:ext cx="1270" cy="2504770"/>
            </a:xfrm>
            <a:custGeom>
              <a:avLst/>
              <a:gdLst>
                <a:gd name="connsiteX0" fmla="*/ 0 w 1270"/>
                <a:gd name="connsiteY0" fmla="*/ 2504770 h 2504770"/>
                <a:gd name="connsiteX1" fmla="*/ 0 w 1270"/>
                <a:gd name="connsiteY1" fmla="*/ 0 h 2504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" h="2504770">
                  <a:moveTo>
                    <a:pt x="0" y="2504770"/>
                  </a:moveTo>
                  <a:lnTo>
                    <a:pt x="0" y="0"/>
                  </a:lnTo>
                </a:path>
              </a:pathLst>
            </a:custGeom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solidFill>
                  <a:schemeClr val="bg1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0EBB1AB1-1DBC-C9C9-7CD9-FC4248B6901D}"/>
                </a:ext>
              </a:extLst>
            </p:cNvPr>
            <p:cNvSpPr/>
            <p:nvPr/>
          </p:nvSpPr>
          <p:spPr>
            <a:xfrm>
              <a:off x="2100618" y="4356442"/>
              <a:ext cx="50761" cy="1270"/>
            </a:xfrm>
            <a:custGeom>
              <a:avLst/>
              <a:gdLst>
                <a:gd name="connsiteX0" fmla="*/ 50762 w 50761"/>
                <a:gd name="connsiteY0" fmla="*/ 0 h 1270"/>
                <a:gd name="connsiteX1" fmla="*/ 0 w 50761"/>
                <a:gd name="connsiteY1" fmla="*/ 0 h 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761" h="1270">
                  <a:moveTo>
                    <a:pt x="50762" y="0"/>
                  </a:moveTo>
                  <a:lnTo>
                    <a:pt x="0" y="0"/>
                  </a:lnTo>
                </a:path>
              </a:pathLst>
            </a:custGeom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solidFill>
                  <a:schemeClr val="bg1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444" name="TextBox 443">
              <a:extLst>
                <a:ext uri="{FF2B5EF4-FFF2-40B4-BE49-F238E27FC236}">
                  <a16:creationId xmlns:a16="http://schemas.microsoft.com/office/drawing/2014/main" id="{50ACDD0B-C65A-3D46-ED45-71624B233195}"/>
                </a:ext>
              </a:extLst>
            </p:cNvPr>
            <p:cNvSpPr txBox="1"/>
            <p:nvPr/>
          </p:nvSpPr>
          <p:spPr>
            <a:xfrm rot="16200000">
              <a:off x="1871352" y="4193732"/>
              <a:ext cx="242357" cy="325424"/>
            </a:xfrm>
            <a:prstGeom prst="rect">
              <a:avLst/>
            </a:prstGeom>
            <a:noFill/>
            <a:ln w="38100">
              <a:noFill/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GB" sz="180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.35</a:t>
              </a:r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309E04CA-E600-99BB-8D29-C0D3B19E9BCE}"/>
                </a:ext>
              </a:extLst>
            </p:cNvPr>
            <p:cNvSpPr/>
            <p:nvPr/>
          </p:nvSpPr>
          <p:spPr>
            <a:xfrm>
              <a:off x="2100618" y="3887774"/>
              <a:ext cx="50761" cy="1270"/>
            </a:xfrm>
            <a:custGeom>
              <a:avLst/>
              <a:gdLst>
                <a:gd name="connsiteX0" fmla="*/ 50762 w 50761"/>
                <a:gd name="connsiteY0" fmla="*/ 0 h 1270"/>
                <a:gd name="connsiteX1" fmla="*/ 0 w 50761"/>
                <a:gd name="connsiteY1" fmla="*/ 0 h 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761" h="1270">
                  <a:moveTo>
                    <a:pt x="50762" y="0"/>
                  </a:moveTo>
                  <a:lnTo>
                    <a:pt x="0" y="0"/>
                  </a:lnTo>
                </a:path>
              </a:pathLst>
            </a:custGeom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solidFill>
                  <a:schemeClr val="bg1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446" name="TextBox 445">
              <a:extLst>
                <a:ext uri="{FF2B5EF4-FFF2-40B4-BE49-F238E27FC236}">
                  <a16:creationId xmlns:a16="http://schemas.microsoft.com/office/drawing/2014/main" id="{579EC521-F9C6-4C7A-3243-0F46A1F29FFF}"/>
                </a:ext>
              </a:extLst>
            </p:cNvPr>
            <p:cNvSpPr txBox="1"/>
            <p:nvPr/>
          </p:nvSpPr>
          <p:spPr>
            <a:xfrm rot="16200000">
              <a:off x="1903142" y="3725063"/>
              <a:ext cx="178778" cy="325424"/>
            </a:xfrm>
            <a:prstGeom prst="rect">
              <a:avLst/>
            </a:prstGeom>
            <a:noFill/>
            <a:ln w="38100">
              <a:noFill/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GB" sz="180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.4</a:t>
              </a:r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A3750831-06B7-E8AC-B2D3-7D4926F447A2}"/>
                </a:ext>
              </a:extLst>
            </p:cNvPr>
            <p:cNvSpPr/>
            <p:nvPr/>
          </p:nvSpPr>
          <p:spPr>
            <a:xfrm>
              <a:off x="2100618" y="3418941"/>
              <a:ext cx="50761" cy="1270"/>
            </a:xfrm>
            <a:custGeom>
              <a:avLst/>
              <a:gdLst>
                <a:gd name="connsiteX0" fmla="*/ 50762 w 50761"/>
                <a:gd name="connsiteY0" fmla="*/ 0 h 1270"/>
                <a:gd name="connsiteX1" fmla="*/ 0 w 50761"/>
                <a:gd name="connsiteY1" fmla="*/ 0 h 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761" h="1270">
                  <a:moveTo>
                    <a:pt x="50762" y="0"/>
                  </a:moveTo>
                  <a:lnTo>
                    <a:pt x="0" y="0"/>
                  </a:lnTo>
                </a:path>
              </a:pathLst>
            </a:custGeom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solidFill>
                  <a:schemeClr val="bg1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65E89E27-4E66-EF61-3679-56BC38388E55}"/>
                </a:ext>
              </a:extLst>
            </p:cNvPr>
            <p:cNvSpPr txBox="1"/>
            <p:nvPr/>
          </p:nvSpPr>
          <p:spPr>
            <a:xfrm rot="16200000">
              <a:off x="1871352" y="3256229"/>
              <a:ext cx="242357" cy="325424"/>
            </a:xfrm>
            <a:prstGeom prst="rect">
              <a:avLst/>
            </a:prstGeom>
            <a:noFill/>
            <a:ln w="38100">
              <a:noFill/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GB" sz="180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.45</a:t>
              </a:r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757D7571-C5C3-4083-ACE6-6BB1746A4055}"/>
                </a:ext>
              </a:extLst>
            </p:cNvPr>
            <p:cNvSpPr/>
            <p:nvPr/>
          </p:nvSpPr>
          <p:spPr>
            <a:xfrm>
              <a:off x="2100618" y="2950108"/>
              <a:ext cx="50761" cy="1270"/>
            </a:xfrm>
            <a:custGeom>
              <a:avLst/>
              <a:gdLst>
                <a:gd name="connsiteX0" fmla="*/ 50762 w 50761"/>
                <a:gd name="connsiteY0" fmla="*/ 0 h 1270"/>
                <a:gd name="connsiteX1" fmla="*/ 0 w 50761"/>
                <a:gd name="connsiteY1" fmla="*/ 0 h 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761" h="1270">
                  <a:moveTo>
                    <a:pt x="50762" y="0"/>
                  </a:moveTo>
                  <a:lnTo>
                    <a:pt x="0" y="0"/>
                  </a:lnTo>
                </a:path>
              </a:pathLst>
            </a:custGeom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solidFill>
                  <a:schemeClr val="bg1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id="{9E4C96BA-BEE1-D40A-7175-755853BFE36A}"/>
                </a:ext>
              </a:extLst>
            </p:cNvPr>
            <p:cNvSpPr txBox="1"/>
            <p:nvPr/>
          </p:nvSpPr>
          <p:spPr>
            <a:xfrm rot="16200000">
              <a:off x="1903142" y="2787396"/>
              <a:ext cx="178778" cy="325424"/>
            </a:xfrm>
            <a:prstGeom prst="rect">
              <a:avLst/>
            </a:prstGeom>
            <a:noFill/>
            <a:ln w="38100">
              <a:noFill/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GB" sz="180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.5</a:t>
              </a:r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9B440CE5-F67E-B862-F08C-DC1DE3B04386}"/>
                </a:ext>
              </a:extLst>
            </p:cNvPr>
            <p:cNvSpPr/>
            <p:nvPr/>
          </p:nvSpPr>
          <p:spPr>
            <a:xfrm>
              <a:off x="2100618" y="2481440"/>
              <a:ext cx="50761" cy="1270"/>
            </a:xfrm>
            <a:custGeom>
              <a:avLst/>
              <a:gdLst>
                <a:gd name="connsiteX0" fmla="*/ 50762 w 50761"/>
                <a:gd name="connsiteY0" fmla="*/ 0 h 1270"/>
                <a:gd name="connsiteX1" fmla="*/ 0 w 50761"/>
                <a:gd name="connsiteY1" fmla="*/ 0 h 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761" h="1270">
                  <a:moveTo>
                    <a:pt x="50762" y="0"/>
                  </a:moveTo>
                  <a:lnTo>
                    <a:pt x="0" y="0"/>
                  </a:lnTo>
                </a:path>
              </a:pathLst>
            </a:custGeom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solidFill>
                  <a:schemeClr val="bg1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20DE9775-9DB9-16FA-5BBD-511B9D63C288}"/>
                </a:ext>
              </a:extLst>
            </p:cNvPr>
            <p:cNvSpPr txBox="1"/>
            <p:nvPr/>
          </p:nvSpPr>
          <p:spPr>
            <a:xfrm rot="16200000">
              <a:off x="1871352" y="2318728"/>
              <a:ext cx="242357" cy="325424"/>
            </a:xfrm>
            <a:prstGeom prst="rect">
              <a:avLst/>
            </a:prstGeom>
            <a:noFill/>
            <a:ln w="38100">
              <a:noFill/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GB" sz="180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.55</a:t>
              </a:r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8A84DD3A-263C-A041-E212-902675BB6CD5}"/>
                </a:ext>
              </a:extLst>
            </p:cNvPr>
            <p:cNvSpPr/>
            <p:nvPr/>
          </p:nvSpPr>
          <p:spPr>
            <a:xfrm>
              <a:off x="2100618" y="2012607"/>
              <a:ext cx="50761" cy="1270"/>
            </a:xfrm>
            <a:custGeom>
              <a:avLst/>
              <a:gdLst>
                <a:gd name="connsiteX0" fmla="*/ 50762 w 50761"/>
                <a:gd name="connsiteY0" fmla="*/ 0 h 1270"/>
                <a:gd name="connsiteX1" fmla="*/ 0 w 50761"/>
                <a:gd name="connsiteY1" fmla="*/ 0 h 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761" h="1270">
                  <a:moveTo>
                    <a:pt x="50762" y="0"/>
                  </a:moveTo>
                  <a:lnTo>
                    <a:pt x="0" y="0"/>
                  </a:lnTo>
                </a:path>
              </a:pathLst>
            </a:custGeom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solidFill>
                  <a:schemeClr val="bg1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454" name="TextBox 453">
              <a:extLst>
                <a:ext uri="{FF2B5EF4-FFF2-40B4-BE49-F238E27FC236}">
                  <a16:creationId xmlns:a16="http://schemas.microsoft.com/office/drawing/2014/main" id="{78439919-9EF8-5013-33F2-B3913163A32D}"/>
                </a:ext>
              </a:extLst>
            </p:cNvPr>
            <p:cNvSpPr txBox="1"/>
            <p:nvPr/>
          </p:nvSpPr>
          <p:spPr>
            <a:xfrm rot="16200000">
              <a:off x="1903142" y="1849895"/>
              <a:ext cx="178778" cy="325424"/>
            </a:xfrm>
            <a:prstGeom prst="rect">
              <a:avLst/>
            </a:prstGeom>
            <a:noFill/>
            <a:ln w="38100">
              <a:noFill/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GB" sz="180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.6</a:t>
              </a:r>
            </a:p>
          </p:txBody>
        </p:sp>
        <p:sp>
          <p:nvSpPr>
            <p:cNvPr id="455" name="TextBox 454">
              <a:extLst>
                <a:ext uri="{FF2B5EF4-FFF2-40B4-BE49-F238E27FC236}">
                  <a16:creationId xmlns:a16="http://schemas.microsoft.com/office/drawing/2014/main" id="{7D6C5240-F5C5-A1A4-FCB0-EB7A7A921CE4}"/>
                </a:ext>
              </a:extLst>
            </p:cNvPr>
            <p:cNvSpPr txBox="1"/>
            <p:nvPr/>
          </p:nvSpPr>
          <p:spPr>
            <a:xfrm rot="16200000">
              <a:off x="637421" y="3021812"/>
              <a:ext cx="2089234" cy="325424"/>
            </a:xfrm>
            <a:prstGeom prst="rect">
              <a:avLst/>
            </a:prstGeom>
            <a:noFill/>
            <a:ln w="38100">
              <a:noFill/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GB" sz="1800" dirty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Linear Prediction for request acceptance</a:t>
              </a:r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9C7CF3E-5539-EE54-2985-1204DAD2333D}"/>
                </a:ext>
              </a:extLst>
            </p:cNvPr>
            <p:cNvSpPr/>
            <p:nvPr/>
          </p:nvSpPr>
          <p:spPr>
            <a:xfrm>
              <a:off x="2151380" y="4436910"/>
              <a:ext cx="4404639" cy="1270"/>
            </a:xfrm>
            <a:custGeom>
              <a:avLst/>
              <a:gdLst>
                <a:gd name="connsiteX0" fmla="*/ 0 w 4404639"/>
                <a:gd name="connsiteY0" fmla="*/ 0 h 1270"/>
                <a:gd name="connsiteX1" fmla="*/ 4404640 w 4404639"/>
                <a:gd name="connsiteY1" fmla="*/ 0 h 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04639" h="1270">
                  <a:moveTo>
                    <a:pt x="0" y="0"/>
                  </a:moveTo>
                  <a:lnTo>
                    <a:pt x="4404640" y="0"/>
                  </a:lnTo>
                </a:path>
              </a:pathLst>
            </a:custGeom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latin typeface="Avenir Next LT Pro" panose="020B0504020202020204" pitchFamily="34" charset="0"/>
              </a:endParaRPr>
            </a:p>
          </p:txBody>
        </p:sp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35B09C5C-F5AB-5610-B667-C99D4B527E40}"/>
                </a:ext>
              </a:extLst>
            </p:cNvPr>
            <p:cNvSpPr txBox="1"/>
            <p:nvPr/>
          </p:nvSpPr>
          <p:spPr>
            <a:xfrm>
              <a:off x="2062566" y="4536474"/>
              <a:ext cx="1383051" cy="174388"/>
            </a:xfrm>
            <a:prstGeom prst="rect">
              <a:avLst/>
            </a:prstGeom>
            <a:noFill/>
            <a:ln w="38100">
              <a:noFill/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800" dirty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Host </a:t>
              </a:r>
              <a:r>
                <a:rPr lang="en-GB" sz="1800" dirty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 is white</a:t>
              </a:r>
            </a:p>
          </p:txBody>
        </p:sp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id="{6F2388A7-E0F8-D6FB-0CD7-A47256C54675}"/>
                </a:ext>
              </a:extLst>
            </p:cNvPr>
            <p:cNvSpPr txBox="1"/>
            <p:nvPr/>
          </p:nvSpPr>
          <p:spPr>
            <a:xfrm>
              <a:off x="5919336" y="4547718"/>
              <a:ext cx="1112430" cy="174388"/>
            </a:xfrm>
            <a:prstGeom prst="rect">
              <a:avLst/>
            </a:prstGeom>
            <a:noFill/>
            <a:ln w="38100">
              <a:noFill/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800" dirty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Host</a:t>
              </a:r>
              <a:r>
                <a:rPr lang="en-GB" sz="1800" dirty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 is AA</a:t>
              </a:r>
            </a:p>
          </p:txBody>
        </p:sp>
        <p:sp>
          <p:nvSpPr>
            <p:cNvPr id="459" name="TextBox 458">
              <a:extLst>
                <a:ext uri="{FF2B5EF4-FFF2-40B4-BE49-F238E27FC236}">
                  <a16:creationId xmlns:a16="http://schemas.microsoft.com/office/drawing/2014/main" id="{383F8ECD-8736-C88F-3092-55329B9A773C}"/>
                </a:ext>
              </a:extLst>
            </p:cNvPr>
            <p:cNvSpPr txBox="1"/>
            <p:nvPr/>
          </p:nvSpPr>
          <p:spPr>
            <a:xfrm>
              <a:off x="2571481" y="2037053"/>
              <a:ext cx="1235312" cy="174388"/>
            </a:xfrm>
            <a:prstGeom prst="rect">
              <a:avLst/>
            </a:prstGeom>
            <a:noFill/>
            <a:ln w="38100">
              <a:noFill/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GB" sz="1800" dirty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Guest is AA</a:t>
              </a:r>
            </a:p>
          </p:txBody>
        </p:sp>
        <p:sp>
          <p:nvSpPr>
            <p:cNvPr id="460" name="TextBox 459">
              <a:extLst>
                <a:ext uri="{FF2B5EF4-FFF2-40B4-BE49-F238E27FC236}">
                  <a16:creationId xmlns:a16="http://schemas.microsoft.com/office/drawing/2014/main" id="{E368D3C4-FD00-767E-FC5A-B6E976DCBBAF}"/>
                </a:ext>
              </a:extLst>
            </p:cNvPr>
            <p:cNvSpPr txBox="1"/>
            <p:nvPr/>
          </p:nvSpPr>
          <p:spPr>
            <a:xfrm>
              <a:off x="2571481" y="2207293"/>
              <a:ext cx="1455086" cy="174388"/>
            </a:xfrm>
            <a:prstGeom prst="rect">
              <a:avLst/>
            </a:prstGeom>
            <a:noFill/>
            <a:ln w="38100">
              <a:noFill/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800" dirty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Guest</a:t>
              </a:r>
              <a:r>
                <a:rPr lang="en-GB" sz="1800" dirty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 is white</a:t>
              </a:r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BD946715-3335-E956-E34E-48D4F483F452}"/>
                </a:ext>
              </a:extLst>
            </p:cNvPr>
            <p:cNvSpPr/>
            <p:nvPr/>
          </p:nvSpPr>
          <p:spPr>
            <a:xfrm>
              <a:off x="2412881" y="2248566"/>
              <a:ext cx="158601" cy="84991"/>
            </a:xfrm>
            <a:custGeom>
              <a:avLst/>
              <a:gdLst>
                <a:gd name="connsiteX0" fmla="*/ 66929 w 66928"/>
                <a:gd name="connsiteY0" fmla="*/ 33465 h 66929"/>
                <a:gd name="connsiteX1" fmla="*/ 33464 w 66928"/>
                <a:gd name="connsiteY1" fmla="*/ 66929 h 66929"/>
                <a:gd name="connsiteX2" fmla="*/ 0 w 66928"/>
                <a:gd name="connsiteY2" fmla="*/ 33465 h 66929"/>
                <a:gd name="connsiteX3" fmla="*/ 33464 w 66928"/>
                <a:gd name="connsiteY3" fmla="*/ 0 h 66929"/>
                <a:gd name="connsiteX4" fmla="*/ 66929 w 66928"/>
                <a:gd name="connsiteY4" fmla="*/ 33465 h 66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928" h="66929">
                  <a:moveTo>
                    <a:pt x="66929" y="33465"/>
                  </a:moveTo>
                  <a:cubicBezTo>
                    <a:pt x="66929" y="51946"/>
                    <a:pt x="51946" y="66929"/>
                    <a:pt x="33464" y="66929"/>
                  </a:cubicBezTo>
                  <a:cubicBezTo>
                    <a:pt x="14982" y="66929"/>
                    <a:pt x="0" y="51946"/>
                    <a:pt x="0" y="33465"/>
                  </a:cubicBezTo>
                  <a:cubicBezTo>
                    <a:pt x="0" y="14983"/>
                    <a:pt x="14982" y="0"/>
                    <a:pt x="33464" y="0"/>
                  </a:cubicBezTo>
                  <a:cubicBezTo>
                    <a:pt x="51946" y="0"/>
                    <a:pt x="66929" y="14983"/>
                    <a:pt x="66929" y="33465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38100" cap="flat">
              <a:solidFill>
                <a:schemeClr val="accent2">
                  <a:lumMod val="40000"/>
                  <a:lumOff val="60000"/>
                </a:schemeClr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latin typeface="Avenir Next LT Pro" panose="020B0504020202020204" pitchFamily="34" charset="0"/>
              </a:endParaRPr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8DDAD1A5-2006-9FD8-3E5D-9F7F839F6DDA}"/>
                </a:ext>
              </a:extLst>
            </p:cNvPr>
            <p:cNvSpPr/>
            <p:nvPr/>
          </p:nvSpPr>
          <p:spPr>
            <a:xfrm>
              <a:off x="2415993" y="2075810"/>
              <a:ext cx="158601" cy="84991"/>
            </a:xfrm>
            <a:custGeom>
              <a:avLst/>
              <a:gdLst>
                <a:gd name="connsiteX0" fmla="*/ 66929 w 66928"/>
                <a:gd name="connsiteY0" fmla="*/ 33465 h 66928"/>
                <a:gd name="connsiteX1" fmla="*/ 33464 w 66928"/>
                <a:gd name="connsiteY1" fmla="*/ 66929 h 66928"/>
                <a:gd name="connsiteX2" fmla="*/ 0 w 66928"/>
                <a:gd name="connsiteY2" fmla="*/ 33465 h 66928"/>
                <a:gd name="connsiteX3" fmla="*/ 33464 w 66928"/>
                <a:gd name="connsiteY3" fmla="*/ 0 h 66928"/>
                <a:gd name="connsiteX4" fmla="*/ 66929 w 66928"/>
                <a:gd name="connsiteY4" fmla="*/ 33465 h 6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928" h="66928">
                  <a:moveTo>
                    <a:pt x="66929" y="33465"/>
                  </a:moveTo>
                  <a:cubicBezTo>
                    <a:pt x="66929" y="51946"/>
                    <a:pt x="51946" y="66929"/>
                    <a:pt x="33464" y="66929"/>
                  </a:cubicBezTo>
                  <a:cubicBezTo>
                    <a:pt x="14982" y="66929"/>
                    <a:pt x="0" y="51946"/>
                    <a:pt x="0" y="33465"/>
                  </a:cubicBezTo>
                  <a:cubicBezTo>
                    <a:pt x="0" y="14983"/>
                    <a:pt x="14982" y="0"/>
                    <a:pt x="33464" y="0"/>
                  </a:cubicBezTo>
                  <a:cubicBezTo>
                    <a:pt x="51946" y="0"/>
                    <a:pt x="66929" y="14983"/>
                    <a:pt x="66929" y="33465"/>
                  </a:cubicBezTo>
                  <a:close/>
                </a:path>
              </a:pathLst>
            </a:custGeom>
            <a:solidFill>
              <a:srgbClr val="D52E1D"/>
            </a:solidFill>
            <a:ln w="38100" cap="flat">
              <a:solidFill>
                <a:srgbClr val="D52E1D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13800">
                <a:latin typeface="Avenir Next LT Pro" panose="020B0504020202020204" pitchFamily="34" charset="0"/>
              </a:endParaRPr>
            </a:p>
          </p:txBody>
        </p:sp>
      </p:grpSp>
      <p:sp>
        <p:nvSpPr>
          <p:cNvPr id="465" name="TextBox 464">
            <a:extLst>
              <a:ext uri="{FF2B5EF4-FFF2-40B4-BE49-F238E27FC236}">
                <a16:creationId xmlns:a16="http://schemas.microsoft.com/office/drawing/2014/main" id="{44CC37A1-79D3-4FE1-8F0C-5A45767AE153}"/>
              </a:ext>
            </a:extLst>
          </p:cNvPr>
          <p:cNvSpPr txBox="1"/>
          <p:nvPr/>
        </p:nvSpPr>
        <p:spPr>
          <a:xfrm>
            <a:off x="926973" y="20712623"/>
            <a:ext cx="12857980" cy="1625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2300" dirty="0">
                <a:solidFill>
                  <a:schemeClr val="bg1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discrimination gap against African American was studied in three areas </a:t>
            </a:r>
            <a:r>
              <a:rPr lang="en-US" sz="2300" dirty="0">
                <a:solidFill>
                  <a:srgbClr val="FE595C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I)</a:t>
            </a:r>
            <a:r>
              <a:rPr lang="en-US" sz="2300" dirty="0">
                <a:solidFill>
                  <a:schemeClr val="bg1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the demographics of the host, </a:t>
            </a:r>
            <a:r>
              <a:rPr lang="en-US" sz="2300" dirty="0">
                <a:solidFill>
                  <a:srgbClr val="FE595C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II) </a:t>
            </a:r>
            <a:r>
              <a:rPr lang="en-US" sz="2300" dirty="0">
                <a:solidFill>
                  <a:schemeClr val="bg1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characteristics of the property and rent listing, and </a:t>
            </a:r>
            <a:r>
              <a:rPr lang="en-US" sz="2300" dirty="0">
                <a:solidFill>
                  <a:srgbClr val="FE595C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III) </a:t>
            </a:r>
            <a:r>
              <a:rPr lang="en-US" sz="2300" dirty="0">
                <a:solidFill>
                  <a:schemeClr val="bg1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race-gender homophily levels between host and guest.</a:t>
            </a: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D15B7A06-378C-E729-6C4F-FFFF16DFC99B}"/>
              </a:ext>
            </a:extLst>
          </p:cNvPr>
          <p:cNvSpPr txBox="1"/>
          <p:nvPr/>
        </p:nvSpPr>
        <p:spPr>
          <a:xfrm>
            <a:off x="7799084" y="39530070"/>
            <a:ext cx="664273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spcAft>
                <a:spcPts val="800"/>
              </a:spcAft>
              <a:buClr>
                <a:srgbClr val="72DBDE"/>
              </a:buClr>
              <a:buSzPct val="200000"/>
              <a:defRPr sz="230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GB" dirty="0">
                <a:solidFill>
                  <a:srgbClr val="FD595D"/>
                </a:solidFill>
                <a:latin typeface="Avenir Next LT Pro Demi" panose="020B0704020202020204" pitchFamily="34" charset="0"/>
              </a:rPr>
              <a:t>In general there are larger acceptance rates for white guests regardless of the host's race.</a:t>
            </a: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8A1A7C7F-6B89-2D6A-76B6-DE40DA7300F9}"/>
              </a:ext>
            </a:extLst>
          </p:cNvPr>
          <p:cNvSpPr txBox="1"/>
          <p:nvPr/>
        </p:nvSpPr>
        <p:spPr>
          <a:xfrm>
            <a:off x="25547794" y="8454903"/>
            <a:ext cx="3979007" cy="4810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spcAft>
                <a:spcPts val="800"/>
              </a:spcAft>
              <a:defRPr sz="230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Discrimination was still found when controlling </a:t>
            </a:r>
            <a:r>
              <a:rPr lang="en-GB" dirty="0">
                <a:solidFill>
                  <a:srgbClr val="72DBDE"/>
                </a:solidFill>
                <a:latin typeface="Avenir Next LT Pro Demi" panose="020B0704020202020204" pitchFamily="34" charset="0"/>
              </a:rPr>
              <a:t>for listings and census features</a:t>
            </a:r>
            <a:r>
              <a:rPr lang="en-GB" dirty="0"/>
              <a:t>. Race interactions with price indicators are linked to a statistically </a:t>
            </a:r>
            <a:r>
              <a:rPr lang="en-GB" dirty="0">
                <a:solidFill>
                  <a:srgbClr val="72DBDE"/>
                </a:solidFill>
                <a:latin typeface="Avenir Next LT Pro Demi" panose="020B0704020202020204" pitchFamily="34" charset="0"/>
              </a:rPr>
              <a:t>significant 7-percentage point decline</a:t>
            </a:r>
            <a:r>
              <a:rPr lang="en-GB" dirty="0"/>
              <a:t> in the acceptance probability for black rental requests. </a:t>
            </a:r>
          </a:p>
        </p:txBody>
      </p: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D6B2C8B8-9F01-277A-B6CB-AF86EABC3FC4}"/>
              </a:ext>
            </a:extLst>
          </p:cNvPr>
          <p:cNvGrpSpPr>
            <a:grpSpLocks noChangeAspect="1"/>
          </p:cNvGrpSpPr>
          <p:nvPr/>
        </p:nvGrpSpPr>
        <p:grpSpPr>
          <a:xfrm>
            <a:off x="16121109" y="8253937"/>
            <a:ext cx="9100943" cy="5342902"/>
            <a:chOff x="1116352" y="1191570"/>
            <a:chExt cx="4854578" cy="2849983"/>
          </a:xfrm>
        </p:grpSpPr>
        <p:sp>
          <p:nvSpPr>
            <p:cNvPr id="549" name="TextBox 548">
              <a:extLst>
                <a:ext uri="{FF2B5EF4-FFF2-40B4-BE49-F238E27FC236}">
                  <a16:creationId xmlns:a16="http://schemas.microsoft.com/office/drawing/2014/main" id="{AC986AB8-99BA-D0FE-6074-3FA0DC31C3B2}"/>
                </a:ext>
              </a:extLst>
            </p:cNvPr>
            <p:cNvSpPr txBox="1"/>
            <p:nvPr/>
          </p:nvSpPr>
          <p:spPr>
            <a:xfrm>
              <a:off x="5732348" y="3700100"/>
              <a:ext cx="238552" cy="201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2300" spc="0" baseline="0" dirty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11</a:t>
              </a:r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64523C0D-0256-1D25-C423-5FC12FC6D7CF}"/>
                </a:ext>
              </a:extLst>
            </p:cNvPr>
            <p:cNvSpPr txBox="1"/>
            <p:nvPr/>
          </p:nvSpPr>
          <p:spPr>
            <a:xfrm>
              <a:off x="2792933" y="3700100"/>
              <a:ext cx="161016" cy="201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2300" spc="0" baseline="0" dirty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4</a:t>
              </a:r>
            </a:p>
          </p:txBody>
        </p:sp>
        <p:sp>
          <p:nvSpPr>
            <p:cNvPr id="537" name="TextBox 536">
              <a:extLst>
                <a:ext uri="{FF2B5EF4-FFF2-40B4-BE49-F238E27FC236}">
                  <a16:creationId xmlns:a16="http://schemas.microsoft.com/office/drawing/2014/main" id="{EF6BF7E2-5CA1-A73B-83F5-E0ECE5854B31}"/>
                </a:ext>
              </a:extLst>
            </p:cNvPr>
            <p:cNvSpPr txBox="1"/>
            <p:nvPr/>
          </p:nvSpPr>
          <p:spPr>
            <a:xfrm>
              <a:off x="3217278" y="3700100"/>
              <a:ext cx="161016" cy="201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2300" spc="0" baseline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5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D8632A7F-EA5D-1434-775F-80D63D58D2D2}"/>
                </a:ext>
              </a:extLst>
            </p:cNvPr>
            <p:cNvSpPr txBox="1"/>
            <p:nvPr/>
          </p:nvSpPr>
          <p:spPr>
            <a:xfrm>
              <a:off x="3641610" y="3700100"/>
              <a:ext cx="161016" cy="201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2300" spc="0" baseline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6</a:t>
              </a:r>
            </a:p>
          </p:txBody>
        </p:sp>
        <p:sp>
          <p:nvSpPr>
            <p:cNvPr id="541" name="TextBox 540">
              <a:extLst>
                <a:ext uri="{FF2B5EF4-FFF2-40B4-BE49-F238E27FC236}">
                  <a16:creationId xmlns:a16="http://schemas.microsoft.com/office/drawing/2014/main" id="{4B76DEED-AA6B-6F78-B6F1-1DE964A0BC7A}"/>
                </a:ext>
              </a:extLst>
            </p:cNvPr>
            <p:cNvSpPr txBox="1"/>
            <p:nvPr/>
          </p:nvSpPr>
          <p:spPr>
            <a:xfrm>
              <a:off x="4065955" y="3700100"/>
              <a:ext cx="161016" cy="201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2300" spc="0" baseline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7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532B2809-EA3F-E665-F638-168D3AFF5348}"/>
                </a:ext>
              </a:extLst>
            </p:cNvPr>
            <p:cNvSpPr txBox="1"/>
            <p:nvPr/>
          </p:nvSpPr>
          <p:spPr>
            <a:xfrm>
              <a:off x="4490440" y="3700100"/>
              <a:ext cx="161016" cy="201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2300" spc="0" baseline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8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B25116CA-0054-A646-D50E-18ED1890E757}"/>
                </a:ext>
              </a:extLst>
            </p:cNvPr>
            <p:cNvSpPr txBox="1"/>
            <p:nvPr/>
          </p:nvSpPr>
          <p:spPr>
            <a:xfrm>
              <a:off x="4914785" y="3700100"/>
              <a:ext cx="161016" cy="201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2300" spc="0" baseline="0" dirty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9</a:t>
              </a:r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9A367BFC-090E-1664-B79A-B70016B8BEF0}"/>
                </a:ext>
              </a:extLst>
            </p:cNvPr>
            <p:cNvSpPr txBox="1"/>
            <p:nvPr/>
          </p:nvSpPr>
          <p:spPr>
            <a:xfrm>
              <a:off x="5303558" y="3700100"/>
              <a:ext cx="238552" cy="201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2300" spc="0" baseline="0" dirty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10</a:t>
              </a:r>
            </a:p>
          </p:txBody>
        </p:sp>
        <p:sp>
          <p:nvSpPr>
            <p:cNvPr id="533" name="TextBox 532">
              <a:extLst>
                <a:ext uri="{FF2B5EF4-FFF2-40B4-BE49-F238E27FC236}">
                  <a16:creationId xmlns:a16="http://schemas.microsoft.com/office/drawing/2014/main" id="{740E37C6-7648-0BB4-EC90-F83EA360317A}"/>
                </a:ext>
              </a:extLst>
            </p:cNvPr>
            <p:cNvSpPr txBox="1"/>
            <p:nvPr/>
          </p:nvSpPr>
          <p:spPr>
            <a:xfrm>
              <a:off x="2368435" y="3700100"/>
              <a:ext cx="161016" cy="201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2300" spc="0" baseline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3</a:t>
              </a:r>
            </a:p>
          </p:txBody>
        </p: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86C424DF-7DFB-B9CD-A52F-D47B2020B52A}"/>
                </a:ext>
              </a:extLst>
            </p:cNvPr>
            <p:cNvSpPr txBox="1"/>
            <p:nvPr/>
          </p:nvSpPr>
          <p:spPr>
            <a:xfrm>
              <a:off x="1944103" y="3700100"/>
              <a:ext cx="161016" cy="201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2300" spc="0" baseline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2</a:t>
              </a:r>
            </a:p>
          </p:txBody>
        </p:sp>
        <p:sp>
          <p:nvSpPr>
            <p:cNvPr id="529" name="TextBox 528">
              <a:extLst>
                <a:ext uri="{FF2B5EF4-FFF2-40B4-BE49-F238E27FC236}">
                  <a16:creationId xmlns:a16="http://schemas.microsoft.com/office/drawing/2014/main" id="{D59DD75C-56F0-6F60-2B3A-171F51F78291}"/>
                </a:ext>
              </a:extLst>
            </p:cNvPr>
            <p:cNvSpPr txBox="1"/>
            <p:nvPr/>
          </p:nvSpPr>
          <p:spPr>
            <a:xfrm>
              <a:off x="1519758" y="3700100"/>
              <a:ext cx="161016" cy="201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2300" spc="0" baseline="0" dirty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1</a:t>
              </a:r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BE1D73A6-DEAD-59F5-A5CA-F87E19EBBB58}"/>
                </a:ext>
              </a:extLst>
            </p:cNvPr>
            <p:cNvSpPr/>
            <p:nvPr/>
          </p:nvSpPr>
          <p:spPr>
            <a:xfrm>
              <a:off x="1646758" y="1436744"/>
              <a:ext cx="4243704" cy="2179129"/>
            </a:xfrm>
            <a:custGeom>
              <a:avLst/>
              <a:gdLst>
                <a:gd name="connsiteX0" fmla="*/ 0 w 4243704"/>
                <a:gd name="connsiteY0" fmla="*/ 1145121 h 2179129"/>
                <a:gd name="connsiteX1" fmla="*/ 0 w 4243704"/>
                <a:gd name="connsiteY1" fmla="*/ 1145121 h 2179129"/>
                <a:gd name="connsiteX2" fmla="*/ 424345 w 4243704"/>
                <a:gd name="connsiteY2" fmla="*/ 1128941 h 2179129"/>
                <a:gd name="connsiteX3" fmla="*/ 848678 w 4243704"/>
                <a:gd name="connsiteY3" fmla="*/ 1112749 h 2179129"/>
                <a:gd name="connsiteX4" fmla="*/ 1273175 w 4243704"/>
                <a:gd name="connsiteY4" fmla="*/ 1096556 h 2179129"/>
                <a:gd name="connsiteX5" fmla="*/ 1697520 w 4243704"/>
                <a:gd name="connsiteY5" fmla="*/ 1080846 h 2179129"/>
                <a:gd name="connsiteX6" fmla="*/ 2121853 w 4243704"/>
                <a:gd name="connsiteY6" fmla="*/ 1095299 h 2179129"/>
                <a:gd name="connsiteX7" fmla="*/ 2546198 w 4243704"/>
                <a:gd name="connsiteY7" fmla="*/ 1308113 h 2179129"/>
                <a:gd name="connsiteX8" fmla="*/ 2970683 w 4243704"/>
                <a:gd name="connsiteY8" fmla="*/ 1525791 h 2179129"/>
                <a:gd name="connsiteX9" fmla="*/ 3395028 w 4243704"/>
                <a:gd name="connsiteY9" fmla="*/ 1743469 h 2179129"/>
                <a:gd name="connsiteX10" fmla="*/ 3819360 w 4243704"/>
                <a:gd name="connsiteY10" fmla="*/ 1961299 h 2179129"/>
                <a:gd name="connsiteX11" fmla="*/ 4243705 w 4243704"/>
                <a:gd name="connsiteY11" fmla="*/ 2179130 h 2179129"/>
                <a:gd name="connsiteX12" fmla="*/ 4243705 w 4243704"/>
                <a:gd name="connsiteY12" fmla="*/ 982307 h 2179129"/>
                <a:gd name="connsiteX13" fmla="*/ 3819360 w 4243704"/>
                <a:gd name="connsiteY13" fmla="*/ 998487 h 2179129"/>
                <a:gd name="connsiteX14" fmla="*/ 3395028 w 4243704"/>
                <a:gd name="connsiteY14" fmla="*/ 1014679 h 2179129"/>
                <a:gd name="connsiteX15" fmla="*/ 2970683 w 4243704"/>
                <a:gd name="connsiteY15" fmla="*/ 1030872 h 2179129"/>
                <a:gd name="connsiteX16" fmla="*/ 2546198 w 4243704"/>
                <a:gd name="connsiteY16" fmla="*/ 1046734 h 2179129"/>
                <a:gd name="connsiteX17" fmla="*/ 2121853 w 4243704"/>
                <a:gd name="connsiteY17" fmla="*/ 1058062 h 2179129"/>
                <a:gd name="connsiteX18" fmla="*/ 1697520 w 4243704"/>
                <a:gd name="connsiteY18" fmla="*/ 870864 h 2179129"/>
                <a:gd name="connsiteX19" fmla="*/ 1273175 w 4243704"/>
                <a:gd name="connsiteY19" fmla="*/ 653352 h 2179129"/>
                <a:gd name="connsiteX20" fmla="*/ 848678 w 4243704"/>
                <a:gd name="connsiteY20" fmla="*/ 435673 h 2179129"/>
                <a:gd name="connsiteX21" fmla="*/ 424345 w 4243704"/>
                <a:gd name="connsiteY21" fmla="*/ 217843 h 2179129"/>
                <a:gd name="connsiteX22" fmla="*/ 0 w 4243704"/>
                <a:gd name="connsiteY22" fmla="*/ 0 h 2179129"/>
                <a:gd name="connsiteX23" fmla="*/ 0 w 4243704"/>
                <a:gd name="connsiteY23" fmla="*/ 1145121 h 217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243704" h="2179129">
                  <a:moveTo>
                    <a:pt x="0" y="1145121"/>
                  </a:moveTo>
                  <a:lnTo>
                    <a:pt x="0" y="1145121"/>
                  </a:lnTo>
                  <a:lnTo>
                    <a:pt x="424345" y="1128941"/>
                  </a:lnTo>
                  <a:lnTo>
                    <a:pt x="848678" y="1112749"/>
                  </a:lnTo>
                  <a:lnTo>
                    <a:pt x="1273175" y="1096556"/>
                  </a:lnTo>
                  <a:lnTo>
                    <a:pt x="1697520" y="1080846"/>
                  </a:lnTo>
                  <a:lnTo>
                    <a:pt x="2121853" y="1095299"/>
                  </a:lnTo>
                  <a:lnTo>
                    <a:pt x="2546198" y="1308113"/>
                  </a:lnTo>
                  <a:lnTo>
                    <a:pt x="2970683" y="1525791"/>
                  </a:lnTo>
                  <a:lnTo>
                    <a:pt x="3395028" y="1743469"/>
                  </a:lnTo>
                  <a:lnTo>
                    <a:pt x="3819360" y="1961299"/>
                  </a:lnTo>
                  <a:lnTo>
                    <a:pt x="4243705" y="2179130"/>
                  </a:lnTo>
                  <a:lnTo>
                    <a:pt x="4243705" y="982307"/>
                  </a:lnTo>
                  <a:lnTo>
                    <a:pt x="3819360" y="998487"/>
                  </a:lnTo>
                  <a:lnTo>
                    <a:pt x="3395028" y="1014679"/>
                  </a:lnTo>
                  <a:lnTo>
                    <a:pt x="2970683" y="1030872"/>
                  </a:lnTo>
                  <a:lnTo>
                    <a:pt x="2546198" y="1046734"/>
                  </a:lnTo>
                  <a:lnTo>
                    <a:pt x="2121853" y="1058062"/>
                  </a:lnTo>
                  <a:lnTo>
                    <a:pt x="1697520" y="870864"/>
                  </a:lnTo>
                  <a:lnTo>
                    <a:pt x="1273175" y="653352"/>
                  </a:lnTo>
                  <a:lnTo>
                    <a:pt x="848678" y="435673"/>
                  </a:lnTo>
                  <a:lnTo>
                    <a:pt x="424345" y="217843"/>
                  </a:lnTo>
                  <a:lnTo>
                    <a:pt x="0" y="0"/>
                  </a:lnTo>
                  <a:lnTo>
                    <a:pt x="0" y="1145121"/>
                  </a:lnTo>
                  <a:close/>
                </a:path>
              </a:pathLst>
            </a:custGeom>
            <a:solidFill>
              <a:srgbClr val="FD595D">
                <a:alpha val="50000"/>
              </a:srgbClr>
            </a:solidFill>
            <a:ln w="1270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GB" sz="2300">
                <a:latin typeface="Avenir Next LT Pro" panose="020B0504020202020204" pitchFamily="34" charset="0"/>
              </a:endParaRPr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1CD1198C-32EE-702F-6FCB-91622754779C}"/>
                </a:ext>
              </a:extLst>
            </p:cNvPr>
            <p:cNvSpPr/>
            <p:nvPr/>
          </p:nvSpPr>
          <p:spPr>
            <a:xfrm>
              <a:off x="1646758" y="1272038"/>
              <a:ext cx="4243704" cy="2182431"/>
            </a:xfrm>
            <a:custGeom>
              <a:avLst/>
              <a:gdLst>
                <a:gd name="connsiteX0" fmla="*/ 0 w 4243704"/>
                <a:gd name="connsiteY0" fmla="*/ 1046112 h 2182431"/>
                <a:gd name="connsiteX1" fmla="*/ 0 w 4243704"/>
                <a:gd name="connsiteY1" fmla="*/ 1046112 h 2182431"/>
                <a:gd name="connsiteX2" fmla="*/ 424345 w 4243704"/>
                <a:gd name="connsiteY2" fmla="*/ 1030389 h 2182431"/>
                <a:gd name="connsiteX3" fmla="*/ 848678 w 4243704"/>
                <a:gd name="connsiteY3" fmla="*/ 1015149 h 2182431"/>
                <a:gd name="connsiteX4" fmla="*/ 1273175 w 4243704"/>
                <a:gd name="connsiteY4" fmla="*/ 1001154 h 2182431"/>
                <a:gd name="connsiteX5" fmla="*/ 1697520 w 4243704"/>
                <a:gd name="connsiteY5" fmla="*/ 995502 h 2182431"/>
                <a:gd name="connsiteX6" fmla="*/ 2121853 w 4243704"/>
                <a:gd name="connsiteY6" fmla="*/ 1105357 h 2182431"/>
                <a:gd name="connsiteX7" fmla="*/ 2546198 w 4243704"/>
                <a:gd name="connsiteY7" fmla="*/ 1314704 h 2182431"/>
                <a:gd name="connsiteX8" fmla="*/ 2970683 w 4243704"/>
                <a:gd name="connsiteY8" fmla="*/ 1530502 h 2182431"/>
                <a:gd name="connsiteX9" fmla="*/ 3395028 w 4243704"/>
                <a:gd name="connsiteY9" fmla="*/ 1747545 h 2182431"/>
                <a:gd name="connsiteX10" fmla="*/ 3819360 w 4243704"/>
                <a:gd name="connsiteY10" fmla="*/ 1964906 h 2182431"/>
                <a:gd name="connsiteX11" fmla="*/ 4243705 w 4243704"/>
                <a:gd name="connsiteY11" fmla="*/ 2182432 h 2182431"/>
                <a:gd name="connsiteX12" fmla="*/ 4243705 w 4243704"/>
                <a:gd name="connsiteY12" fmla="*/ 879983 h 2182431"/>
                <a:gd name="connsiteX13" fmla="*/ 3819360 w 4243704"/>
                <a:gd name="connsiteY13" fmla="*/ 895858 h 2182431"/>
                <a:gd name="connsiteX14" fmla="*/ 3395028 w 4243704"/>
                <a:gd name="connsiteY14" fmla="*/ 911568 h 2182431"/>
                <a:gd name="connsiteX15" fmla="*/ 2970683 w 4243704"/>
                <a:gd name="connsiteY15" fmla="*/ 926973 h 2182431"/>
                <a:gd name="connsiteX16" fmla="*/ 2546198 w 4243704"/>
                <a:gd name="connsiteY16" fmla="*/ 941121 h 2182431"/>
                <a:gd name="connsiteX17" fmla="*/ 2121853 w 4243704"/>
                <a:gd name="connsiteY17" fmla="*/ 948817 h 2182431"/>
                <a:gd name="connsiteX18" fmla="*/ 1697520 w 4243704"/>
                <a:gd name="connsiteY18" fmla="*/ 857034 h 2182431"/>
                <a:gd name="connsiteX19" fmla="*/ 1273175 w 4243704"/>
                <a:gd name="connsiteY19" fmla="*/ 649732 h 2182431"/>
                <a:gd name="connsiteX20" fmla="*/ 848678 w 4243704"/>
                <a:gd name="connsiteY20" fmla="*/ 434251 h 2182431"/>
                <a:gd name="connsiteX21" fmla="*/ 424345 w 4243704"/>
                <a:gd name="connsiteY21" fmla="*/ 217361 h 2182431"/>
                <a:gd name="connsiteX22" fmla="*/ 0 w 4243704"/>
                <a:gd name="connsiteY22" fmla="*/ 0 h 2182431"/>
                <a:gd name="connsiteX23" fmla="*/ 0 w 4243704"/>
                <a:gd name="connsiteY23" fmla="*/ 1046112 h 218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243704" h="2182431">
                  <a:moveTo>
                    <a:pt x="0" y="1046112"/>
                  </a:moveTo>
                  <a:lnTo>
                    <a:pt x="0" y="1046112"/>
                  </a:lnTo>
                  <a:lnTo>
                    <a:pt x="424345" y="1030389"/>
                  </a:lnTo>
                  <a:lnTo>
                    <a:pt x="848678" y="1015149"/>
                  </a:lnTo>
                  <a:lnTo>
                    <a:pt x="1273175" y="1001154"/>
                  </a:lnTo>
                  <a:lnTo>
                    <a:pt x="1697520" y="995502"/>
                  </a:lnTo>
                  <a:lnTo>
                    <a:pt x="2121853" y="1105357"/>
                  </a:lnTo>
                  <a:lnTo>
                    <a:pt x="2546198" y="1314704"/>
                  </a:lnTo>
                  <a:lnTo>
                    <a:pt x="2970683" y="1530502"/>
                  </a:lnTo>
                  <a:lnTo>
                    <a:pt x="3395028" y="1747545"/>
                  </a:lnTo>
                  <a:lnTo>
                    <a:pt x="3819360" y="1964906"/>
                  </a:lnTo>
                  <a:lnTo>
                    <a:pt x="4243705" y="2182432"/>
                  </a:lnTo>
                  <a:lnTo>
                    <a:pt x="4243705" y="879983"/>
                  </a:lnTo>
                  <a:lnTo>
                    <a:pt x="3819360" y="895858"/>
                  </a:lnTo>
                  <a:lnTo>
                    <a:pt x="3395028" y="911568"/>
                  </a:lnTo>
                  <a:lnTo>
                    <a:pt x="2970683" y="926973"/>
                  </a:lnTo>
                  <a:lnTo>
                    <a:pt x="2546198" y="941121"/>
                  </a:lnTo>
                  <a:lnTo>
                    <a:pt x="2121853" y="948817"/>
                  </a:lnTo>
                  <a:lnTo>
                    <a:pt x="1697520" y="857034"/>
                  </a:lnTo>
                  <a:lnTo>
                    <a:pt x="1273175" y="649732"/>
                  </a:lnTo>
                  <a:lnTo>
                    <a:pt x="848678" y="434251"/>
                  </a:lnTo>
                  <a:lnTo>
                    <a:pt x="424345" y="217361"/>
                  </a:lnTo>
                  <a:lnTo>
                    <a:pt x="0" y="0"/>
                  </a:lnTo>
                  <a:lnTo>
                    <a:pt x="0" y="1046112"/>
                  </a:lnTo>
                  <a:close/>
                </a:path>
              </a:pathLst>
            </a:custGeom>
            <a:solidFill>
              <a:srgbClr val="F8CBAD">
                <a:alpha val="50000"/>
              </a:srgbClr>
            </a:solidFill>
            <a:ln w="1270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GB" sz="2300">
                <a:latin typeface="Avenir Next LT Pro" panose="020B0504020202020204" pitchFamily="34" charset="0"/>
              </a:endParaRPr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83A814C2-2359-5F43-21E7-4F3E5D6A5576}"/>
                </a:ext>
              </a:extLst>
            </p:cNvPr>
            <p:cNvSpPr/>
            <p:nvPr/>
          </p:nvSpPr>
          <p:spPr>
            <a:xfrm>
              <a:off x="1646605" y="1795087"/>
              <a:ext cx="4243857" cy="1008227"/>
            </a:xfrm>
            <a:custGeom>
              <a:avLst/>
              <a:gdLst>
                <a:gd name="connsiteX0" fmla="*/ 0 w 4243857"/>
                <a:gd name="connsiteY0" fmla="*/ 0 h 1008227"/>
                <a:gd name="connsiteX1" fmla="*/ 424497 w 4243857"/>
                <a:gd name="connsiteY1" fmla="*/ 100902 h 1008227"/>
                <a:gd name="connsiteX2" fmla="*/ 848830 w 4243857"/>
                <a:gd name="connsiteY2" fmla="*/ 201651 h 1008227"/>
                <a:gd name="connsiteX3" fmla="*/ 1273175 w 4243857"/>
                <a:gd name="connsiteY3" fmla="*/ 302552 h 1008227"/>
                <a:gd name="connsiteX4" fmla="*/ 1697507 w 4243857"/>
                <a:gd name="connsiteY4" fmla="*/ 403301 h 1008227"/>
                <a:gd name="connsiteX5" fmla="*/ 2122005 w 4243857"/>
                <a:gd name="connsiteY5" fmla="*/ 504203 h 1008227"/>
                <a:gd name="connsiteX6" fmla="*/ 2546350 w 4243857"/>
                <a:gd name="connsiteY6" fmla="*/ 604939 h 1008227"/>
                <a:gd name="connsiteX7" fmla="*/ 2970682 w 4243857"/>
                <a:gd name="connsiteY7" fmla="*/ 705841 h 1008227"/>
                <a:gd name="connsiteX8" fmla="*/ 3395028 w 4243857"/>
                <a:gd name="connsiteY8" fmla="*/ 806590 h 1008227"/>
                <a:gd name="connsiteX9" fmla="*/ 3819512 w 4243857"/>
                <a:gd name="connsiteY9" fmla="*/ 907326 h 1008227"/>
                <a:gd name="connsiteX10" fmla="*/ 4243858 w 4243857"/>
                <a:gd name="connsiteY10" fmla="*/ 1008228 h 1008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43857" h="1008227">
                  <a:moveTo>
                    <a:pt x="0" y="0"/>
                  </a:moveTo>
                  <a:lnTo>
                    <a:pt x="424497" y="100902"/>
                  </a:lnTo>
                  <a:lnTo>
                    <a:pt x="848830" y="201651"/>
                  </a:lnTo>
                  <a:lnTo>
                    <a:pt x="1273175" y="302552"/>
                  </a:lnTo>
                  <a:lnTo>
                    <a:pt x="1697507" y="403301"/>
                  </a:lnTo>
                  <a:lnTo>
                    <a:pt x="2122005" y="504203"/>
                  </a:lnTo>
                  <a:lnTo>
                    <a:pt x="2546350" y="604939"/>
                  </a:lnTo>
                  <a:lnTo>
                    <a:pt x="2970682" y="705841"/>
                  </a:lnTo>
                  <a:lnTo>
                    <a:pt x="3395028" y="806590"/>
                  </a:lnTo>
                  <a:lnTo>
                    <a:pt x="3819512" y="907326"/>
                  </a:lnTo>
                  <a:lnTo>
                    <a:pt x="4243858" y="1008228"/>
                  </a:lnTo>
                </a:path>
              </a:pathLst>
            </a:custGeom>
            <a:noFill/>
            <a:ln w="28575" cap="flat">
              <a:solidFill>
                <a:srgbClr val="F8CBA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sz="2300">
                <a:latin typeface="Avenir Next LT Pro" panose="020B0504020202020204" pitchFamily="34" charset="0"/>
              </a:endParaRPr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5D06452F-1838-13ED-5984-AB6A2F3F9960}"/>
                </a:ext>
              </a:extLst>
            </p:cNvPr>
            <p:cNvSpPr/>
            <p:nvPr/>
          </p:nvSpPr>
          <p:spPr>
            <a:xfrm>
              <a:off x="1566291" y="1191570"/>
              <a:ext cx="1270" cy="2504770"/>
            </a:xfrm>
            <a:custGeom>
              <a:avLst/>
              <a:gdLst>
                <a:gd name="connsiteX0" fmla="*/ 0 w 1270"/>
                <a:gd name="connsiteY0" fmla="*/ 2504770 h 2504770"/>
                <a:gd name="connsiteX1" fmla="*/ 0 w 1270"/>
                <a:gd name="connsiteY1" fmla="*/ 0 h 2504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" h="2504770">
                  <a:moveTo>
                    <a:pt x="0" y="2504770"/>
                  </a:moveTo>
                  <a:lnTo>
                    <a:pt x="0" y="0"/>
                  </a:lnTo>
                </a:path>
              </a:pathLst>
            </a:custGeom>
            <a:ln w="731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 sz="2300">
                <a:solidFill>
                  <a:schemeClr val="bg1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2FAB4E73-FDF0-1FB9-2FF4-0ED09C7497F1}"/>
                </a:ext>
              </a:extLst>
            </p:cNvPr>
            <p:cNvSpPr/>
            <p:nvPr/>
          </p:nvSpPr>
          <p:spPr>
            <a:xfrm>
              <a:off x="1646605" y="2009311"/>
              <a:ext cx="4243857" cy="1008227"/>
            </a:xfrm>
            <a:custGeom>
              <a:avLst/>
              <a:gdLst>
                <a:gd name="connsiteX0" fmla="*/ 0 w 4243857"/>
                <a:gd name="connsiteY0" fmla="*/ 0 h 1008227"/>
                <a:gd name="connsiteX1" fmla="*/ 424497 w 4243857"/>
                <a:gd name="connsiteY1" fmla="*/ 100902 h 1008227"/>
                <a:gd name="connsiteX2" fmla="*/ 848830 w 4243857"/>
                <a:gd name="connsiteY2" fmla="*/ 201651 h 1008227"/>
                <a:gd name="connsiteX3" fmla="*/ 1273175 w 4243857"/>
                <a:gd name="connsiteY3" fmla="*/ 302552 h 1008227"/>
                <a:gd name="connsiteX4" fmla="*/ 1697507 w 4243857"/>
                <a:gd name="connsiteY4" fmla="*/ 403289 h 1008227"/>
                <a:gd name="connsiteX5" fmla="*/ 2122005 w 4243857"/>
                <a:gd name="connsiteY5" fmla="*/ 504190 h 1008227"/>
                <a:gd name="connsiteX6" fmla="*/ 2546350 w 4243857"/>
                <a:gd name="connsiteY6" fmla="*/ 604939 h 1008227"/>
                <a:gd name="connsiteX7" fmla="*/ 2970682 w 4243857"/>
                <a:gd name="connsiteY7" fmla="*/ 705841 h 1008227"/>
                <a:gd name="connsiteX8" fmla="*/ 3395028 w 4243857"/>
                <a:gd name="connsiteY8" fmla="*/ 806577 h 1008227"/>
                <a:gd name="connsiteX9" fmla="*/ 3819512 w 4243857"/>
                <a:gd name="connsiteY9" fmla="*/ 907479 h 1008227"/>
                <a:gd name="connsiteX10" fmla="*/ 4243858 w 4243857"/>
                <a:gd name="connsiteY10" fmla="*/ 1008228 h 1008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43857" h="1008227">
                  <a:moveTo>
                    <a:pt x="0" y="0"/>
                  </a:moveTo>
                  <a:lnTo>
                    <a:pt x="424497" y="100902"/>
                  </a:lnTo>
                  <a:lnTo>
                    <a:pt x="848830" y="201651"/>
                  </a:lnTo>
                  <a:lnTo>
                    <a:pt x="1273175" y="302552"/>
                  </a:lnTo>
                  <a:lnTo>
                    <a:pt x="1697507" y="403289"/>
                  </a:lnTo>
                  <a:lnTo>
                    <a:pt x="2122005" y="504190"/>
                  </a:lnTo>
                  <a:lnTo>
                    <a:pt x="2546350" y="604939"/>
                  </a:lnTo>
                  <a:lnTo>
                    <a:pt x="2970682" y="705841"/>
                  </a:lnTo>
                  <a:lnTo>
                    <a:pt x="3395028" y="806577"/>
                  </a:lnTo>
                  <a:lnTo>
                    <a:pt x="3819512" y="907479"/>
                  </a:lnTo>
                  <a:lnTo>
                    <a:pt x="4243858" y="1008228"/>
                  </a:lnTo>
                </a:path>
              </a:pathLst>
            </a:custGeom>
            <a:noFill/>
            <a:ln w="28575" cap="flat">
              <a:solidFill>
                <a:srgbClr val="FD595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sz="2300">
                <a:latin typeface="Avenir Next LT Pro" panose="020B0504020202020204" pitchFamily="34" charset="0"/>
              </a:endParaRPr>
            </a:p>
          </p:txBody>
        </p: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E5625472-AEA3-DE0E-62B5-6C729CE5E46A}"/>
                </a:ext>
              </a:extLst>
            </p:cNvPr>
            <p:cNvSpPr txBox="1"/>
            <p:nvPr/>
          </p:nvSpPr>
          <p:spPr>
            <a:xfrm rot="16200000">
              <a:off x="1326931" y="3335679"/>
              <a:ext cx="161016" cy="201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2300" spc="0" baseline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0</a:t>
              </a:r>
            </a:p>
          </p:txBody>
        </p:sp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EC487C30-2964-9C07-8C63-DB33D77B8033}"/>
                </a:ext>
              </a:extLst>
            </p:cNvPr>
            <p:cNvSpPr txBox="1"/>
            <p:nvPr/>
          </p:nvSpPr>
          <p:spPr>
            <a:xfrm rot="16200000">
              <a:off x="1309540" y="2825673"/>
              <a:ext cx="195798" cy="201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2300" spc="0" baseline="0" dirty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.2</a:t>
              </a:r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D3FF2D9F-FA3A-ABFF-E255-B48EBCEA1614}"/>
                </a:ext>
              </a:extLst>
            </p:cNvPr>
            <p:cNvSpPr txBox="1"/>
            <p:nvPr/>
          </p:nvSpPr>
          <p:spPr>
            <a:xfrm rot="16200000">
              <a:off x="1309540" y="2315819"/>
              <a:ext cx="195798" cy="201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2300" spc="0" baseline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.4</a:t>
              </a:r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2B2F4A43-AA00-9B9E-FDF9-9DC8EFEB35ED}"/>
                </a:ext>
              </a:extLst>
            </p:cNvPr>
            <p:cNvSpPr txBox="1"/>
            <p:nvPr/>
          </p:nvSpPr>
          <p:spPr>
            <a:xfrm rot="16200000">
              <a:off x="1309540" y="1805964"/>
              <a:ext cx="195798" cy="201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2300" spc="0" baseline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.6</a:t>
              </a:r>
            </a:p>
          </p:txBody>
        </p:sp>
        <p:sp>
          <p:nvSpPr>
            <p:cNvPr id="525" name="TextBox 524">
              <a:extLst>
                <a:ext uri="{FF2B5EF4-FFF2-40B4-BE49-F238E27FC236}">
                  <a16:creationId xmlns:a16="http://schemas.microsoft.com/office/drawing/2014/main" id="{FAC4E0F5-795A-0427-FAFE-EE50E56BFFE2}"/>
                </a:ext>
              </a:extLst>
            </p:cNvPr>
            <p:cNvSpPr txBox="1"/>
            <p:nvPr/>
          </p:nvSpPr>
          <p:spPr>
            <a:xfrm rot="16200000">
              <a:off x="1309540" y="1295958"/>
              <a:ext cx="195798" cy="201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2300" spc="0" baseline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.8</a:t>
              </a: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81D3D144-9160-5175-FD63-DC6801ED27F6}"/>
                </a:ext>
              </a:extLst>
            </p:cNvPr>
            <p:cNvSpPr txBox="1"/>
            <p:nvPr/>
          </p:nvSpPr>
          <p:spPr>
            <a:xfrm rot="16200000">
              <a:off x="158712" y="2328937"/>
              <a:ext cx="2145471" cy="2301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2300" spc="0" baseline="0" dirty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Linear acceptance  prediction</a:t>
              </a:r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6224DC81-F14C-FC14-4C16-994657AC22EE}"/>
                </a:ext>
              </a:extLst>
            </p:cNvPr>
            <p:cNvSpPr/>
            <p:nvPr/>
          </p:nvSpPr>
          <p:spPr>
            <a:xfrm>
              <a:off x="1566291" y="3696341"/>
              <a:ext cx="4404639" cy="1270"/>
            </a:xfrm>
            <a:custGeom>
              <a:avLst/>
              <a:gdLst>
                <a:gd name="connsiteX0" fmla="*/ 0 w 4404639"/>
                <a:gd name="connsiteY0" fmla="*/ 0 h 1270"/>
                <a:gd name="connsiteX1" fmla="*/ 4404640 w 4404639"/>
                <a:gd name="connsiteY1" fmla="*/ 0 h 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04639" h="1270">
                  <a:moveTo>
                    <a:pt x="0" y="0"/>
                  </a:moveTo>
                  <a:lnTo>
                    <a:pt x="4404640" y="0"/>
                  </a:lnTo>
                </a:path>
              </a:pathLst>
            </a:custGeom>
            <a:ln w="731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 sz="2300">
                <a:solidFill>
                  <a:schemeClr val="bg1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550" name="TextBox 549">
              <a:extLst>
                <a:ext uri="{FF2B5EF4-FFF2-40B4-BE49-F238E27FC236}">
                  <a16:creationId xmlns:a16="http://schemas.microsoft.com/office/drawing/2014/main" id="{906843CA-73DC-4FEE-B02E-4D73FDA24B0A}"/>
                </a:ext>
              </a:extLst>
            </p:cNvPr>
            <p:cNvSpPr txBox="1"/>
            <p:nvPr/>
          </p:nvSpPr>
          <p:spPr>
            <a:xfrm>
              <a:off x="3440950" y="3839813"/>
              <a:ext cx="569134" cy="2017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2300" spc="0" baseline="0">
                  <a:solidFill>
                    <a:schemeClr val="bg1"/>
                  </a:solidFill>
                  <a:latin typeface="Avenir Next LT Pro" panose="020B0504020202020204" pitchFamily="34" charset="0"/>
                  <a:cs typeface="Helvetica"/>
                  <a:sym typeface="Helvetica"/>
                  <a:rtl val="0"/>
                </a:rPr>
                <a:t>ln(Price)</a:t>
              </a:r>
            </a:p>
          </p:txBody>
        </p:sp>
      </p:grpSp>
      <p:sp>
        <p:nvSpPr>
          <p:cNvPr id="551" name="TextBox 550">
            <a:extLst>
              <a:ext uri="{FF2B5EF4-FFF2-40B4-BE49-F238E27FC236}">
                <a16:creationId xmlns:a16="http://schemas.microsoft.com/office/drawing/2014/main" id="{C5DC8B80-BE2A-BF83-9F47-D8030A4196FE}"/>
              </a:ext>
            </a:extLst>
          </p:cNvPr>
          <p:cNvSpPr txBox="1"/>
          <p:nvPr/>
        </p:nvSpPr>
        <p:spPr>
          <a:xfrm>
            <a:off x="15995304" y="7561446"/>
            <a:ext cx="117347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>
                <a:solidFill>
                  <a:srgbClr val="FE595C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</a:rPr>
              <a:t>II)</a:t>
            </a:r>
            <a:r>
              <a:rPr lang="en-GB" sz="3000" dirty="0">
                <a:solidFill>
                  <a:srgbClr val="F8F0E9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</a:rPr>
              <a:t> Discrimination conditional on listing characteristics</a:t>
            </a:r>
            <a:endParaRPr lang="en-GB" sz="3000" dirty="0">
              <a:solidFill>
                <a:srgbClr val="F8F0E9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552" name="TextBox 551">
            <a:extLst>
              <a:ext uri="{FF2B5EF4-FFF2-40B4-BE49-F238E27FC236}">
                <a16:creationId xmlns:a16="http://schemas.microsoft.com/office/drawing/2014/main" id="{389B11FF-E9FA-3E9D-2046-C5581E15C92A}"/>
              </a:ext>
            </a:extLst>
          </p:cNvPr>
          <p:cNvSpPr txBox="1"/>
          <p:nvPr/>
        </p:nvSpPr>
        <p:spPr>
          <a:xfrm>
            <a:off x="16226300" y="13571650"/>
            <a:ext cx="13324944" cy="1964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>
              <a:spcAft>
                <a:spcPts val="800"/>
              </a:spcAft>
              <a:buClr>
                <a:srgbClr val="72DBDE"/>
              </a:buClr>
              <a:buSzPct val="200000"/>
              <a:buFont typeface="Arial" panose="020B0604020202020204" pitchFamily="34" charset="0"/>
              <a:buChar char="•"/>
              <a:defRPr sz="230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  <a:p>
            <a:r>
              <a:rPr lang="en-GB" dirty="0"/>
              <a:t>Discrimination was also statistically significant when accounting for the physical characteristics of the listing and its geo-referenced ethnic composition: keeping the listings census track constant, </a:t>
            </a:r>
            <a:r>
              <a:rPr lang="en-GB" dirty="0">
                <a:solidFill>
                  <a:srgbClr val="72DBDE"/>
                </a:solidFill>
                <a:latin typeface="Avenir Next LT Pro Demi" panose="020B0704020202020204" pitchFamily="34" charset="0"/>
              </a:rPr>
              <a:t>requests from black guests are, on average, rejected by over 8 pp more relative to that of white individuals</a:t>
            </a:r>
            <a:r>
              <a:rPr lang="en-GB" dirty="0"/>
              <a:t>.</a:t>
            </a:r>
          </a:p>
        </p:txBody>
      </p:sp>
      <p:sp>
        <p:nvSpPr>
          <p:cNvPr id="553" name="TextBox 552">
            <a:extLst>
              <a:ext uri="{FF2B5EF4-FFF2-40B4-BE49-F238E27FC236}">
                <a16:creationId xmlns:a16="http://schemas.microsoft.com/office/drawing/2014/main" id="{7ED18CC2-E4B5-D616-7444-6EA8F61E2A5E}"/>
              </a:ext>
            </a:extLst>
          </p:cNvPr>
          <p:cNvSpPr txBox="1"/>
          <p:nvPr/>
        </p:nvSpPr>
        <p:spPr>
          <a:xfrm>
            <a:off x="17605226" y="11504791"/>
            <a:ext cx="1401987" cy="369332"/>
          </a:xfrm>
          <a:prstGeom prst="rect">
            <a:avLst/>
          </a:prstGeom>
          <a:noFill/>
          <a:ln w="38100"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800" dirty="0">
                <a:solidFill>
                  <a:schemeClr val="bg1"/>
                </a:solidFill>
                <a:latin typeface="Avenir Next LT Pro" panose="020B0504020202020204" pitchFamily="34" charset="0"/>
                <a:cs typeface="Helvetica"/>
                <a:sym typeface="Helvetica"/>
                <a:rtl val="0"/>
              </a:rPr>
              <a:t>Guest is AA</a:t>
            </a:r>
          </a:p>
        </p:txBody>
      </p:sp>
      <p:sp>
        <p:nvSpPr>
          <p:cNvPr id="554" name="TextBox 553">
            <a:extLst>
              <a:ext uri="{FF2B5EF4-FFF2-40B4-BE49-F238E27FC236}">
                <a16:creationId xmlns:a16="http://schemas.microsoft.com/office/drawing/2014/main" id="{C1D548C3-24FB-DCBB-9456-8847DE4FC986}"/>
              </a:ext>
            </a:extLst>
          </p:cNvPr>
          <p:cNvSpPr txBox="1"/>
          <p:nvPr/>
        </p:nvSpPr>
        <p:spPr>
          <a:xfrm>
            <a:off x="17605226" y="11973953"/>
            <a:ext cx="1651415" cy="369332"/>
          </a:xfrm>
          <a:prstGeom prst="rect">
            <a:avLst/>
          </a:prstGeom>
          <a:noFill/>
          <a:ln w="38100"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  <a:latin typeface="Avenir Next LT Pro" panose="020B0504020202020204" pitchFamily="34" charset="0"/>
                <a:cs typeface="Helvetica"/>
                <a:sym typeface="Helvetica"/>
                <a:rtl val="0"/>
              </a:rPr>
              <a:t>Guest</a:t>
            </a:r>
            <a:r>
              <a:rPr lang="en-GB" sz="1800" dirty="0">
                <a:solidFill>
                  <a:schemeClr val="bg1"/>
                </a:solidFill>
                <a:latin typeface="Avenir Next LT Pro" panose="020B0504020202020204" pitchFamily="34" charset="0"/>
                <a:cs typeface="Helvetica"/>
                <a:sym typeface="Helvetica"/>
                <a:rtl val="0"/>
              </a:rPr>
              <a:t> is white</a:t>
            </a:r>
          </a:p>
        </p:txBody>
      </p:sp>
      <p:sp>
        <p:nvSpPr>
          <p:cNvPr id="555" name="Freeform: Shape 554">
            <a:extLst>
              <a:ext uri="{FF2B5EF4-FFF2-40B4-BE49-F238E27FC236}">
                <a16:creationId xmlns:a16="http://schemas.microsoft.com/office/drawing/2014/main" id="{4E4CB552-D2AE-C626-298E-6BE8995925D4}"/>
              </a:ext>
            </a:extLst>
          </p:cNvPr>
          <p:cNvSpPr/>
          <p:nvPr/>
        </p:nvSpPr>
        <p:spPr>
          <a:xfrm>
            <a:off x="17425227" y="12084811"/>
            <a:ext cx="180000" cy="180000"/>
          </a:xfrm>
          <a:custGeom>
            <a:avLst/>
            <a:gdLst>
              <a:gd name="connsiteX0" fmla="*/ 66929 w 66928"/>
              <a:gd name="connsiteY0" fmla="*/ 33465 h 66929"/>
              <a:gd name="connsiteX1" fmla="*/ 33464 w 66928"/>
              <a:gd name="connsiteY1" fmla="*/ 66929 h 66929"/>
              <a:gd name="connsiteX2" fmla="*/ 0 w 66928"/>
              <a:gd name="connsiteY2" fmla="*/ 33465 h 66929"/>
              <a:gd name="connsiteX3" fmla="*/ 33464 w 66928"/>
              <a:gd name="connsiteY3" fmla="*/ 0 h 66929"/>
              <a:gd name="connsiteX4" fmla="*/ 66929 w 66928"/>
              <a:gd name="connsiteY4" fmla="*/ 33465 h 66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28" h="66929">
                <a:moveTo>
                  <a:pt x="66929" y="33465"/>
                </a:moveTo>
                <a:cubicBezTo>
                  <a:pt x="66929" y="51946"/>
                  <a:pt x="51946" y="66929"/>
                  <a:pt x="33464" y="66929"/>
                </a:cubicBezTo>
                <a:cubicBezTo>
                  <a:pt x="14982" y="66929"/>
                  <a:pt x="0" y="51946"/>
                  <a:pt x="0" y="33465"/>
                </a:cubicBezTo>
                <a:cubicBezTo>
                  <a:pt x="0" y="14983"/>
                  <a:pt x="14982" y="0"/>
                  <a:pt x="33464" y="0"/>
                </a:cubicBezTo>
                <a:cubicBezTo>
                  <a:pt x="51946" y="0"/>
                  <a:pt x="66929" y="14983"/>
                  <a:pt x="66929" y="3346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8100" cap="flat">
            <a:solidFill>
              <a:schemeClr val="accent2">
                <a:lumMod val="40000"/>
                <a:lumOff val="6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3800">
              <a:latin typeface="Avenir Next LT Pro" panose="020B0504020202020204" pitchFamily="34" charset="0"/>
            </a:endParaRPr>
          </a:p>
        </p:txBody>
      </p:sp>
      <p:sp>
        <p:nvSpPr>
          <p:cNvPr id="556" name="Freeform: Shape 555">
            <a:extLst>
              <a:ext uri="{FF2B5EF4-FFF2-40B4-BE49-F238E27FC236}">
                <a16:creationId xmlns:a16="http://schemas.microsoft.com/office/drawing/2014/main" id="{49D106FA-0B44-C67F-2870-A0B7207CC770}"/>
              </a:ext>
            </a:extLst>
          </p:cNvPr>
          <p:cNvSpPr/>
          <p:nvPr/>
        </p:nvSpPr>
        <p:spPr>
          <a:xfrm>
            <a:off x="17428758" y="11610320"/>
            <a:ext cx="180000" cy="180000"/>
          </a:xfrm>
          <a:custGeom>
            <a:avLst/>
            <a:gdLst>
              <a:gd name="connsiteX0" fmla="*/ 66929 w 66928"/>
              <a:gd name="connsiteY0" fmla="*/ 33465 h 66928"/>
              <a:gd name="connsiteX1" fmla="*/ 33464 w 66928"/>
              <a:gd name="connsiteY1" fmla="*/ 66929 h 66928"/>
              <a:gd name="connsiteX2" fmla="*/ 0 w 66928"/>
              <a:gd name="connsiteY2" fmla="*/ 33465 h 66928"/>
              <a:gd name="connsiteX3" fmla="*/ 33464 w 66928"/>
              <a:gd name="connsiteY3" fmla="*/ 0 h 66928"/>
              <a:gd name="connsiteX4" fmla="*/ 66929 w 66928"/>
              <a:gd name="connsiteY4" fmla="*/ 33465 h 6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28" h="66928">
                <a:moveTo>
                  <a:pt x="66929" y="33465"/>
                </a:moveTo>
                <a:cubicBezTo>
                  <a:pt x="66929" y="51946"/>
                  <a:pt x="51946" y="66929"/>
                  <a:pt x="33464" y="66929"/>
                </a:cubicBezTo>
                <a:cubicBezTo>
                  <a:pt x="14982" y="66929"/>
                  <a:pt x="0" y="51946"/>
                  <a:pt x="0" y="33465"/>
                </a:cubicBezTo>
                <a:cubicBezTo>
                  <a:pt x="0" y="14983"/>
                  <a:pt x="14982" y="0"/>
                  <a:pt x="33464" y="0"/>
                </a:cubicBezTo>
                <a:cubicBezTo>
                  <a:pt x="51946" y="0"/>
                  <a:pt x="66929" y="14983"/>
                  <a:pt x="66929" y="33465"/>
                </a:cubicBezTo>
                <a:close/>
              </a:path>
            </a:pathLst>
          </a:custGeom>
          <a:solidFill>
            <a:srgbClr val="FD595D"/>
          </a:solidFill>
          <a:ln w="38100" cap="flat">
            <a:solidFill>
              <a:srgbClr val="FD595D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3800">
              <a:latin typeface="Avenir Next LT Pro" panose="020B0504020202020204" pitchFamily="34" charset="0"/>
            </a:endParaRPr>
          </a:p>
        </p:txBody>
      </p:sp>
      <p:sp>
        <p:nvSpPr>
          <p:cNvPr id="557" name="TextBox 556">
            <a:extLst>
              <a:ext uri="{FF2B5EF4-FFF2-40B4-BE49-F238E27FC236}">
                <a16:creationId xmlns:a16="http://schemas.microsoft.com/office/drawing/2014/main" id="{FED8E7FE-322B-339E-6EEC-EB557D24C64D}"/>
              </a:ext>
            </a:extLst>
          </p:cNvPr>
          <p:cNvSpPr txBox="1"/>
          <p:nvPr/>
        </p:nvSpPr>
        <p:spPr>
          <a:xfrm>
            <a:off x="16226300" y="16079992"/>
            <a:ext cx="117347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>
                <a:solidFill>
                  <a:srgbClr val="FE595C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</a:rPr>
              <a:t>III)</a:t>
            </a:r>
            <a:r>
              <a:rPr lang="en-GB" sz="3000" dirty="0">
                <a:solidFill>
                  <a:srgbClr val="F8F0E9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</a:rPr>
              <a:t> Homophily and discrimination</a:t>
            </a:r>
            <a:endParaRPr lang="en-GB" sz="3000" dirty="0">
              <a:solidFill>
                <a:srgbClr val="F8F0E9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416302FC-3C09-FE33-9BD4-88425562A377}"/>
              </a:ext>
            </a:extLst>
          </p:cNvPr>
          <p:cNvSpPr txBox="1"/>
          <p:nvPr/>
        </p:nvSpPr>
        <p:spPr>
          <a:xfrm>
            <a:off x="18270609" y="16850148"/>
            <a:ext cx="3727046" cy="369332"/>
          </a:xfrm>
          <a:prstGeom prst="rect">
            <a:avLst/>
          </a:prstGeom>
          <a:noFill/>
          <a:ln w="38100"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>
                <a:solidFill>
                  <a:srgbClr val="72DBDE"/>
                </a:solidFill>
                <a:latin typeface="Avenir Next LT Pro Demi" panose="020B0704020202020204" pitchFamily="34" charset="0"/>
                <a:cs typeface="Helvetica"/>
                <a:sym typeface="Helvetica"/>
                <a:rtl val="0"/>
              </a:rPr>
              <a:t>Acceptance rate on race and sex</a:t>
            </a:r>
            <a:endParaRPr lang="en-GB" sz="1800" dirty="0">
              <a:solidFill>
                <a:srgbClr val="72DBDE"/>
              </a:solidFill>
              <a:latin typeface="Avenir Next LT Pro Demi" panose="020B0704020202020204" pitchFamily="34" charset="0"/>
              <a:cs typeface="Helvetica"/>
              <a:sym typeface="Helvetica"/>
              <a:rtl val="0"/>
            </a:endParaRPr>
          </a:p>
        </p:txBody>
      </p:sp>
      <p:sp>
        <p:nvSpPr>
          <p:cNvPr id="559" name="TextBox 558">
            <a:extLst>
              <a:ext uri="{FF2B5EF4-FFF2-40B4-BE49-F238E27FC236}">
                <a16:creationId xmlns:a16="http://schemas.microsoft.com/office/drawing/2014/main" id="{9A8AF4DD-1F12-F065-0464-E47A36B061B4}"/>
              </a:ext>
            </a:extLst>
          </p:cNvPr>
          <p:cNvSpPr txBox="1"/>
          <p:nvPr/>
        </p:nvSpPr>
        <p:spPr>
          <a:xfrm>
            <a:off x="904487" y="34232353"/>
            <a:ext cx="4813882" cy="369332"/>
          </a:xfrm>
          <a:prstGeom prst="rect">
            <a:avLst/>
          </a:prstGeom>
          <a:noFill/>
          <a:ln w="38100"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>
                <a:solidFill>
                  <a:srgbClr val="72DBDE"/>
                </a:solidFill>
                <a:latin typeface="Avenir Next LT Pro Demi" panose="020B0704020202020204" pitchFamily="34" charset="0"/>
                <a:cs typeface="Helvetica"/>
                <a:sym typeface="Helvetica"/>
                <a:rtl val="0"/>
              </a:rPr>
              <a:t>Marginal effects of race on acceptance rate</a:t>
            </a:r>
            <a:endParaRPr lang="en-GB" sz="1800" dirty="0">
              <a:solidFill>
                <a:srgbClr val="72DBDE"/>
              </a:solidFill>
              <a:latin typeface="Avenir Next LT Pro Demi" panose="020B0704020202020204" pitchFamily="34" charset="0"/>
              <a:cs typeface="Helvetica"/>
              <a:sym typeface="Helvetica"/>
              <a:rtl val="0"/>
            </a:endParaRPr>
          </a:p>
        </p:txBody>
      </p:sp>
      <p:sp>
        <p:nvSpPr>
          <p:cNvPr id="563" name="TextBox 562">
            <a:extLst>
              <a:ext uri="{FF2B5EF4-FFF2-40B4-BE49-F238E27FC236}">
                <a16:creationId xmlns:a16="http://schemas.microsoft.com/office/drawing/2014/main" id="{E9F146DE-29AC-6DD2-2598-38F849D06CE6}"/>
              </a:ext>
            </a:extLst>
          </p:cNvPr>
          <p:cNvSpPr txBox="1"/>
          <p:nvPr/>
        </p:nvSpPr>
        <p:spPr>
          <a:xfrm>
            <a:off x="17014816" y="23941604"/>
            <a:ext cx="2832234" cy="646331"/>
          </a:xfrm>
          <a:prstGeom prst="rect">
            <a:avLst/>
          </a:prstGeom>
          <a:noFill/>
          <a:ln w="38100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>
                <a:solidFill>
                  <a:srgbClr val="72DBDE"/>
                </a:solidFill>
                <a:latin typeface="Avenir Next LT Pro Demi" panose="020B0704020202020204" pitchFamily="34" charset="0"/>
                <a:cs typeface="Helvetica"/>
                <a:sym typeface="Helvetica"/>
                <a:rtl val="0"/>
              </a:rPr>
              <a:t>Request flow on race and gender</a:t>
            </a:r>
            <a:endParaRPr lang="en-GB" sz="1800" dirty="0">
              <a:solidFill>
                <a:srgbClr val="72DBDE"/>
              </a:solidFill>
              <a:latin typeface="Avenir Next LT Pro Demi" panose="020B0704020202020204" pitchFamily="34" charset="0"/>
              <a:cs typeface="Helvetica"/>
              <a:sym typeface="Helvetica"/>
              <a:rtl val="0"/>
            </a:endParaRPr>
          </a:p>
        </p:txBody>
      </p:sp>
      <p:sp>
        <p:nvSpPr>
          <p:cNvPr id="564" name="TextBox 563">
            <a:extLst>
              <a:ext uri="{FF2B5EF4-FFF2-40B4-BE49-F238E27FC236}">
                <a16:creationId xmlns:a16="http://schemas.microsoft.com/office/drawing/2014/main" id="{A737D6F3-8161-9226-AD2F-554DD9778FC5}"/>
              </a:ext>
            </a:extLst>
          </p:cNvPr>
          <p:cNvSpPr txBox="1"/>
          <p:nvPr/>
        </p:nvSpPr>
        <p:spPr>
          <a:xfrm>
            <a:off x="12121439" y="41644743"/>
            <a:ext cx="2798521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800" dirty="0">
                <a:solidFill>
                  <a:srgbClr val="72DBDE"/>
                </a:solidFill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 </a:t>
            </a:r>
            <a:r>
              <a:rPr lang="en-GB" sz="1800" b="1" dirty="0">
                <a:solidFill>
                  <a:srgbClr val="72DBDE"/>
                </a:solidFill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AA</a:t>
            </a:r>
            <a:r>
              <a:rPr lang="en-GB" sz="1800" dirty="0">
                <a:solidFill>
                  <a:srgbClr val="72DBDE"/>
                </a:solidFill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African American.</a:t>
            </a:r>
          </a:p>
          <a:p>
            <a:pPr>
              <a:spcAft>
                <a:spcPts val="800"/>
              </a:spcAft>
            </a:pPr>
            <a:r>
              <a:rPr lang="en-GB" sz="1800" dirty="0">
                <a:solidFill>
                  <a:srgbClr val="72DBDE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**</a:t>
            </a:r>
            <a:r>
              <a:rPr lang="en-GB" sz="1800" b="1" dirty="0">
                <a:solidFill>
                  <a:srgbClr val="72DBDE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pp</a:t>
            </a:r>
            <a:r>
              <a:rPr lang="en-GB" sz="1800" dirty="0">
                <a:solidFill>
                  <a:srgbClr val="72DBDE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Percentual points.</a:t>
            </a:r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BC8D0EA7-8762-AA03-DA35-6A4B1A3B0736}"/>
              </a:ext>
            </a:extLst>
          </p:cNvPr>
          <p:cNvSpPr/>
          <p:nvPr/>
        </p:nvSpPr>
        <p:spPr>
          <a:xfrm>
            <a:off x="26888218" y="24277152"/>
            <a:ext cx="360000" cy="360000"/>
          </a:xfrm>
          <a:prstGeom prst="ellipse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90685D79-1152-D1A2-79B9-B92143F95010}"/>
              </a:ext>
            </a:extLst>
          </p:cNvPr>
          <p:cNvSpPr txBox="1"/>
          <p:nvPr/>
        </p:nvSpPr>
        <p:spPr>
          <a:xfrm>
            <a:off x="27272022" y="24292777"/>
            <a:ext cx="2372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No homophily</a:t>
            </a:r>
            <a:endParaRPr lang="en-GB" sz="1600" dirty="0">
              <a:solidFill>
                <a:schemeClr val="bg1"/>
              </a:solidFill>
              <a:latin typeface="Avenir Next LT Pro" panose="020B05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9F5C31-3838-FC63-A80D-A94150CE2F60}"/>
              </a:ext>
            </a:extLst>
          </p:cNvPr>
          <p:cNvGrpSpPr/>
          <p:nvPr/>
        </p:nvGrpSpPr>
        <p:grpSpPr>
          <a:xfrm>
            <a:off x="16411317" y="24506640"/>
            <a:ext cx="12770563" cy="6459469"/>
            <a:chOff x="16360557" y="25161910"/>
            <a:chExt cx="12838910" cy="6421668"/>
          </a:xfrm>
        </p:grpSpPr>
        <p:pic>
          <p:nvPicPr>
            <p:cNvPr id="326" name="Picture 325" descr="Graphical user interface&#10;&#10;Description automatically generated with low confidence">
              <a:extLst>
                <a:ext uri="{FF2B5EF4-FFF2-40B4-BE49-F238E27FC236}">
                  <a16:creationId xmlns:a16="http://schemas.microsoft.com/office/drawing/2014/main" id="{BE1CC5DE-70D9-A759-D39F-C8496F9041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4935"/>
            <a:stretch/>
          </p:blipFill>
          <p:spPr>
            <a:xfrm>
              <a:off x="16360557" y="25465759"/>
              <a:ext cx="2383604" cy="6117819"/>
            </a:xfrm>
            <a:prstGeom prst="rect">
              <a:avLst/>
            </a:prstGeom>
          </p:spPr>
        </p:pic>
        <p:pic>
          <p:nvPicPr>
            <p:cNvPr id="329" name="Picture 328" descr="A picture containing graphical user interface&#10;&#10;Description automatically generated">
              <a:extLst>
                <a:ext uri="{FF2B5EF4-FFF2-40B4-BE49-F238E27FC236}">
                  <a16:creationId xmlns:a16="http://schemas.microsoft.com/office/drawing/2014/main" id="{0A9C4811-4968-8CAF-DC0D-99A0AA852B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94" r="12572"/>
            <a:stretch/>
          </p:blipFill>
          <p:spPr>
            <a:xfrm>
              <a:off x="17111378" y="25161910"/>
              <a:ext cx="12088089" cy="6417006"/>
            </a:xfrm>
            <a:prstGeom prst="rect">
              <a:avLst/>
            </a:prstGeom>
          </p:spPr>
        </p:pic>
      </p:grpSp>
      <p:sp>
        <p:nvSpPr>
          <p:cNvPr id="206" name="Oval 205">
            <a:extLst>
              <a:ext uri="{FF2B5EF4-FFF2-40B4-BE49-F238E27FC236}">
                <a16:creationId xmlns:a16="http://schemas.microsoft.com/office/drawing/2014/main" id="{EB768378-E54B-D757-AB8D-33AA367F0659}"/>
              </a:ext>
            </a:extLst>
          </p:cNvPr>
          <p:cNvSpPr/>
          <p:nvPr/>
        </p:nvSpPr>
        <p:spPr>
          <a:xfrm>
            <a:off x="11914301" y="13205005"/>
            <a:ext cx="2327733" cy="2297987"/>
          </a:xfrm>
          <a:prstGeom prst="ellipse">
            <a:avLst/>
          </a:prstGeom>
          <a:solidFill>
            <a:srgbClr val="FD59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venir Next LT Pro Light" panose="020B0304020202020204" pitchFamily="34" charset="0"/>
                <a:cs typeface="Times New Roman" panose="02020603050405020304" pitchFamily="18" charset="0"/>
              </a:rPr>
              <a:t>(T1 T3)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Avenir Next LT Pro Light" panose="020B0304020202020204" pitchFamily="34" charset="0"/>
                <a:cs typeface="Times New Roman" panose="02020603050405020304" pitchFamily="18" charset="0"/>
              </a:rPr>
              <a:t>-</a:t>
            </a:r>
            <a:br>
              <a:rPr lang="en-US" sz="2400" dirty="0">
                <a:solidFill>
                  <a:schemeClr val="bg1"/>
                </a:solidFill>
                <a:latin typeface="Avenir Next LT Pro Light" panose="020B030402020202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Avenir Next LT Pro Light" panose="020B0304020202020204" pitchFamily="34" charset="0"/>
                <a:cs typeface="Times New Roman" panose="02020603050405020304" pitchFamily="18" charset="0"/>
              </a:rPr>
              <a:t>(T2 T4)</a:t>
            </a:r>
          </a:p>
          <a:p>
            <a:pPr algn="ctr"/>
            <a:r>
              <a:rPr lang="en-GB" sz="1800" b="1" dirty="0">
                <a:solidFill>
                  <a:srgbClr val="FEF6E9"/>
                </a:solidFill>
                <a:latin typeface="Avenir Next LT Pro Demi" panose="020B0704020202020204" pitchFamily="34" charset="0"/>
                <a:cs typeface="Times New Roman" panose="02020603050405020304" pitchFamily="18" charset="0"/>
              </a:rPr>
              <a:t>discrimination</a:t>
            </a:r>
            <a:endParaRPr lang="en-GB" sz="1600" dirty="0">
              <a:solidFill>
                <a:srgbClr val="FEF6E9"/>
              </a:solidFill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Avenir Next LT Pro Light" panose="020B03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2F45CF0B-A59E-219C-DC08-5B5A0E2207B8}"/>
              </a:ext>
            </a:extLst>
          </p:cNvPr>
          <p:cNvSpPr txBox="1"/>
          <p:nvPr/>
        </p:nvSpPr>
        <p:spPr>
          <a:xfrm>
            <a:off x="16201828" y="31036894"/>
            <a:ext cx="131397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72DBDE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</a:rPr>
              <a:t>⭐</a:t>
            </a:r>
            <a:r>
              <a:rPr lang="en-GB" sz="3000" dirty="0">
                <a:solidFill>
                  <a:srgbClr val="F8F0E9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</a:rPr>
              <a:t> Critique and extension</a:t>
            </a:r>
            <a:endParaRPr lang="en-GB" sz="3000" dirty="0">
              <a:solidFill>
                <a:srgbClr val="F8F0E9"/>
              </a:solidFill>
              <a:latin typeface="Avenir Next LT Pro Demi" panose="020B0704020202020204" pitchFamily="34" charset="0"/>
            </a:endParaRPr>
          </a:p>
        </p:txBody>
      </p:sp>
      <p:grpSp>
        <p:nvGrpSpPr>
          <p:cNvPr id="5" name="Graphic 3" descr="Test tubes in a holder">
            <a:extLst>
              <a:ext uri="{FF2B5EF4-FFF2-40B4-BE49-F238E27FC236}">
                <a16:creationId xmlns:a16="http://schemas.microsoft.com/office/drawing/2014/main" id="{F19D845E-1B02-A68B-48E0-37221C24575F}"/>
              </a:ext>
            </a:extLst>
          </p:cNvPr>
          <p:cNvGrpSpPr/>
          <p:nvPr/>
        </p:nvGrpSpPr>
        <p:grpSpPr>
          <a:xfrm>
            <a:off x="16420663" y="38855815"/>
            <a:ext cx="1752200" cy="1428421"/>
            <a:chOff x="16423032" y="33228658"/>
            <a:chExt cx="1752200" cy="142842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7D32C67-9EF0-35F8-B4F3-30D5D9663405}"/>
                </a:ext>
              </a:extLst>
            </p:cNvPr>
            <p:cNvSpPr/>
            <p:nvPr/>
          </p:nvSpPr>
          <p:spPr>
            <a:xfrm>
              <a:off x="16434386" y="33623376"/>
              <a:ext cx="1721518" cy="991074"/>
            </a:xfrm>
            <a:custGeom>
              <a:avLst/>
              <a:gdLst>
                <a:gd name="connsiteX0" fmla="*/ 1721518 w 1721518"/>
                <a:gd name="connsiteY0" fmla="*/ 176232 h 991074"/>
                <a:gd name="connsiteX1" fmla="*/ 1709656 w 1721518"/>
                <a:gd name="connsiteY1" fmla="*/ 154095 h 991074"/>
                <a:gd name="connsiteX2" fmla="*/ 1602593 w 1721518"/>
                <a:gd name="connsiteY2" fmla="*/ 88377 h 991074"/>
                <a:gd name="connsiteX3" fmla="*/ 1501721 w 1721518"/>
                <a:gd name="connsiteY3" fmla="*/ 22038 h 991074"/>
                <a:gd name="connsiteX4" fmla="*/ 1471518 w 1721518"/>
                <a:gd name="connsiteY4" fmla="*/ 233 h 991074"/>
                <a:gd name="connsiteX5" fmla="*/ 1461618 w 1721518"/>
                <a:gd name="connsiteY5" fmla="*/ 112505 h 991074"/>
                <a:gd name="connsiteX6" fmla="*/ 1455716 w 1721518"/>
                <a:gd name="connsiteY6" fmla="*/ 122261 h 991074"/>
                <a:gd name="connsiteX7" fmla="*/ 1318218 w 1721518"/>
                <a:gd name="connsiteY7" fmla="*/ 153792 h 991074"/>
                <a:gd name="connsiteX8" fmla="*/ 1267205 w 1721518"/>
                <a:gd name="connsiteY8" fmla="*/ 135436 h 991074"/>
                <a:gd name="connsiteX9" fmla="*/ 1275402 w 1721518"/>
                <a:gd name="connsiteY9" fmla="*/ 28186 h 991074"/>
                <a:gd name="connsiteX10" fmla="*/ 1225456 w 1721518"/>
                <a:gd name="connsiteY10" fmla="*/ 24491 h 991074"/>
                <a:gd name="connsiteX11" fmla="*/ 1163894 w 1721518"/>
                <a:gd name="connsiteY11" fmla="*/ 30379 h 991074"/>
                <a:gd name="connsiteX12" fmla="*/ 1154168 w 1721518"/>
                <a:gd name="connsiteY12" fmla="*/ 40019 h 991074"/>
                <a:gd name="connsiteX13" fmla="*/ 1149463 w 1721518"/>
                <a:gd name="connsiteY13" fmla="*/ 154384 h 991074"/>
                <a:gd name="connsiteX14" fmla="*/ 1007305 w 1721518"/>
                <a:gd name="connsiteY14" fmla="*/ 189076 h 991074"/>
                <a:gd name="connsiteX15" fmla="*/ 956292 w 1721518"/>
                <a:gd name="connsiteY15" fmla="*/ 170720 h 991074"/>
                <a:gd name="connsiteX16" fmla="*/ 964488 w 1721518"/>
                <a:gd name="connsiteY16" fmla="*/ 63599 h 991074"/>
                <a:gd name="connsiteX17" fmla="*/ 914370 w 1721518"/>
                <a:gd name="connsiteY17" fmla="*/ 60598 h 991074"/>
                <a:gd name="connsiteX18" fmla="*/ 865824 w 1721518"/>
                <a:gd name="connsiteY18" fmla="*/ 66976 h 991074"/>
                <a:gd name="connsiteX19" fmla="*/ 839878 w 1721518"/>
                <a:gd name="connsiteY19" fmla="*/ 77294 h 991074"/>
                <a:gd name="connsiteX20" fmla="*/ 835115 w 1721518"/>
                <a:gd name="connsiteY20" fmla="*/ 200274 h 991074"/>
                <a:gd name="connsiteX21" fmla="*/ 692957 w 1721518"/>
                <a:gd name="connsiteY21" fmla="*/ 234952 h 991074"/>
                <a:gd name="connsiteX22" fmla="*/ 641944 w 1721518"/>
                <a:gd name="connsiteY22" fmla="*/ 216610 h 991074"/>
                <a:gd name="connsiteX23" fmla="*/ 649866 w 1721518"/>
                <a:gd name="connsiteY23" fmla="*/ 101105 h 991074"/>
                <a:gd name="connsiteX24" fmla="*/ 598535 w 1721518"/>
                <a:gd name="connsiteY24" fmla="*/ 98291 h 991074"/>
                <a:gd name="connsiteX25" fmla="*/ 535083 w 1721518"/>
                <a:gd name="connsiteY25" fmla="*/ 105911 h 991074"/>
                <a:gd name="connsiteX26" fmla="*/ 525659 w 1721518"/>
                <a:gd name="connsiteY26" fmla="*/ 115565 h 991074"/>
                <a:gd name="connsiteX27" fmla="*/ 520912 w 1721518"/>
                <a:gd name="connsiteY27" fmla="*/ 235486 h 991074"/>
                <a:gd name="connsiteX28" fmla="*/ 378767 w 1721518"/>
                <a:gd name="connsiteY28" fmla="*/ 270177 h 991074"/>
                <a:gd name="connsiteX29" fmla="*/ 330337 w 1721518"/>
                <a:gd name="connsiteY29" fmla="*/ 251316 h 991074"/>
                <a:gd name="connsiteX30" fmla="*/ 323526 w 1721518"/>
                <a:gd name="connsiteY30" fmla="*/ 126879 h 991074"/>
                <a:gd name="connsiteX31" fmla="*/ 99761 w 1721518"/>
                <a:gd name="connsiteY31" fmla="*/ 158453 h 991074"/>
                <a:gd name="connsiteX32" fmla="*/ 25976 w 1721518"/>
                <a:gd name="connsiteY32" fmla="*/ 167328 h 991074"/>
                <a:gd name="connsiteX33" fmla="*/ 0 w 1721518"/>
                <a:gd name="connsiteY33" fmla="*/ 182481 h 991074"/>
                <a:gd name="connsiteX34" fmla="*/ 21834 w 1721518"/>
                <a:gd name="connsiteY34" fmla="*/ 805130 h 991074"/>
                <a:gd name="connsiteX35" fmla="*/ 223347 w 1721518"/>
                <a:gd name="connsiteY35" fmla="*/ 965761 h 991074"/>
                <a:gd name="connsiteX36" fmla="*/ 252468 w 1721518"/>
                <a:gd name="connsiteY36" fmla="*/ 988980 h 991074"/>
                <a:gd name="connsiteX37" fmla="*/ 268285 w 1721518"/>
                <a:gd name="connsiteY37" fmla="*/ 981534 h 991074"/>
                <a:gd name="connsiteX38" fmla="*/ 282167 w 1721518"/>
                <a:gd name="connsiteY38" fmla="*/ 369981 h 991074"/>
                <a:gd name="connsiteX39" fmla="*/ 295703 w 1721518"/>
                <a:gd name="connsiteY39" fmla="*/ 355233 h 991074"/>
                <a:gd name="connsiteX40" fmla="*/ 1453767 w 1721518"/>
                <a:gd name="connsiteY40" fmla="*/ 201111 h 991074"/>
                <a:gd name="connsiteX41" fmla="*/ 1455932 w 1721518"/>
                <a:gd name="connsiteY41" fmla="*/ 228818 h 991074"/>
                <a:gd name="connsiteX42" fmla="*/ 1452786 w 1721518"/>
                <a:gd name="connsiteY42" fmla="*/ 496396 h 991074"/>
                <a:gd name="connsiteX43" fmla="*/ 1449178 w 1721518"/>
                <a:gd name="connsiteY43" fmla="*/ 627847 h 991074"/>
                <a:gd name="connsiteX44" fmla="*/ 1454908 w 1721518"/>
                <a:gd name="connsiteY44" fmla="*/ 636924 h 991074"/>
                <a:gd name="connsiteX45" fmla="*/ 1678110 w 1721518"/>
                <a:gd name="connsiteY45" fmla="*/ 758288 h 991074"/>
                <a:gd name="connsiteX46" fmla="*/ 1692642 w 1721518"/>
                <a:gd name="connsiteY46" fmla="*/ 750308 h 991074"/>
                <a:gd name="connsiteX47" fmla="*/ 1721518 w 1721518"/>
                <a:gd name="connsiteY47" fmla="*/ 176232 h 991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721518" h="991074">
                  <a:moveTo>
                    <a:pt x="1721518" y="176232"/>
                  </a:moveTo>
                  <a:cubicBezTo>
                    <a:pt x="1718011" y="172307"/>
                    <a:pt x="1717275" y="157703"/>
                    <a:pt x="1709656" y="154095"/>
                  </a:cubicBezTo>
                  <a:cubicBezTo>
                    <a:pt x="1672496" y="135523"/>
                    <a:pt x="1636953" y="111553"/>
                    <a:pt x="1602593" y="88377"/>
                  </a:cubicBezTo>
                  <a:cubicBezTo>
                    <a:pt x="1577036" y="70843"/>
                    <a:pt x="1528245" y="39427"/>
                    <a:pt x="1501721" y="22038"/>
                  </a:cubicBezTo>
                  <a:cubicBezTo>
                    <a:pt x="1491201" y="18402"/>
                    <a:pt x="1483163" y="-2422"/>
                    <a:pt x="1471518" y="233"/>
                  </a:cubicBezTo>
                  <a:cubicBezTo>
                    <a:pt x="1460045" y="3913"/>
                    <a:pt x="1463797" y="87352"/>
                    <a:pt x="1461618" y="112505"/>
                  </a:cubicBezTo>
                  <a:cubicBezTo>
                    <a:pt x="1461271" y="116503"/>
                    <a:pt x="1459078" y="120067"/>
                    <a:pt x="1455716" y="122261"/>
                  </a:cubicBezTo>
                  <a:cubicBezTo>
                    <a:pt x="1414083" y="149506"/>
                    <a:pt x="1366360" y="156390"/>
                    <a:pt x="1318218" y="153792"/>
                  </a:cubicBezTo>
                  <a:cubicBezTo>
                    <a:pt x="1305880" y="152421"/>
                    <a:pt x="1274882" y="151498"/>
                    <a:pt x="1267205" y="135436"/>
                  </a:cubicBezTo>
                  <a:cubicBezTo>
                    <a:pt x="1274074" y="102043"/>
                    <a:pt x="1276830" y="61954"/>
                    <a:pt x="1275402" y="28186"/>
                  </a:cubicBezTo>
                  <a:cubicBezTo>
                    <a:pt x="1273237" y="8993"/>
                    <a:pt x="1239036" y="23611"/>
                    <a:pt x="1225456" y="24491"/>
                  </a:cubicBezTo>
                  <a:cubicBezTo>
                    <a:pt x="1205311" y="25805"/>
                    <a:pt x="1183679" y="30047"/>
                    <a:pt x="1163894" y="30379"/>
                  </a:cubicBezTo>
                  <a:cubicBezTo>
                    <a:pt x="1158555" y="30379"/>
                    <a:pt x="1154226" y="34680"/>
                    <a:pt x="1154168" y="40019"/>
                  </a:cubicBezTo>
                  <a:cubicBezTo>
                    <a:pt x="1156679" y="54320"/>
                    <a:pt x="1153518" y="146144"/>
                    <a:pt x="1149463" y="154384"/>
                  </a:cubicBezTo>
                  <a:cubicBezTo>
                    <a:pt x="1106734" y="184270"/>
                    <a:pt x="1057250" y="191803"/>
                    <a:pt x="1007305" y="189076"/>
                  </a:cubicBezTo>
                  <a:cubicBezTo>
                    <a:pt x="994923" y="187705"/>
                    <a:pt x="963954" y="186810"/>
                    <a:pt x="956292" y="170720"/>
                  </a:cubicBezTo>
                  <a:cubicBezTo>
                    <a:pt x="963146" y="137370"/>
                    <a:pt x="965917" y="97324"/>
                    <a:pt x="964488" y="63599"/>
                  </a:cubicBezTo>
                  <a:cubicBezTo>
                    <a:pt x="962280" y="44190"/>
                    <a:pt x="927646" y="62329"/>
                    <a:pt x="914370" y="60598"/>
                  </a:cubicBezTo>
                  <a:cubicBezTo>
                    <a:pt x="899795" y="62575"/>
                    <a:pt x="880457" y="64898"/>
                    <a:pt x="865824" y="66976"/>
                  </a:cubicBezTo>
                  <a:cubicBezTo>
                    <a:pt x="855867" y="69978"/>
                    <a:pt x="841046" y="63094"/>
                    <a:pt x="839878" y="77294"/>
                  </a:cubicBezTo>
                  <a:cubicBezTo>
                    <a:pt x="839661" y="103544"/>
                    <a:pt x="839170" y="192034"/>
                    <a:pt x="835115" y="200274"/>
                  </a:cubicBezTo>
                  <a:cubicBezTo>
                    <a:pt x="792400" y="230161"/>
                    <a:pt x="742888" y="237665"/>
                    <a:pt x="692957" y="234952"/>
                  </a:cubicBezTo>
                  <a:cubicBezTo>
                    <a:pt x="674889" y="232888"/>
                    <a:pt x="650443" y="232383"/>
                    <a:pt x="641944" y="216610"/>
                  </a:cubicBezTo>
                  <a:cubicBezTo>
                    <a:pt x="649419" y="179681"/>
                    <a:pt x="651742" y="139333"/>
                    <a:pt x="649866" y="101105"/>
                  </a:cubicBezTo>
                  <a:cubicBezTo>
                    <a:pt x="648048" y="81797"/>
                    <a:pt x="611797" y="100008"/>
                    <a:pt x="598535" y="98291"/>
                  </a:cubicBezTo>
                  <a:cubicBezTo>
                    <a:pt x="577481" y="100384"/>
                    <a:pt x="555834" y="104857"/>
                    <a:pt x="535083" y="105911"/>
                  </a:cubicBezTo>
                  <a:cubicBezTo>
                    <a:pt x="529859" y="106084"/>
                    <a:pt x="525703" y="110341"/>
                    <a:pt x="525659" y="115565"/>
                  </a:cubicBezTo>
                  <a:cubicBezTo>
                    <a:pt x="525443" y="140833"/>
                    <a:pt x="525587" y="227202"/>
                    <a:pt x="520912" y="235486"/>
                  </a:cubicBezTo>
                  <a:cubicBezTo>
                    <a:pt x="478196" y="265357"/>
                    <a:pt x="428698" y="272876"/>
                    <a:pt x="378767" y="270177"/>
                  </a:cubicBezTo>
                  <a:cubicBezTo>
                    <a:pt x="366415" y="268806"/>
                    <a:pt x="334248" y="268705"/>
                    <a:pt x="330337" y="251316"/>
                  </a:cubicBezTo>
                  <a:cubicBezTo>
                    <a:pt x="326441" y="233941"/>
                    <a:pt x="349011" y="115594"/>
                    <a:pt x="323526" y="126879"/>
                  </a:cubicBezTo>
                  <a:cubicBezTo>
                    <a:pt x="250102" y="143893"/>
                    <a:pt x="174080" y="147053"/>
                    <a:pt x="99761" y="158453"/>
                  </a:cubicBezTo>
                  <a:cubicBezTo>
                    <a:pt x="76137" y="161585"/>
                    <a:pt x="49960" y="164861"/>
                    <a:pt x="25976" y="167328"/>
                  </a:cubicBezTo>
                  <a:cubicBezTo>
                    <a:pt x="21228" y="167776"/>
                    <a:pt x="505" y="173418"/>
                    <a:pt x="0" y="182481"/>
                  </a:cubicBezTo>
                  <a:cubicBezTo>
                    <a:pt x="14936" y="385552"/>
                    <a:pt x="5556" y="604887"/>
                    <a:pt x="21834" y="805130"/>
                  </a:cubicBezTo>
                  <a:cubicBezTo>
                    <a:pt x="88865" y="858568"/>
                    <a:pt x="156359" y="912366"/>
                    <a:pt x="223347" y="965761"/>
                  </a:cubicBezTo>
                  <a:cubicBezTo>
                    <a:pt x="223347" y="965761"/>
                    <a:pt x="252468" y="988980"/>
                    <a:pt x="252468" y="988980"/>
                  </a:cubicBezTo>
                  <a:cubicBezTo>
                    <a:pt x="258428" y="993987"/>
                    <a:pt x="268400" y="989427"/>
                    <a:pt x="268285" y="981534"/>
                  </a:cubicBezTo>
                  <a:cubicBezTo>
                    <a:pt x="272801" y="776052"/>
                    <a:pt x="272830" y="573486"/>
                    <a:pt x="282167" y="369981"/>
                  </a:cubicBezTo>
                  <a:cubicBezTo>
                    <a:pt x="282513" y="362448"/>
                    <a:pt x="288228" y="356243"/>
                    <a:pt x="295703" y="355233"/>
                  </a:cubicBezTo>
                  <a:cubicBezTo>
                    <a:pt x="683865" y="303325"/>
                    <a:pt x="1065403" y="252990"/>
                    <a:pt x="1453767" y="201111"/>
                  </a:cubicBezTo>
                  <a:cubicBezTo>
                    <a:pt x="1454013" y="216148"/>
                    <a:pt x="1456278" y="215672"/>
                    <a:pt x="1455932" y="228818"/>
                  </a:cubicBezTo>
                  <a:cubicBezTo>
                    <a:pt x="1453623" y="317338"/>
                    <a:pt x="1453436" y="408122"/>
                    <a:pt x="1452786" y="496396"/>
                  </a:cubicBezTo>
                  <a:cubicBezTo>
                    <a:pt x="1451458" y="539458"/>
                    <a:pt x="1450102" y="583992"/>
                    <a:pt x="1449178" y="627847"/>
                  </a:cubicBezTo>
                  <a:cubicBezTo>
                    <a:pt x="1449092" y="631772"/>
                    <a:pt x="1451314" y="635337"/>
                    <a:pt x="1454908" y="636924"/>
                  </a:cubicBezTo>
                  <a:cubicBezTo>
                    <a:pt x="1538159" y="673434"/>
                    <a:pt x="1599693" y="716106"/>
                    <a:pt x="1678110" y="758288"/>
                  </a:cubicBezTo>
                  <a:cubicBezTo>
                    <a:pt x="1684099" y="761895"/>
                    <a:pt x="1692512" y="757350"/>
                    <a:pt x="1692642" y="750308"/>
                  </a:cubicBezTo>
                  <a:cubicBezTo>
                    <a:pt x="1699367" y="559661"/>
                    <a:pt x="1717997" y="355825"/>
                    <a:pt x="1721518" y="176232"/>
                  </a:cubicBezTo>
                  <a:close/>
                </a:path>
              </a:pathLst>
            </a:custGeom>
            <a:solidFill>
              <a:srgbClr val="FD595D"/>
            </a:solidFill>
            <a:ln w="143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0" name="Graphic 3" descr="Test tubes in a holder">
              <a:extLst>
                <a:ext uri="{FF2B5EF4-FFF2-40B4-BE49-F238E27FC236}">
                  <a16:creationId xmlns:a16="http://schemas.microsoft.com/office/drawing/2014/main" id="{1F0A4DAD-73E7-B896-9A1C-13FB0C51C6F6}"/>
                </a:ext>
              </a:extLst>
            </p:cNvPr>
            <p:cNvGrpSpPr/>
            <p:nvPr/>
          </p:nvGrpSpPr>
          <p:grpSpPr>
            <a:xfrm>
              <a:off x="16761337" y="33246530"/>
              <a:ext cx="1138563" cy="1278879"/>
              <a:chOff x="16761337" y="33246530"/>
              <a:chExt cx="1138563" cy="1278879"/>
            </a:xfrm>
            <a:solidFill>
              <a:srgbClr val="FFFFFF"/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BB0E299A-E67A-B684-C053-B71050EB5C2D}"/>
                  </a:ext>
                </a:extLst>
              </p:cNvPr>
              <p:cNvSpPr/>
              <p:nvPr/>
            </p:nvSpPr>
            <p:spPr>
              <a:xfrm>
                <a:off x="16761337" y="33955837"/>
                <a:ext cx="191225" cy="569573"/>
              </a:xfrm>
              <a:custGeom>
                <a:avLst/>
                <a:gdLst>
                  <a:gd name="connsiteX0" fmla="*/ 180006 w 191225"/>
                  <a:gd name="connsiteY0" fmla="*/ 116 h 569573"/>
                  <a:gd name="connsiteX1" fmla="*/ 14051 w 191225"/>
                  <a:gd name="connsiteY1" fmla="*/ 18876 h 569573"/>
                  <a:gd name="connsiteX2" fmla="*/ 5623 w 191225"/>
                  <a:gd name="connsiteY2" fmla="*/ 29815 h 569573"/>
                  <a:gd name="connsiteX3" fmla="*/ 18683 w 191225"/>
                  <a:gd name="connsiteY3" fmla="*/ 520970 h 569573"/>
                  <a:gd name="connsiteX4" fmla="*/ 53606 w 191225"/>
                  <a:gd name="connsiteY4" fmla="*/ 566096 h 569573"/>
                  <a:gd name="connsiteX5" fmla="*/ 122586 w 191225"/>
                  <a:gd name="connsiteY5" fmla="*/ 559818 h 569573"/>
                  <a:gd name="connsiteX6" fmla="*/ 177740 w 191225"/>
                  <a:gd name="connsiteY6" fmla="*/ 362303 h 569573"/>
                  <a:gd name="connsiteX7" fmla="*/ 181839 w 191225"/>
                  <a:gd name="connsiteY7" fmla="*/ 137282 h 569573"/>
                  <a:gd name="connsiteX8" fmla="*/ 190815 w 191225"/>
                  <a:gd name="connsiteY8" fmla="*/ 11820 h 569573"/>
                  <a:gd name="connsiteX9" fmla="*/ 180006 w 191225"/>
                  <a:gd name="connsiteY9" fmla="*/ 116 h 569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1225" h="569573">
                    <a:moveTo>
                      <a:pt x="180006" y="116"/>
                    </a:moveTo>
                    <a:cubicBezTo>
                      <a:pt x="122845" y="7577"/>
                      <a:pt x="71356" y="11632"/>
                      <a:pt x="14051" y="18876"/>
                    </a:cubicBezTo>
                    <a:cubicBezTo>
                      <a:pt x="8827" y="19454"/>
                      <a:pt x="5551" y="24548"/>
                      <a:pt x="5623" y="29815"/>
                    </a:cubicBezTo>
                    <a:cubicBezTo>
                      <a:pt x="7124" y="162897"/>
                      <a:pt x="-14681" y="360297"/>
                      <a:pt x="18683" y="520970"/>
                    </a:cubicBezTo>
                    <a:cubicBezTo>
                      <a:pt x="24470" y="547133"/>
                      <a:pt x="37328" y="562834"/>
                      <a:pt x="53606" y="566096"/>
                    </a:cubicBezTo>
                    <a:cubicBezTo>
                      <a:pt x="75252" y="570425"/>
                      <a:pt x="102642" y="572921"/>
                      <a:pt x="122586" y="559818"/>
                    </a:cubicBezTo>
                    <a:cubicBezTo>
                      <a:pt x="190584" y="516886"/>
                      <a:pt x="174811" y="429608"/>
                      <a:pt x="177740" y="362303"/>
                    </a:cubicBezTo>
                    <a:cubicBezTo>
                      <a:pt x="178231" y="288489"/>
                      <a:pt x="178736" y="212178"/>
                      <a:pt x="181839" y="137282"/>
                    </a:cubicBezTo>
                    <a:cubicBezTo>
                      <a:pt x="183686" y="96255"/>
                      <a:pt x="193311" y="56108"/>
                      <a:pt x="190815" y="11820"/>
                    </a:cubicBezTo>
                    <a:cubicBezTo>
                      <a:pt x="190425" y="5355"/>
                      <a:pt x="186442" y="-937"/>
                      <a:pt x="180006" y="11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3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694A218-03E6-AEA9-E0BC-AEF22BFB9386}"/>
                  </a:ext>
                </a:extLst>
              </p:cNvPr>
              <p:cNvSpPr/>
              <p:nvPr/>
            </p:nvSpPr>
            <p:spPr>
              <a:xfrm>
                <a:off x="17078199" y="33911466"/>
                <a:ext cx="186846" cy="577852"/>
              </a:xfrm>
              <a:custGeom>
                <a:avLst/>
                <a:gdLst>
                  <a:gd name="connsiteX0" fmla="*/ 174419 w 186846"/>
                  <a:gd name="connsiteY0" fmla="*/ 184 h 577852"/>
                  <a:gd name="connsiteX1" fmla="*/ 12360 w 186846"/>
                  <a:gd name="connsiteY1" fmla="*/ 19955 h 577852"/>
                  <a:gd name="connsiteX2" fmla="*/ 3702 w 186846"/>
                  <a:gd name="connsiteY2" fmla="*/ 39436 h 577852"/>
                  <a:gd name="connsiteX3" fmla="*/ 2836 w 186846"/>
                  <a:gd name="connsiteY3" fmla="*/ 217701 h 577852"/>
                  <a:gd name="connsiteX4" fmla="*/ 55364 w 186846"/>
                  <a:gd name="connsiteY4" fmla="*/ 576698 h 577852"/>
                  <a:gd name="connsiteX5" fmla="*/ 128096 w 186846"/>
                  <a:gd name="connsiteY5" fmla="*/ 566308 h 577852"/>
                  <a:gd name="connsiteX6" fmla="*/ 174780 w 186846"/>
                  <a:gd name="connsiteY6" fmla="*/ 414466 h 577852"/>
                  <a:gd name="connsiteX7" fmla="*/ 186829 w 186846"/>
                  <a:gd name="connsiteY7" fmla="*/ 22119 h 577852"/>
                  <a:gd name="connsiteX8" fmla="*/ 174419 w 186846"/>
                  <a:gd name="connsiteY8" fmla="*/ 184 h 577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846" h="577852">
                    <a:moveTo>
                      <a:pt x="174419" y="184"/>
                    </a:moveTo>
                    <a:cubicBezTo>
                      <a:pt x="120361" y="6938"/>
                      <a:pt x="73893" y="11585"/>
                      <a:pt x="12360" y="19955"/>
                    </a:cubicBezTo>
                    <a:cubicBezTo>
                      <a:pt x="6025" y="20676"/>
                      <a:pt x="3499" y="32134"/>
                      <a:pt x="3702" y="39436"/>
                    </a:cubicBezTo>
                    <a:cubicBezTo>
                      <a:pt x="5289" y="96770"/>
                      <a:pt x="3572" y="160035"/>
                      <a:pt x="2836" y="217701"/>
                    </a:cubicBezTo>
                    <a:cubicBezTo>
                      <a:pt x="5116" y="283073"/>
                      <a:pt x="-22101" y="571893"/>
                      <a:pt x="55364" y="576698"/>
                    </a:cubicBezTo>
                    <a:cubicBezTo>
                      <a:pt x="89002" y="578791"/>
                      <a:pt x="108109" y="579397"/>
                      <a:pt x="128096" y="566308"/>
                    </a:cubicBezTo>
                    <a:cubicBezTo>
                      <a:pt x="182688" y="533550"/>
                      <a:pt x="174664" y="468697"/>
                      <a:pt x="174780" y="414466"/>
                    </a:cubicBezTo>
                    <a:cubicBezTo>
                      <a:pt x="177926" y="285108"/>
                      <a:pt x="184852" y="152430"/>
                      <a:pt x="186829" y="22119"/>
                    </a:cubicBezTo>
                    <a:cubicBezTo>
                      <a:pt x="187046" y="8078"/>
                      <a:pt x="185386" y="-1461"/>
                      <a:pt x="174419" y="18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3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9FE8FF4-4F5F-2F91-FB40-C97616F45944}"/>
                  </a:ext>
                </a:extLst>
              </p:cNvPr>
              <p:cNvSpPr/>
              <p:nvPr/>
            </p:nvSpPr>
            <p:spPr>
              <a:xfrm>
                <a:off x="17392749" y="33866948"/>
                <a:ext cx="187113" cy="578073"/>
              </a:xfrm>
              <a:custGeom>
                <a:avLst/>
                <a:gdLst>
                  <a:gd name="connsiteX0" fmla="*/ 176338 w 187113"/>
                  <a:gd name="connsiteY0" fmla="*/ 111 h 578073"/>
                  <a:gd name="connsiteX1" fmla="*/ 11537 w 187113"/>
                  <a:gd name="connsiteY1" fmla="*/ 23200 h 578073"/>
                  <a:gd name="connsiteX2" fmla="*/ 3124 w 187113"/>
                  <a:gd name="connsiteY2" fmla="*/ 34269 h 578073"/>
                  <a:gd name="connsiteX3" fmla="*/ 2229 w 187113"/>
                  <a:gd name="connsiteY3" fmla="*/ 230687 h 578073"/>
                  <a:gd name="connsiteX4" fmla="*/ 54426 w 187113"/>
                  <a:gd name="connsiteY4" fmla="*/ 568919 h 578073"/>
                  <a:gd name="connsiteX5" fmla="*/ 119726 w 187113"/>
                  <a:gd name="connsiteY5" fmla="*/ 567605 h 578073"/>
                  <a:gd name="connsiteX6" fmla="*/ 174606 w 187113"/>
                  <a:gd name="connsiteY6" fmla="*/ 413050 h 578073"/>
                  <a:gd name="connsiteX7" fmla="*/ 179599 w 187113"/>
                  <a:gd name="connsiteY7" fmla="*/ 130306 h 578073"/>
                  <a:gd name="connsiteX8" fmla="*/ 187103 w 187113"/>
                  <a:gd name="connsiteY8" fmla="*/ 11843 h 578073"/>
                  <a:gd name="connsiteX9" fmla="*/ 176338 w 187113"/>
                  <a:gd name="connsiteY9" fmla="*/ 111 h 578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7113" h="578073">
                    <a:moveTo>
                      <a:pt x="176338" y="111"/>
                    </a:moveTo>
                    <a:cubicBezTo>
                      <a:pt x="119451" y="7355"/>
                      <a:pt x="68424" y="16013"/>
                      <a:pt x="11537" y="23200"/>
                    </a:cubicBezTo>
                    <a:cubicBezTo>
                      <a:pt x="6270" y="23777"/>
                      <a:pt x="2706" y="26649"/>
                      <a:pt x="3124" y="34269"/>
                    </a:cubicBezTo>
                    <a:cubicBezTo>
                      <a:pt x="6602" y="97476"/>
                      <a:pt x="3110" y="168144"/>
                      <a:pt x="2229" y="230687"/>
                    </a:cubicBezTo>
                    <a:cubicBezTo>
                      <a:pt x="4726" y="294833"/>
                      <a:pt x="-20802" y="556393"/>
                      <a:pt x="54426" y="568919"/>
                    </a:cubicBezTo>
                    <a:cubicBezTo>
                      <a:pt x="74528" y="581906"/>
                      <a:pt x="99782" y="580723"/>
                      <a:pt x="119726" y="567605"/>
                    </a:cubicBezTo>
                    <a:cubicBezTo>
                      <a:pt x="174332" y="534847"/>
                      <a:pt x="174491" y="467325"/>
                      <a:pt x="174606" y="413050"/>
                    </a:cubicBezTo>
                    <a:cubicBezTo>
                      <a:pt x="175183" y="319538"/>
                      <a:pt x="175357" y="224655"/>
                      <a:pt x="179599" y="130306"/>
                    </a:cubicBezTo>
                    <a:cubicBezTo>
                      <a:pt x="181086" y="94099"/>
                      <a:pt x="187392" y="48497"/>
                      <a:pt x="187103" y="11843"/>
                    </a:cubicBezTo>
                    <a:cubicBezTo>
                      <a:pt x="187046" y="5349"/>
                      <a:pt x="182803" y="-914"/>
                      <a:pt x="176338" y="1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3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9179C07-57EE-10C2-91F9-3EA821A9B8D6}"/>
                  </a:ext>
                </a:extLst>
              </p:cNvPr>
              <p:cNvSpPr/>
              <p:nvPr/>
            </p:nvSpPr>
            <p:spPr>
              <a:xfrm>
                <a:off x="17703477" y="33833458"/>
                <a:ext cx="187867" cy="576265"/>
              </a:xfrm>
              <a:custGeom>
                <a:avLst/>
                <a:gdLst>
                  <a:gd name="connsiteX0" fmla="*/ 177173 w 187867"/>
                  <a:gd name="connsiteY0" fmla="*/ 121 h 576265"/>
                  <a:gd name="connsiteX1" fmla="*/ 11218 w 187867"/>
                  <a:gd name="connsiteY1" fmla="*/ 20324 h 576265"/>
                  <a:gd name="connsiteX2" fmla="*/ 3396 w 187867"/>
                  <a:gd name="connsiteY2" fmla="*/ 33557 h 576265"/>
                  <a:gd name="connsiteX3" fmla="*/ 2848 w 187867"/>
                  <a:gd name="connsiteY3" fmla="*/ 214419 h 576265"/>
                  <a:gd name="connsiteX4" fmla="*/ 54626 w 187867"/>
                  <a:gd name="connsiteY4" fmla="*/ 567110 h 576265"/>
                  <a:gd name="connsiteX5" fmla="*/ 119926 w 187867"/>
                  <a:gd name="connsiteY5" fmla="*/ 565797 h 576265"/>
                  <a:gd name="connsiteX6" fmla="*/ 174806 w 187867"/>
                  <a:gd name="connsiteY6" fmla="*/ 411242 h 576265"/>
                  <a:gd name="connsiteX7" fmla="*/ 180622 w 187867"/>
                  <a:gd name="connsiteY7" fmla="*/ 112249 h 576265"/>
                  <a:gd name="connsiteX8" fmla="*/ 187780 w 187867"/>
                  <a:gd name="connsiteY8" fmla="*/ 12560 h 576265"/>
                  <a:gd name="connsiteX9" fmla="*/ 177173 w 187867"/>
                  <a:gd name="connsiteY9" fmla="*/ 121 h 576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7867" h="576265">
                    <a:moveTo>
                      <a:pt x="177173" y="121"/>
                    </a:moveTo>
                    <a:cubicBezTo>
                      <a:pt x="121960" y="7351"/>
                      <a:pt x="73083" y="12387"/>
                      <a:pt x="11218" y="20324"/>
                    </a:cubicBezTo>
                    <a:cubicBezTo>
                      <a:pt x="5099" y="20973"/>
                      <a:pt x="2501" y="26241"/>
                      <a:pt x="3396" y="33557"/>
                    </a:cubicBezTo>
                    <a:cubicBezTo>
                      <a:pt x="10352" y="90400"/>
                      <a:pt x="3858" y="156927"/>
                      <a:pt x="2848" y="214419"/>
                    </a:cubicBezTo>
                    <a:cubicBezTo>
                      <a:pt x="5113" y="279878"/>
                      <a:pt x="-21944" y="554296"/>
                      <a:pt x="54626" y="567110"/>
                    </a:cubicBezTo>
                    <a:cubicBezTo>
                      <a:pt x="74728" y="580098"/>
                      <a:pt x="99982" y="578915"/>
                      <a:pt x="119926" y="565797"/>
                    </a:cubicBezTo>
                    <a:cubicBezTo>
                      <a:pt x="174532" y="533039"/>
                      <a:pt x="174691" y="465502"/>
                      <a:pt x="174806" y="411242"/>
                    </a:cubicBezTo>
                    <a:cubicBezTo>
                      <a:pt x="175398" y="311510"/>
                      <a:pt x="175571" y="212009"/>
                      <a:pt x="180622" y="112249"/>
                    </a:cubicBezTo>
                    <a:cubicBezTo>
                      <a:pt x="181892" y="79534"/>
                      <a:pt x="188718" y="43702"/>
                      <a:pt x="187780" y="12560"/>
                    </a:cubicBezTo>
                    <a:cubicBezTo>
                      <a:pt x="187578" y="5763"/>
                      <a:pt x="183927" y="-991"/>
                      <a:pt x="177173" y="1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3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13D4A7B3-06CB-F604-0370-FBF8EF407625}"/>
                  </a:ext>
                </a:extLst>
              </p:cNvPr>
              <p:cNvSpPr/>
              <p:nvPr/>
            </p:nvSpPr>
            <p:spPr>
              <a:xfrm>
                <a:off x="17704909" y="33246530"/>
                <a:ext cx="194991" cy="520897"/>
              </a:xfrm>
              <a:custGeom>
                <a:avLst/>
                <a:gdLst>
                  <a:gd name="connsiteX0" fmla="*/ 194933 w 194991"/>
                  <a:gd name="connsiteY0" fmla="*/ 38963 h 520897"/>
                  <a:gd name="connsiteX1" fmla="*/ 101421 w 194991"/>
                  <a:gd name="connsiteY1" fmla="*/ 0 h 520897"/>
                  <a:gd name="connsiteX2" fmla="*/ 4446 w 194991"/>
                  <a:gd name="connsiteY2" fmla="*/ 33768 h 520897"/>
                  <a:gd name="connsiteX3" fmla="*/ 131 w 194991"/>
                  <a:gd name="connsiteY3" fmla="*/ 74478 h 520897"/>
                  <a:gd name="connsiteX4" fmla="*/ 6120 w 194991"/>
                  <a:gd name="connsiteY4" fmla="*/ 460836 h 520897"/>
                  <a:gd name="connsiteX5" fmla="*/ 69500 w 194991"/>
                  <a:gd name="connsiteY5" fmla="*/ 520897 h 520897"/>
                  <a:gd name="connsiteX6" fmla="*/ 187097 w 194991"/>
                  <a:gd name="connsiteY6" fmla="*/ 484445 h 520897"/>
                  <a:gd name="connsiteX7" fmla="*/ 187732 w 194991"/>
                  <a:gd name="connsiteY7" fmla="*/ 237403 h 520897"/>
                  <a:gd name="connsiteX8" fmla="*/ 193288 w 194991"/>
                  <a:gd name="connsiteY8" fmla="*/ 81058 h 520897"/>
                  <a:gd name="connsiteX9" fmla="*/ 194933 w 194991"/>
                  <a:gd name="connsiteY9" fmla="*/ 38963 h 520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4991" h="520897">
                    <a:moveTo>
                      <a:pt x="194933" y="38963"/>
                    </a:moveTo>
                    <a:cubicBezTo>
                      <a:pt x="196477" y="25528"/>
                      <a:pt x="167298" y="4950"/>
                      <a:pt x="101421" y="0"/>
                    </a:cubicBezTo>
                    <a:cubicBezTo>
                      <a:pt x="38257" y="2554"/>
                      <a:pt x="6134" y="21372"/>
                      <a:pt x="4446" y="33768"/>
                    </a:cubicBezTo>
                    <a:cubicBezTo>
                      <a:pt x="3854" y="38069"/>
                      <a:pt x="-836" y="69903"/>
                      <a:pt x="131" y="74478"/>
                    </a:cubicBezTo>
                    <a:cubicBezTo>
                      <a:pt x="10463" y="202509"/>
                      <a:pt x="766" y="332084"/>
                      <a:pt x="6120" y="460836"/>
                    </a:cubicBezTo>
                    <a:cubicBezTo>
                      <a:pt x="13984" y="524765"/>
                      <a:pt x="-2092" y="516914"/>
                      <a:pt x="69500" y="520897"/>
                    </a:cubicBezTo>
                    <a:cubicBezTo>
                      <a:pt x="111754" y="519094"/>
                      <a:pt x="167269" y="515341"/>
                      <a:pt x="187097" y="484445"/>
                    </a:cubicBezTo>
                    <a:cubicBezTo>
                      <a:pt x="191888" y="393631"/>
                      <a:pt x="188598" y="317335"/>
                      <a:pt x="187732" y="237403"/>
                    </a:cubicBezTo>
                    <a:cubicBezTo>
                      <a:pt x="187040" y="186029"/>
                      <a:pt x="186333" y="132908"/>
                      <a:pt x="193288" y="81058"/>
                    </a:cubicBezTo>
                    <a:cubicBezTo>
                      <a:pt x="193779" y="77552"/>
                      <a:pt x="194544" y="42384"/>
                      <a:pt x="194933" y="389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3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0942FCE-1296-9055-F271-B85D1CFA9454}"/>
                  </a:ext>
                </a:extLst>
              </p:cNvPr>
              <p:cNvSpPr/>
              <p:nvPr/>
            </p:nvSpPr>
            <p:spPr>
              <a:xfrm>
                <a:off x="17393987" y="33289203"/>
                <a:ext cx="193336" cy="513508"/>
              </a:xfrm>
              <a:custGeom>
                <a:avLst/>
                <a:gdLst>
                  <a:gd name="connsiteX0" fmla="*/ 189834 w 193336"/>
                  <a:gd name="connsiteY0" fmla="*/ 29352 h 513508"/>
                  <a:gd name="connsiteX1" fmla="*/ 101444 w 193336"/>
                  <a:gd name="connsiteY1" fmla="*/ 0 h 513508"/>
                  <a:gd name="connsiteX2" fmla="*/ 11396 w 193336"/>
                  <a:gd name="connsiteY2" fmla="*/ 27043 h 513508"/>
                  <a:gd name="connsiteX3" fmla="*/ 111 w 193336"/>
                  <a:gd name="connsiteY3" fmla="*/ 67089 h 513508"/>
                  <a:gd name="connsiteX4" fmla="*/ 4339 w 193336"/>
                  <a:gd name="connsiteY4" fmla="*/ 196664 h 513508"/>
                  <a:gd name="connsiteX5" fmla="*/ 7846 w 193336"/>
                  <a:gd name="connsiteY5" fmla="*/ 469509 h 513508"/>
                  <a:gd name="connsiteX6" fmla="*/ 17586 w 193336"/>
                  <a:gd name="connsiteY6" fmla="*/ 508646 h 513508"/>
                  <a:gd name="connsiteX7" fmla="*/ 69408 w 193336"/>
                  <a:gd name="connsiteY7" fmla="*/ 513509 h 513508"/>
                  <a:gd name="connsiteX8" fmla="*/ 187063 w 193336"/>
                  <a:gd name="connsiteY8" fmla="*/ 477042 h 513508"/>
                  <a:gd name="connsiteX9" fmla="*/ 187727 w 193336"/>
                  <a:gd name="connsiteY9" fmla="*/ 230418 h 513508"/>
                  <a:gd name="connsiteX10" fmla="*/ 193283 w 193336"/>
                  <a:gd name="connsiteY10" fmla="*/ 73641 h 513508"/>
                  <a:gd name="connsiteX11" fmla="*/ 189834 w 193336"/>
                  <a:gd name="connsiteY11" fmla="*/ 29352 h 513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3336" h="513508">
                    <a:moveTo>
                      <a:pt x="189834" y="29352"/>
                    </a:moveTo>
                    <a:cubicBezTo>
                      <a:pt x="187525" y="16913"/>
                      <a:pt x="162271" y="4560"/>
                      <a:pt x="101444" y="0"/>
                    </a:cubicBezTo>
                    <a:cubicBezTo>
                      <a:pt x="37371" y="2511"/>
                      <a:pt x="12420" y="14416"/>
                      <a:pt x="11396" y="27043"/>
                    </a:cubicBezTo>
                    <a:cubicBezTo>
                      <a:pt x="11049" y="31257"/>
                      <a:pt x="-1289" y="60480"/>
                      <a:pt x="111" y="67089"/>
                    </a:cubicBezTo>
                    <a:cubicBezTo>
                      <a:pt x="6778" y="108910"/>
                      <a:pt x="2448" y="153992"/>
                      <a:pt x="4339" y="196664"/>
                    </a:cubicBezTo>
                    <a:cubicBezTo>
                      <a:pt x="7110" y="287550"/>
                      <a:pt x="659" y="378508"/>
                      <a:pt x="7846" y="469509"/>
                    </a:cubicBezTo>
                    <a:cubicBezTo>
                      <a:pt x="12319" y="481631"/>
                      <a:pt x="3776" y="503883"/>
                      <a:pt x="17586" y="508646"/>
                    </a:cubicBezTo>
                    <a:cubicBezTo>
                      <a:pt x="31945" y="511734"/>
                      <a:pt x="50099" y="513509"/>
                      <a:pt x="69408" y="513509"/>
                    </a:cubicBezTo>
                    <a:cubicBezTo>
                      <a:pt x="111676" y="511705"/>
                      <a:pt x="167220" y="507953"/>
                      <a:pt x="187063" y="477042"/>
                    </a:cubicBezTo>
                    <a:cubicBezTo>
                      <a:pt x="191868" y="386474"/>
                      <a:pt x="188592" y="310163"/>
                      <a:pt x="187727" y="230418"/>
                    </a:cubicBezTo>
                    <a:cubicBezTo>
                      <a:pt x="187034" y="178914"/>
                      <a:pt x="186312" y="125664"/>
                      <a:pt x="193283" y="73641"/>
                    </a:cubicBezTo>
                    <a:cubicBezTo>
                      <a:pt x="193773" y="70163"/>
                      <a:pt x="190800" y="34504"/>
                      <a:pt x="189834" y="293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3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07FD85BE-391C-4261-F791-D5E3291AB172}"/>
                  </a:ext>
                </a:extLst>
              </p:cNvPr>
              <p:cNvSpPr/>
              <p:nvPr/>
            </p:nvSpPr>
            <p:spPr>
              <a:xfrm>
                <a:off x="17078853" y="33335064"/>
                <a:ext cx="194164" cy="513533"/>
              </a:xfrm>
              <a:custGeom>
                <a:avLst/>
                <a:gdLst>
                  <a:gd name="connsiteX0" fmla="*/ 190779 w 194164"/>
                  <a:gd name="connsiteY0" fmla="*/ 31835 h 513533"/>
                  <a:gd name="connsiteX1" fmla="*/ 102202 w 194164"/>
                  <a:gd name="connsiteY1" fmla="*/ 0 h 513533"/>
                  <a:gd name="connsiteX2" fmla="*/ 12341 w 194164"/>
                  <a:gd name="connsiteY2" fmla="*/ 27520 h 513533"/>
                  <a:gd name="connsiteX3" fmla="*/ 883 w 194164"/>
                  <a:gd name="connsiteY3" fmla="*/ 67089 h 513533"/>
                  <a:gd name="connsiteX4" fmla="*/ 4577 w 194164"/>
                  <a:gd name="connsiteY4" fmla="*/ 134756 h 513533"/>
                  <a:gd name="connsiteX5" fmla="*/ 5515 w 194164"/>
                  <a:gd name="connsiteY5" fmla="*/ 334407 h 513533"/>
                  <a:gd name="connsiteX6" fmla="*/ 10710 w 194164"/>
                  <a:gd name="connsiteY6" fmla="*/ 498645 h 513533"/>
                  <a:gd name="connsiteX7" fmla="*/ 18388 w 194164"/>
                  <a:gd name="connsiteY7" fmla="*/ 508631 h 513533"/>
                  <a:gd name="connsiteX8" fmla="*/ 184300 w 194164"/>
                  <a:gd name="connsiteY8" fmla="*/ 484084 h 513533"/>
                  <a:gd name="connsiteX9" fmla="*/ 188513 w 194164"/>
                  <a:gd name="connsiteY9" fmla="*/ 230014 h 513533"/>
                  <a:gd name="connsiteX10" fmla="*/ 194069 w 194164"/>
                  <a:gd name="connsiteY10" fmla="*/ 73670 h 513533"/>
                  <a:gd name="connsiteX11" fmla="*/ 190779 w 194164"/>
                  <a:gd name="connsiteY11" fmla="*/ 31835 h 513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4164" h="513533">
                    <a:moveTo>
                      <a:pt x="190779" y="31835"/>
                    </a:moveTo>
                    <a:cubicBezTo>
                      <a:pt x="191457" y="18601"/>
                      <a:pt x="167011" y="4878"/>
                      <a:pt x="102202" y="0"/>
                    </a:cubicBezTo>
                    <a:cubicBezTo>
                      <a:pt x="37480" y="2497"/>
                      <a:pt x="12774" y="14691"/>
                      <a:pt x="12341" y="27520"/>
                    </a:cubicBezTo>
                    <a:cubicBezTo>
                      <a:pt x="12168" y="32773"/>
                      <a:pt x="3553" y="49253"/>
                      <a:pt x="883" y="67089"/>
                    </a:cubicBezTo>
                    <a:cubicBezTo>
                      <a:pt x="-2436" y="89269"/>
                      <a:pt x="4678" y="111320"/>
                      <a:pt x="4577" y="134756"/>
                    </a:cubicBezTo>
                    <a:cubicBezTo>
                      <a:pt x="4967" y="201152"/>
                      <a:pt x="6150" y="268010"/>
                      <a:pt x="5515" y="334407"/>
                    </a:cubicBezTo>
                    <a:cubicBezTo>
                      <a:pt x="4491" y="388292"/>
                      <a:pt x="6049" y="444601"/>
                      <a:pt x="10710" y="498645"/>
                    </a:cubicBezTo>
                    <a:cubicBezTo>
                      <a:pt x="10480" y="503407"/>
                      <a:pt x="13726" y="507635"/>
                      <a:pt x="18388" y="508631"/>
                    </a:cubicBezTo>
                    <a:cubicBezTo>
                      <a:pt x="67914" y="518819"/>
                      <a:pt x="147111" y="514274"/>
                      <a:pt x="184300" y="484084"/>
                    </a:cubicBezTo>
                    <a:cubicBezTo>
                      <a:pt x="198514" y="395002"/>
                      <a:pt x="186479" y="310610"/>
                      <a:pt x="188513" y="230014"/>
                    </a:cubicBezTo>
                    <a:cubicBezTo>
                      <a:pt x="187821" y="178640"/>
                      <a:pt x="187114" y="125520"/>
                      <a:pt x="194069" y="73670"/>
                    </a:cubicBezTo>
                    <a:cubicBezTo>
                      <a:pt x="194849" y="68951"/>
                      <a:pt x="190563" y="36048"/>
                      <a:pt x="190779" y="318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3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C95917B0-7F43-2041-9B50-72471A9EB1AE}"/>
                  </a:ext>
                </a:extLst>
              </p:cNvPr>
              <p:cNvSpPr/>
              <p:nvPr/>
            </p:nvSpPr>
            <p:spPr>
              <a:xfrm>
                <a:off x="16765354" y="33370227"/>
                <a:ext cx="193394" cy="513607"/>
              </a:xfrm>
              <a:custGeom>
                <a:avLst/>
                <a:gdLst>
                  <a:gd name="connsiteX0" fmla="*/ 188905 w 193394"/>
                  <a:gd name="connsiteY0" fmla="*/ 38593 h 513607"/>
                  <a:gd name="connsiteX1" fmla="*/ 101511 w 193394"/>
                  <a:gd name="connsiteY1" fmla="*/ 63 h 513607"/>
                  <a:gd name="connsiteX2" fmla="*/ 11925 w 193394"/>
                  <a:gd name="connsiteY2" fmla="*/ 24249 h 513607"/>
                  <a:gd name="connsiteX3" fmla="*/ 163 w 193394"/>
                  <a:gd name="connsiteY3" fmla="*/ 66993 h 513607"/>
                  <a:gd name="connsiteX4" fmla="*/ 4810 w 193394"/>
                  <a:gd name="connsiteY4" fmla="*/ 273485 h 513607"/>
                  <a:gd name="connsiteX5" fmla="*/ 7927 w 193394"/>
                  <a:gd name="connsiteY5" fmla="*/ 469572 h 513607"/>
                  <a:gd name="connsiteX6" fmla="*/ 17668 w 193394"/>
                  <a:gd name="connsiteY6" fmla="*/ 508708 h 513607"/>
                  <a:gd name="connsiteX7" fmla="*/ 183609 w 193394"/>
                  <a:gd name="connsiteY7" fmla="*/ 484161 h 513607"/>
                  <a:gd name="connsiteX8" fmla="*/ 187823 w 193394"/>
                  <a:gd name="connsiteY8" fmla="*/ 230106 h 513607"/>
                  <a:gd name="connsiteX9" fmla="*/ 193379 w 193394"/>
                  <a:gd name="connsiteY9" fmla="*/ 73747 h 513607"/>
                  <a:gd name="connsiteX10" fmla="*/ 188905 w 193394"/>
                  <a:gd name="connsiteY10" fmla="*/ 38593 h 513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3394" h="513607">
                    <a:moveTo>
                      <a:pt x="188905" y="38593"/>
                    </a:moveTo>
                    <a:cubicBezTo>
                      <a:pt x="198386" y="16067"/>
                      <a:pt x="154401" y="2733"/>
                      <a:pt x="101511" y="63"/>
                    </a:cubicBezTo>
                    <a:cubicBezTo>
                      <a:pt x="50008" y="-1077"/>
                      <a:pt x="18101" y="13541"/>
                      <a:pt x="11925" y="24249"/>
                    </a:cubicBezTo>
                    <a:cubicBezTo>
                      <a:pt x="9991" y="27611"/>
                      <a:pt x="-1496" y="59114"/>
                      <a:pt x="163" y="66993"/>
                    </a:cubicBezTo>
                    <a:cubicBezTo>
                      <a:pt x="7523" y="134703"/>
                      <a:pt x="3381" y="204996"/>
                      <a:pt x="4810" y="273485"/>
                    </a:cubicBezTo>
                    <a:cubicBezTo>
                      <a:pt x="6051" y="338900"/>
                      <a:pt x="1823" y="403969"/>
                      <a:pt x="7927" y="469572"/>
                    </a:cubicBezTo>
                    <a:cubicBezTo>
                      <a:pt x="12401" y="481708"/>
                      <a:pt x="3858" y="503932"/>
                      <a:pt x="17668" y="508708"/>
                    </a:cubicBezTo>
                    <a:cubicBezTo>
                      <a:pt x="67195" y="518897"/>
                      <a:pt x="146420" y="514336"/>
                      <a:pt x="183609" y="484161"/>
                    </a:cubicBezTo>
                    <a:cubicBezTo>
                      <a:pt x="197823" y="395036"/>
                      <a:pt x="185788" y="310688"/>
                      <a:pt x="187823" y="230106"/>
                    </a:cubicBezTo>
                    <a:cubicBezTo>
                      <a:pt x="187130" y="178732"/>
                      <a:pt x="186423" y="125626"/>
                      <a:pt x="193379" y="73747"/>
                    </a:cubicBezTo>
                    <a:cubicBezTo>
                      <a:pt x="193840" y="70269"/>
                      <a:pt x="184244" y="44293"/>
                      <a:pt x="188905" y="3859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3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DFEDDD7-1904-CDA4-5118-99AA6D59C0AD}"/>
                </a:ext>
              </a:extLst>
            </p:cNvPr>
            <p:cNvSpPr/>
            <p:nvPr/>
          </p:nvSpPr>
          <p:spPr>
            <a:xfrm>
              <a:off x="17747680" y="33944202"/>
              <a:ext cx="111258" cy="418467"/>
            </a:xfrm>
            <a:custGeom>
              <a:avLst/>
              <a:gdLst>
                <a:gd name="connsiteX0" fmla="*/ 95522 w 111258"/>
                <a:gd name="connsiteY0" fmla="*/ 3193 h 418467"/>
                <a:gd name="connsiteX1" fmla="*/ 14565 w 111258"/>
                <a:gd name="connsiteY1" fmla="*/ 10149 h 418467"/>
                <a:gd name="connsiteX2" fmla="*/ 4780 w 111258"/>
                <a:gd name="connsiteY2" fmla="*/ 38578 h 418467"/>
                <a:gd name="connsiteX3" fmla="*/ 1173 w 111258"/>
                <a:gd name="connsiteY3" fmla="*/ 393837 h 418467"/>
                <a:gd name="connsiteX4" fmla="*/ 37048 w 111258"/>
                <a:gd name="connsiteY4" fmla="*/ 417937 h 418467"/>
                <a:gd name="connsiteX5" fmla="*/ 89937 w 111258"/>
                <a:gd name="connsiteY5" fmla="*/ 361079 h 418467"/>
                <a:gd name="connsiteX6" fmla="*/ 103834 w 111258"/>
                <a:gd name="connsiteY6" fmla="*/ 251578 h 418467"/>
                <a:gd name="connsiteX7" fmla="*/ 110054 w 111258"/>
                <a:gd name="connsiteY7" fmla="*/ 137747 h 418467"/>
                <a:gd name="connsiteX8" fmla="*/ 104007 w 111258"/>
                <a:gd name="connsiteY8" fmla="*/ 32286 h 418467"/>
                <a:gd name="connsiteX9" fmla="*/ 95522 w 111258"/>
                <a:gd name="connsiteY9" fmla="*/ 3193 h 418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1258" h="418467">
                  <a:moveTo>
                    <a:pt x="95522" y="3193"/>
                  </a:moveTo>
                  <a:cubicBezTo>
                    <a:pt x="67208" y="-3503"/>
                    <a:pt x="41161" y="1057"/>
                    <a:pt x="14565" y="10149"/>
                  </a:cubicBezTo>
                  <a:cubicBezTo>
                    <a:pt x="1072" y="14752"/>
                    <a:pt x="-1006" y="28548"/>
                    <a:pt x="4780" y="38578"/>
                  </a:cubicBezTo>
                  <a:cubicBezTo>
                    <a:pt x="-674" y="156810"/>
                    <a:pt x="-819" y="275403"/>
                    <a:pt x="1173" y="393837"/>
                  </a:cubicBezTo>
                  <a:cubicBezTo>
                    <a:pt x="1519" y="410101"/>
                    <a:pt x="18360" y="421054"/>
                    <a:pt x="37048" y="417937"/>
                  </a:cubicBezTo>
                  <a:cubicBezTo>
                    <a:pt x="69561" y="412511"/>
                    <a:pt x="84525" y="386305"/>
                    <a:pt x="89937" y="361079"/>
                  </a:cubicBezTo>
                  <a:cubicBezTo>
                    <a:pt x="97643" y="325190"/>
                    <a:pt x="100414" y="287944"/>
                    <a:pt x="103834" y="251578"/>
                  </a:cubicBezTo>
                  <a:cubicBezTo>
                    <a:pt x="107398" y="213697"/>
                    <a:pt x="109347" y="175772"/>
                    <a:pt x="110054" y="137747"/>
                  </a:cubicBezTo>
                  <a:cubicBezTo>
                    <a:pt x="110703" y="103170"/>
                    <a:pt x="114513" y="65924"/>
                    <a:pt x="104007" y="32286"/>
                  </a:cubicBezTo>
                  <a:cubicBezTo>
                    <a:pt x="113907" y="24277"/>
                    <a:pt x="110458" y="6714"/>
                    <a:pt x="95522" y="3193"/>
                  </a:cubicBezTo>
                  <a:close/>
                </a:path>
              </a:pathLst>
            </a:custGeom>
            <a:solidFill>
              <a:srgbClr val="72DBDE"/>
            </a:solidFill>
            <a:ln w="143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F440ACC-68CE-18CF-CC0C-804DCE4F8003}"/>
                </a:ext>
              </a:extLst>
            </p:cNvPr>
            <p:cNvSpPr/>
            <p:nvPr/>
          </p:nvSpPr>
          <p:spPr>
            <a:xfrm>
              <a:off x="17436741" y="33979486"/>
              <a:ext cx="111254" cy="418467"/>
            </a:xfrm>
            <a:custGeom>
              <a:avLst/>
              <a:gdLst>
                <a:gd name="connsiteX0" fmla="*/ 1169 w 111254"/>
                <a:gd name="connsiteY0" fmla="*/ 393837 h 418467"/>
                <a:gd name="connsiteX1" fmla="*/ 37044 w 111254"/>
                <a:gd name="connsiteY1" fmla="*/ 417937 h 418467"/>
                <a:gd name="connsiteX2" fmla="*/ 89933 w 111254"/>
                <a:gd name="connsiteY2" fmla="*/ 361079 h 418467"/>
                <a:gd name="connsiteX3" fmla="*/ 110050 w 111254"/>
                <a:gd name="connsiteY3" fmla="*/ 137761 h 418467"/>
                <a:gd name="connsiteX4" fmla="*/ 104004 w 111254"/>
                <a:gd name="connsiteY4" fmla="*/ 32300 h 418467"/>
                <a:gd name="connsiteX5" fmla="*/ 95518 w 111254"/>
                <a:gd name="connsiteY5" fmla="*/ 3193 h 418467"/>
                <a:gd name="connsiteX6" fmla="*/ 14561 w 111254"/>
                <a:gd name="connsiteY6" fmla="*/ 10149 h 418467"/>
                <a:gd name="connsiteX7" fmla="*/ 4777 w 111254"/>
                <a:gd name="connsiteY7" fmla="*/ 38578 h 418467"/>
                <a:gd name="connsiteX8" fmla="*/ 1169 w 111254"/>
                <a:gd name="connsiteY8" fmla="*/ 393837 h 418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254" h="418467">
                  <a:moveTo>
                    <a:pt x="1169" y="393837"/>
                  </a:moveTo>
                  <a:cubicBezTo>
                    <a:pt x="1515" y="410101"/>
                    <a:pt x="18356" y="421054"/>
                    <a:pt x="37044" y="417937"/>
                  </a:cubicBezTo>
                  <a:cubicBezTo>
                    <a:pt x="69557" y="412511"/>
                    <a:pt x="84522" y="386304"/>
                    <a:pt x="89933" y="361079"/>
                  </a:cubicBezTo>
                  <a:cubicBezTo>
                    <a:pt x="103628" y="287525"/>
                    <a:pt x="107857" y="212383"/>
                    <a:pt x="110050" y="137761"/>
                  </a:cubicBezTo>
                  <a:cubicBezTo>
                    <a:pt x="110699" y="103185"/>
                    <a:pt x="114509" y="65939"/>
                    <a:pt x="104004" y="32300"/>
                  </a:cubicBezTo>
                  <a:cubicBezTo>
                    <a:pt x="113903" y="24291"/>
                    <a:pt x="110454" y="6714"/>
                    <a:pt x="95518" y="3193"/>
                  </a:cubicBezTo>
                  <a:cubicBezTo>
                    <a:pt x="67205" y="-3503"/>
                    <a:pt x="41157" y="1057"/>
                    <a:pt x="14561" y="10149"/>
                  </a:cubicBezTo>
                  <a:cubicBezTo>
                    <a:pt x="1068" y="14752"/>
                    <a:pt x="-1010" y="28548"/>
                    <a:pt x="4777" y="38578"/>
                  </a:cubicBezTo>
                  <a:cubicBezTo>
                    <a:pt x="-664" y="156796"/>
                    <a:pt x="-822" y="275403"/>
                    <a:pt x="1169" y="393837"/>
                  </a:cubicBezTo>
                  <a:close/>
                </a:path>
              </a:pathLst>
            </a:custGeom>
            <a:solidFill>
              <a:srgbClr val="FD595D"/>
            </a:solidFill>
            <a:ln w="143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85A4CAB-8594-0867-7DA9-5B9A07C710CD}"/>
                </a:ext>
              </a:extLst>
            </p:cNvPr>
            <p:cNvSpPr/>
            <p:nvPr/>
          </p:nvSpPr>
          <p:spPr>
            <a:xfrm>
              <a:off x="17122389" y="34025361"/>
              <a:ext cx="111258" cy="418467"/>
            </a:xfrm>
            <a:custGeom>
              <a:avLst/>
              <a:gdLst>
                <a:gd name="connsiteX0" fmla="*/ 1173 w 111258"/>
                <a:gd name="connsiteY0" fmla="*/ 393837 h 418467"/>
                <a:gd name="connsiteX1" fmla="*/ 37048 w 111258"/>
                <a:gd name="connsiteY1" fmla="*/ 417937 h 418467"/>
                <a:gd name="connsiteX2" fmla="*/ 89937 w 111258"/>
                <a:gd name="connsiteY2" fmla="*/ 361079 h 418467"/>
                <a:gd name="connsiteX3" fmla="*/ 110054 w 111258"/>
                <a:gd name="connsiteY3" fmla="*/ 137761 h 418467"/>
                <a:gd name="connsiteX4" fmla="*/ 104007 w 111258"/>
                <a:gd name="connsiteY4" fmla="*/ 32300 h 418467"/>
                <a:gd name="connsiteX5" fmla="*/ 95522 w 111258"/>
                <a:gd name="connsiteY5" fmla="*/ 3193 h 418467"/>
                <a:gd name="connsiteX6" fmla="*/ 14565 w 111258"/>
                <a:gd name="connsiteY6" fmla="*/ 10149 h 418467"/>
                <a:gd name="connsiteX7" fmla="*/ 4780 w 111258"/>
                <a:gd name="connsiteY7" fmla="*/ 38578 h 418467"/>
                <a:gd name="connsiteX8" fmla="*/ 1173 w 111258"/>
                <a:gd name="connsiteY8" fmla="*/ 393837 h 418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258" h="418467">
                  <a:moveTo>
                    <a:pt x="1173" y="393837"/>
                  </a:moveTo>
                  <a:cubicBezTo>
                    <a:pt x="1519" y="410101"/>
                    <a:pt x="18360" y="421054"/>
                    <a:pt x="37048" y="417937"/>
                  </a:cubicBezTo>
                  <a:cubicBezTo>
                    <a:pt x="69561" y="412511"/>
                    <a:pt x="84525" y="386305"/>
                    <a:pt x="89937" y="361079"/>
                  </a:cubicBezTo>
                  <a:cubicBezTo>
                    <a:pt x="103632" y="287525"/>
                    <a:pt x="107860" y="212383"/>
                    <a:pt x="110054" y="137761"/>
                  </a:cubicBezTo>
                  <a:cubicBezTo>
                    <a:pt x="110703" y="103185"/>
                    <a:pt x="114513" y="65939"/>
                    <a:pt x="104007" y="32300"/>
                  </a:cubicBezTo>
                  <a:cubicBezTo>
                    <a:pt x="113907" y="24291"/>
                    <a:pt x="110458" y="6714"/>
                    <a:pt x="95522" y="3193"/>
                  </a:cubicBezTo>
                  <a:cubicBezTo>
                    <a:pt x="67208" y="-3503"/>
                    <a:pt x="41161" y="1057"/>
                    <a:pt x="14565" y="10149"/>
                  </a:cubicBezTo>
                  <a:cubicBezTo>
                    <a:pt x="1072" y="14752"/>
                    <a:pt x="-1006" y="28548"/>
                    <a:pt x="4780" y="38578"/>
                  </a:cubicBezTo>
                  <a:cubicBezTo>
                    <a:pt x="-674" y="156810"/>
                    <a:pt x="-819" y="275403"/>
                    <a:pt x="1173" y="393837"/>
                  </a:cubicBezTo>
                  <a:close/>
                </a:path>
              </a:pathLst>
            </a:custGeom>
            <a:solidFill>
              <a:srgbClr val="72DBDE"/>
            </a:solidFill>
            <a:ln w="143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2EF7F3E-CF2B-637D-48D5-9A6459B44BE9}"/>
                </a:ext>
              </a:extLst>
            </p:cNvPr>
            <p:cNvSpPr/>
            <p:nvPr/>
          </p:nvSpPr>
          <p:spPr>
            <a:xfrm>
              <a:off x="16808186" y="34060587"/>
              <a:ext cx="111258" cy="418467"/>
            </a:xfrm>
            <a:custGeom>
              <a:avLst/>
              <a:gdLst>
                <a:gd name="connsiteX0" fmla="*/ 4780 w 111258"/>
                <a:gd name="connsiteY0" fmla="*/ 38578 h 418467"/>
                <a:gd name="connsiteX1" fmla="*/ 1173 w 111258"/>
                <a:gd name="connsiteY1" fmla="*/ 393837 h 418467"/>
                <a:gd name="connsiteX2" fmla="*/ 37048 w 111258"/>
                <a:gd name="connsiteY2" fmla="*/ 417937 h 418467"/>
                <a:gd name="connsiteX3" fmla="*/ 89937 w 111258"/>
                <a:gd name="connsiteY3" fmla="*/ 361079 h 418467"/>
                <a:gd name="connsiteX4" fmla="*/ 103834 w 111258"/>
                <a:gd name="connsiteY4" fmla="*/ 251578 h 418467"/>
                <a:gd name="connsiteX5" fmla="*/ 110054 w 111258"/>
                <a:gd name="connsiteY5" fmla="*/ 137761 h 418467"/>
                <a:gd name="connsiteX6" fmla="*/ 104007 w 111258"/>
                <a:gd name="connsiteY6" fmla="*/ 32300 h 418467"/>
                <a:gd name="connsiteX7" fmla="*/ 95522 w 111258"/>
                <a:gd name="connsiteY7" fmla="*/ 3193 h 418467"/>
                <a:gd name="connsiteX8" fmla="*/ 14565 w 111258"/>
                <a:gd name="connsiteY8" fmla="*/ 10149 h 418467"/>
                <a:gd name="connsiteX9" fmla="*/ 4780 w 111258"/>
                <a:gd name="connsiteY9" fmla="*/ 38578 h 418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1258" h="418467">
                  <a:moveTo>
                    <a:pt x="4780" y="38578"/>
                  </a:moveTo>
                  <a:cubicBezTo>
                    <a:pt x="-674" y="156810"/>
                    <a:pt x="-819" y="275403"/>
                    <a:pt x="1173" y="393837"/>
                  </a:cubicBezTo>
                  <a:cubicBezTo>
                    <a:pt x="1519" y="410101"/>
                    <a:pt x="18360" y="421054"/>
                    <a:pt x="37048" y="417937"/>
                  </a:cubicBezTo>
                  <a:cubicBezTo>
                    <a:pt x="69561" y="412511"/>
                    <a:pt x="84525" y="386305"/>
                    <a:pt x="89937" y="361079"/>
                  </a:cubicBezTo>
                  <a:cubicBezTo>
                    <a:pt x="97643" y="325190"/>
                    <a:pt x="100414" y="287944"/>
                    <a:pt x="103834" y="251578"/>
                  </a:cubicBezTo>
                  <a:cubicBezTo>
                    <a:pt x="107398" y="213697"/>
                    <a:pt x="109347" y="175772"/>
                    <a:pt x="110054" y="137761"/>
                  </a:cubicBezTo>
                  <a:cubicBezTo>
                    <a:pt x="110703" y="103185"/>
                    <a:pt x="114513" y="65939"/>
                    <a:pt x="104007" y="32300"/>
                  </a:cubicBezTo>
                  <a:cubicBezTo>
                    <a:pt x="113907" y="24291"/>
                    <a:pt x="110458" y="6714"/>
                    <a:pt x="95522" y="3193"/>
                  </a:cubicBezTo>
                  <a:cubicBezTo>
                    <a:pt x="67208" y="-3503"/>
                    <a:pt x="41161" y="1058"/>
                    <a:pt x="14565" y="10149"/>
                  </a:cubicBezTo>
                  <a:cubicBezTo>
                    <a:pt x="1072" y="14752"/>
                    <a:pt x="-1006" y="28548"/>
                    <a:pt x="4780" y="38578"/>
                  </a:cubicBezTo>
                  <a:close/>
                </a:path>
              </a:pathLst>
            </a:custGeom>
            <a:solidFill>
              <a:srgbClr val="FD595D"/>
            </a:solidFill>
            <a:ln w="143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17C5872-DC89-5EA7-D59C-C9A738664716}"/>
                </a:ext>
              </a:extLst>
            </p:cNvPr>
            <p:cNvSpPr/>
            <p:nvPr/>
          </p:nvSpPr>
          <p:spPr>
            <a:xfrm>
              <a:off x="16423032" y="33228658"/>
              <a:ext cx="1752200" cy="1428421"/>
            </a:xfrm>
            <a:custGeom>
              <a:avLst/>
              <a:gdLst>
                <a:gd name="connsiteX0" fmla="*/ 1750709 w 1752200"/>
                <a:gd name="connsiteY0" fmla="*/ 562408 h 1428421"/>
                <a:gd name="connsiteX1" fmla="*/ 1749367 w 1752200"/>
                <a:gd name="connsiteY1" fmla="*/ 549232 h 1428421"/>
                <a:gd name="connsiteX2" fmla="*/ 1667457 w 1752200"/>
                <a:gd name="connsiteY2" fmla="*/ 487526 h 1428421"/>
                <a:gd name="connsiteX3" fmla="*/ 1533034 w 1752200"/>
                <a:gd name="connsiteY3" fmla="*/ 399757 h 1428421"/>
                <a:gd name="connsiteX4" fmla="*/ 1498414 w 1752200"/>
                <a:gd name="connsiteY4" fmla="*/ 381819 h 1428421"/>
                <a:gd name="connsiteX5" fmla="*/ 1494460 w 1752200"/>
                <a:gd name="connsiteY5" fmla="*/ 380896 h 1428421"/>
                <a:gd name="connsiteX6" fmla="*/ 1486292 w 1752200"/>
                <a:gd name="connsiteY6" fmla="*/ 383638 h 1428421"/>
                <a:gd name="connsiteX7" fmla="*/ 1488471 w 1752200"/>
                <a:gd name="connsiteY7" fmla="*/ 183265 h 1428421"/>
                <a:gd name="connsiteX8" fmla="*/ 1486581 w 1752200"/>
                <a:gd name="connsiteY8" fmla="*/ 83677 h 1428421"/>
                <a:gd name="connsiteX9" fmla="*/ 1383876 w 1752200"/>
                <a:gd name="connsiteY9" fmla="*/ 93 h 1428421"/>
                <a:gd name="connsiteX10" fmla="*/ 1275269 w 1752200"/>
                <a:gd name="connsiteY10" fmla="*/ 76707 h 1428421"/>
                <a:gd name="connsiteX11" fmla="*/ 1269829 w 1752200"/>
                <a:gd name="connsiteY11" fmla="*/ 119336 h 1428421"/>
                <a:gd name="connsiteX12" fmla="*/ 1276409 w 1752200"/>
                <a:gd name="connsiteY12" fmla="*/ 403870 h 1428421"/>
                <a:gd name="connsiteX13" fmla="*/ 1175407 w 1752200"/>
                <a:gd name="connsiteY13" fmla="*/ 412081 h 1428421"/>
                <a:gd name="connsiteX14" fmla="*/ 1177558 w 1752200"/>
                <a:gd name="connsiteY14" fmla="*/ 218577 h 1428421"/>
                <a:gd name="connsiteX15" fmla="*/ 1175667 w 1752200"/>
                <a:gd name="connsiteY15" fmla="*/ 118990 h 1428421"/>
                <a:gd name="connsiteX16" fmla="*/ 1072963 w 1752200"/>
                <a:gd name="connsiteY16" fmla="*/ 35406 h 1428421"/>
                <a:gd name="connsiteX17" fmla="*/ 956260 w 1752200"/>
                <a:gd name="connsiteY17" fmla="*/ 88872 h 1428421"/>
                <a:gd name="connsiteX18" fmla="*/ 964356 w 1752200"/>
                <a:gd name="connsiteY18" fmla="*/ 112005 h 1428421"/>
                <a:gd name="connsiteX19" fmla="*/ 958915 w 1752200"/>
                <a:gd name="connsiteY19" fmla="*/ 154634 h 1428421"/>
                <a:gd name="connsiteX20" fmla="*/ 965496 w 1752200"/>
                <a:gd name="connsiteY20" fmla="*/ 439182 h 1428421"/>
                <a:gd name="connsiteX21" fmla="*/ 914410 w 1752200"/>
                <a:gd name="connsiteY21" fmla="*/ 443252 h 1428421"/>
                <a:gd name="connsiteX22" fmla="*/ 861103 w 1752200"/>
                <a:gd name="connsiteY22" fmla="*/ 449847 h 1428421"/>
                <a:gd name="connsiteX23" fmla="*/ 863224 w 1752200"/>
                <a:gd name="connsiteY23" fmla="*/ 264453 h 1428421"/>
                <a:gd name="connsiteX24" fmla="*/ 861334 w 1752200"/>
                <a:gd name="connsiteY24" fmla="*/ 164865 h 1428421"/>
                <a:gd name="connsiteX25" fmla="*/ 873023 w 1752200"/>
                <a:gd name="connsiteY25" fmla="*/ 139510 h 1428421"/>
                <a:gd name="connsiteX26" fmla="*/ 758629 w 1752200"/>
                <a:gd name="connsiteY26" fmla="*/ 81267 h 1428421"/>
                <a:gd name="connsiteX27" fmla="*/ 641926 w 1752200"/>
                <a:gd name="connsiteY27" fmla="*/ 134734 h 1428421"/>
                <a:gd name="connsiteX28" fmla="*/ 650008 w 1752200"/>
                <a:gd name="connsiteY28" fmla="*/ 157866 h 1428421"/>
                <a:gd name="connsiteX29" fmla="*/ 644567 w 1752200"/>
                <a:gd name="connsiteY29" fmla="*/ 200495 h 1428421"/>
                <a:gd name="connsiteX30" fmla="*/ 650917 w 1752200"/>
                <a:gd name="connsiteY30" fmla="*/ 476731 h 1428421"/>
                <a:gd name="connsiteX31" fmla="*/ 546899 w 1752200"/>
                <a:gd name="connsiteY31" fmla="*/ 486703 h 1428421"/>
                <a:gd name="connsiteX32" fmla="*/ 549020 w 1752200"/>
                <a:gd name="connsiteY32" fmla="*/ 299679 h 1428421"/>
                <a:gd name="connsiteX33" fmla="*/ 547130 w 1752200"/>
                <a:gd name="connsiteY33" fmla="*/ 200091 h 1428421"/>
                <a:gd name="connsiteX34" fmla="*/ 444425 w 1752200"/>
                <a:gd name="connsiteY34" fmla="*/ 116493 h 1428421"/>
                <a:gd name="connsiteX35" fmla="*/ 368432 w 1752200"/>
                <a:gd name="connsiteY35" fmla="*/ 127374 h 1428421"/>
                <a:gd name="connsiteX36" fmla="*/ 335847 w 1752200"/>
                <a:gd name="connsiteY36" fmla="*/ 192818 h 1428421"/>
                <a:gd name="connsiteX37" fmla="*/ 330378 w 1752200"/>
                <a:gd name="connsiteY37" fmla="*/ 235721 h 1428421"/>
                <a:gd name="connsiteX38" fmla="*/ 336843 w 1752200"/>
                <a:gd name="connsiteY38" fmla="*/ 516561 h 1428421"/>
                <a:gd name="connsiteX39" fmla="*/ 180268 w 1752200"/>
                <a:gd name="connsiteY39" fmla="*/ 530919 h 1428421"/>
                <a:gd name="connsiteX40" fmla="*/ 80522 w 1752200"/>
                <a:gd name="connsiteY40" fmla="*/ 542868 h 1428421"/>
                <a:gd name="connsiteX41" fmla="*/ 14067 w 1752200"/>
                <a:gd name="connsiteY41" fmla="*/ 556289 h 1428421"/>
                <a:gd name="connsiteX42" fmla="*/ 3937 w 1752200"/>
                <a:gd name="connsiteY42" fmla="*/ 560084 h 1428421"/>
                <a:gd name="connsiteX43" fmla="*/ 2220 w 1752200"/>
                <a:gd name="connsiteY43" fmla="*/ 566939 h 1428421"/>
                <a:gd name="connsiteX44" fmla="*/ 8180 w 1752200"/>
                <a:gd name="connsiteY44" fmla="*/ 1195072 h 1428421"/>
                <a:gd name="connsiteX45" fmla="*/ 11629 w 1752200"/>
                <a:gd name="connsiteY45" fmla="*/ 1214496 h 1428421"/>
                <a:gd name="connsiteX46" fmla="*/ 242133 w 1752200"/>
                <a:gd name="connsiteY46" fmla="*/ 1398230 h 1428421"/>
                <a:gd name="connsiteX47" fmla="*/ 274386 w 1752200"/>
                <a:gd name="connsiteY47" fmla="*/ 1423946 h 1428421"/>
                <a:gd name="connsiteX48" fmla="*/ 304172 w 1752200"/>
                <a:gd name="connsiteY48" fmla="*/ 1411608 h 1428421"/>
                <a:gd name="connsiteX49" fmla="*/ 308905 w 1752200"/>
                <a:gd name="connsiteY49" fmla="*/ 825959 h 1428421"/>
                <a:gd name="connsiteX50" fmla="*/ 306163 w 1752200"/>
                <a:gd name="connsiteY50" fmla="*/ 765912 h 1428421"/>
                <a:gd name="connsiteX51" fmla="*/ 338200 w 1752200"/>
                <a:gd name="connsiteY51" fmla="*/ 763141 h 1428421"/>
                <a:gd name="connsiteX52" fmla="*/ 331114 w 1752200"/>
                <a:gd name="connsiteY52" fmla="*/ 816968 h 1428421"/>
                <a:gd name="connsiteX53" fmla="*/ 327304 w 1752200"/>
                <a:gd name="connsiteY53" fmla="*/ 1016750 h 1428421"/>
                <a:gd name="connsiteX54" fmla="*/ 346858 w 1752200"/>
                <a:gd name="connsiteY54" fmla="*/ 1253993 h 1428421"/>
                <a:gd name="connsiteX55" fmla="*/ 412677 w 1752200"/>
                <a:gd name="connsiteY55" fmla="*/ 1311804 h 1428421"/>
                <a:gd name="connsiteX56" fmla="*/ 491917 w 1752200"/>
                <a:gd name="connsiteY56" fmla="*/ 1281095 h 1428421"/>
                <a:gd name="connsiteX57" fmla="*/ 531400 w 1752200"/>
                <a:gd name="connsiteY57" fmla="*/ 1103811 h 1428421"/>
                <a:gd name="connsiteX58" fmla="*/ 537663 w 1752200"/>
                <a:gd name="connsiteY58" fmla="*/ 893697 h 1428421"/>
                <a:gd name="connsiteX59" fmla="*/ 534387 w 1752200"/>
                <a:gd name="connsiteY59" fmla="*/ 737252 h 1428421"/>
                <a:gd name="connsiteX60" fmla="*/ 654582 w 1752200"/>
                <a:gd name="connsiteY60" fmla="*/ 720830 h 1428421"/>
                <a:gd name="connsiteX61" fmla="*/ 650195 w 1752200"/>
                <a:gd name="connsiteY61" fmla="*/ 747455 h 1428421"/>
                <a:gd name="connsiteX62" fmla="*/ 643225 w 1752200"/>
                <a:gd name="connsiteY62" fmla="*/ 848154 h 1428421"/>
                <a:gd name="connsiteX63" fmla="*/ 641508 w 1752200"/>
                <a:gd name="connsiteY63" fmla="*/ 981524 h 1428421"/>
                <a:gd name="connsiteX64" fmla="*/ 661062 w 1752200"/>
                <a:gd name="connsiteY64" fmla="*/ 1218768 h 1428421"/>
                <a:gd name="connsiteX65" fmla="*/ 726881 w 1752200"/>
                <a:gd name="connsiteY65" fmla="*/ 1276578 h 1428421"/>
                <a:gd name="connsiteX66" fmla="*/ 806121 w 1752200"/>
                <a:gd name="connsiteY66" fmla="*/ 1245869 h 1428421"/>
                <a:gd name="connsiteX67" fmla="*/ 845604 w 1752200"/>
                <a:gd name="connsiteY67" fmla="*/ 1068585 h 1428421"/>
                <a:gd name="connsiteX68" fmla="*/ 851867 w 1752200"/>
                <a:gd name="connsiteY68" fmla="*/ 858472 h 1428421"/>
                <a:gd name="connsiteX69" fmla="*/ 848461 w 1752200"/>
                <a:gd name="connsiteY69" fmla="*/ 701088 h 1428421"/>
                <a:gd name="connsiteX70" fmla="*/ 836628 w 1752200"/>
                <a:gd name="connsiteY70" fmla="*/ 701088 h 1428421"/>
                <a:gd name="connsiteX71" fmla="*/ 824650 w 1752200"/>
                <a:gd name="connsiteY71" fmla="*/ 828831 h 1428421"/>
                <a:gd name="connsiteX72" fmla="*/ 820321 w 1752200"/>
                <a:gd name="connsiteY72" fmla="*/ 1085801 h 1428421"/>
                <a:gd name="connsiteX73" fmla="*/ 770130 w 1752200"/>
                <a:gd name="connsiteY73" fmla="*/ 1243430 h 1428421"/>
                <a:gd name="connsiteX74" fmla="*/ 731124 w 1752200"/>
                <a:gd name="connsiteY74" fmla="*/ 1252565 h 1428421"/>
                <a:gd name="connsiteX75" fmla="*/ 680789 w 1752200"/>
                <a:gd name="connsiteY75" fmla="*/ 1211047 h 1428421"/>
                <a:gd name="connsiteX76" fmla="*/ 670384 w 1752200"/>
                <a:gd name="connsiteY76" fmla="*/ 790300 h 1428421"/>
                <a:gd name="connsiteX77" fmla="*/ 668407 w 1752200"/>
                <a:gd name="connsiteY77" fmla="*/ 757528 h 1428421"/>
                <a:gd name="connsiteX78" fmla="*/ 663457 w 1752200"/>
                <a:gd name="connsiteY78" fmla="*/ 719618 h 1428421"/>
                <a:gd name="connsiteX79" fmla="*/ 966997 w 1752200"/>
                <a:gd name="connsiteY79" fmla="*/ 680856 h 1428421"/>
                <a:gd name="connsiteX80" fmla="*/ 964543 w 1752200"/>
                <a:gd name="connsiteY80" fmla="*/ 701550 h 1428421"/>
                <a:gd name="connsiteX81" fmla="*/ 959666 w 1752200"/>
                <a:gd name="connsiteY81" fmla="*/ 735838 h 1428421"/>
                <a:gd name="connsiteX82" fmla="*/ 955856 w 1752200"/>
                <a:gd name="connsiteY82" fmla="*/ 935619 h 1428421"/>
                <a:gd name="connsiteX83" fmla="*/ 975410 w 1752200"/>
                <a:gd name="connsiteY83" fmla="*/ 1172863 h 1428421"/>
                <a:gd name="connsiteX84" fmla="*/ 1041229 w 1752200"/>
                <a:gd name="connsiteY84" fmla="*/ 1230673 h 1428421"/>
                <a:gd name="connsiteX85" fmla="*/ 1120469 w 1752200"/>
                <a:gd name="connsiteY85" fmla="*/ 1199964 h 1428421"/>
                <a:gd name="connsiteX86" fmla="*/ 1159952 w 1752200"/>
                <a:gd name="connsiteY86" fmla="*/ 1022681 h 1428421"/>
                <a:gd name="connsiteX87" fmla="*/ 1166215 w 1752200"/>
                <a:gd name="connsiteY87" fmla="*/ 812567 h 1428421"/>
                <a:gd name="connsiteX88" fmla="*/ 1162925 w 1752200"/>
                <a:gd name="connsiteY88" fmla="*/ 655992 h 1428421"/>
                <a:gd name="connsiteX89" fmla="*/ 1279252 w 1752200"/>
                <a:gd name="connsiteY89" fmla="*/ 641128 h 1428421"/>
                <a:gd name="connsiteX90" fmla="*/ 1275471 w 1752200"/>
                <a:gd name="connsiteY90" fmla="*/ 666252 h 1428421"/>
                <a:gd name="connsiteX91" fmla="*/ 1268501 w 1752200"/>
                <a:gd name="connsiteY91" fmla="*/ 766951 h 1428421"/>
                <a:gd name="connsiteX92" fmla="*/ 1266784 w 1752200"/>
                <a:gd name="connsiteY92" fmla="*/ 900321 h 1428421"/>
                <a:gd name="connsiteX93" fmla="*/ 1286338 w 1752200"/>
                <a:gd name="connsiteY93" fmla="*/ 1137565 h 1428421"/>
                <a:gd name="connsiteX94" fmla="*/ 1352157 w 1752200"/>
                <a:gd name="connsiteY94" fmla="*/ 1195375 h 1428421"/>
                <a:gd name="connsiteX95" fmla="*/ 1431397 w 1752200"/>
                <a:gd name="connsiteY95" fmla="*/ 1164666 h 1428421"/>
                <a:gd name="connsiteX96" fmla="*/ 1469278 w 1752200"/>
                <a:gd name="connsiteY96" fmla="*/ 1052942 h 1428421"/>
                <a:gd name="connsiteX97" fmla="*/ 1478831 w 1752200"/>
                <a:gd name="connsiteY97" fmla="*/ 1058989 h 1428421"/>
                <a:gd name="connsiteX98" fmla="*/ 1506149 w 1752200"/>
                <a:gd name="connsiteY98" fmla="*/ 1078067 h 1428421"/>
                <a:gd name="connsiteX99" fmla="*/ 1701572 w 1752200"/>
                <a:gd name="connsiteY99" fmla="*/ 1188723 h 1428421"/>
                <a:gd name="connsiteX100" fmla="*/ 1727822 w 1752200"/>
                <a:gd name="connsiteY100" fmla="*/ 1173657 h 1428421"/>
                <a:gd name="connsiteX101" fmla="*/ 1750478 w 1752200"/>
                <a:gd name="connsiteY101" fmla="*/ 570229 h 1428421"/>
                <a:gd name="connsiteX102" fmla="*/ 1750709 w 1752200"/>
                <a:gd name="connsiteY102" fmla="*/ 562408 h 1428421"/>
                <a:gd name="connsiteX103" fmla="*/ 1460288 w 1752200"/>
                <a:gd name="connsiteY103" fmla="*/ 294715 h 1428421"/>
                <a:gd name="connsiteX104" fmla="*/ 1459249 w 1752200"/>
                <a:gd name="connsiteY104" fmla="*/ 501812 h 1428421"/>
                <a:gd name="connsiteX105" fmla="*/ 1301548 w 1752200"/>
                <a:gd name="connsiteY105" fmla="*/ 524382 h 1428421"/>
                <a:gd name="connsiteX106" fmla="*/ 1297738 w 1752200"/>
                <a:gd name="connsiteY106" fmla="*/ 478304 h 1428421"/>
                <a:gd name="connsiteX107" fmla="*/ 1296353 w 1752200"/>
                <a:gd name="connsiteY107" fmla="*/ 298856 h 1428421"/>
                <a:gd name="connsiteX108" fmla="*/ 1295444 w 1752200"/>
                <a:gd name="connsiteY108" fmla="*/ 180970 h 1428421"/>
                <a:gd name="connsiteX109" fmla="*/ 1291605 w 1752200"/>
                <a:gd name="connsiteY109" fmla="*/ 90662 h 1428421"/>
                <a:gd name="connsiteX110" fmla="*/ 1465526 w 1752200"/>
                <a:gd name="connsiteY110" fmla="*/ 97632 h 1428421"/>
                <a:gd name="connsiteX111" fmla="*/ 1460288 w 1752200"/>
                <a:gd name="connsiteY111" fmla="*/ 294715 h 1428421"/>
                <a:gd name="connsiteX112" fmla="*/ 1383126 w 1752200"/>
                <a:gd name="connsiteY112" fmla="*/ 34987 h 1428421"/>
                <a:gd name="connsiteX113" fmla="*/ 1463188 w 1752200"/>
                <a:gd name="connsiteY113" fmla="*/ 57601 h 1428421"/>
                <a:gd name="connsiteX114" fmla="*/ 1302197 w 1752200"/>
                <a:gd name="connsiteY114" fmla="*/ 54281 h 1428421"/>
                <a:gd name="connsiteX115" fmla="*/ 1383126 w 1752200"/>
                <a:gd name="connsiteY115" fmla="*/ 34987 h 1428421"/>
                <a:gd name="connsiteX116" fmla="*/ 1149360 w 1752200"/>
                <a:gd name="connsiteY116" fmla="*/ 329998 h 1428421"/>
                <a:gd name="connsiteX117" fmla="*/ 1148321 w 1752200"/>
                <a:gd name="connsiteY117" fmla="*/ 537096 h 1428421"/>
                <a:gd name="connsiteX118" fmla="*/ 990620 w 1752200"/>
                <a:gd name="connsiteY118" fmla="*/ 559666 h 1428421"/>
                <a:gd name="connsiteX119" fmla="*/ 986810 w 1752200"/>
                <a:gd name="connsiteY119" fmla="*/ 513588 h 1428421"/>
                <a:gd name="connsiteX120" fmla="*/ 985425 w 1752200"/>
                <a:gd name="connsiteY120" fmla="*/ 334140 h 1428421"/>
                <a:gd name="connsiteX121" fmla="*/ 984516 w 1752200"/>
                <a:gd name="connsiteY121" fmla="*/ 216254 h 1428421"/>
                <a:gd name="connsiteX122" fmla="*/ 980677 w 1752200"/>
                <a:gd name="connsiteY122" fmla="*/ 125945 h 1428421"/>
                <a:gd name="connsiteX123" fmla="*/ 1154598 w 1752200"/>
                <a:gd name="connsiteY123" fmla="*/ 132915 h 1428421"/>
                <a:gd name="connsiteX124" fmla="*/ 1149360 w 1752200"/>
                <a:gd name="connsiteY124" fmla="*/ 329998 h 1428421"/>
                <a:gd name="connsiteX125" fmla="*/ 1072183 w 1752200"/>
                <a:gd name="connsiteY125" fmla="*/ 70271 h 1428421"/>
                <a:gd name="connsiteX126" fmla="*/ 1152246 w 1752200"/>
                <a:gd name="connsiteY126" fmla="*/ 92884 h 1428421"/>
                <a:gd name="connsiteX127" fmla="*/ 991255 w 1752200"/>
                <a:gd name="connsiteY127" fmla="*/ 89565 h 1428421"/>
                <a:gd name="connsiteX128" fmla="*/ 1072183 w 1752200"/>
                <a:gd name="connsiteY128" fmla="*/ 70271 h 1428421"/>
                <a:gd name="connsiteX129" fmla="*/ 835012 w 1752200"/>
                <a:gd name="connsiteY129" fmla="*/ 375874 h 1428421"/>
                <a:gd name="connsiteX130" fmla="*/ 833973 w 1752200"/>
                <a:gd name="connsiteY130" fmla="*/ 582972 h 1428421"/>
                <a:gd name="connsiteX131" fmla="*/ 676272 w 1752200"/>
                <a:gd name="connsiteY131" fmla="*/ 605541 h 1428421"/>
                <a:gd name="connsiteX132" fmla="*/ 672462 w 1752200"/>
                <a:gd name="connsiteY132" fmla="*/ 559464 h 1428421"/>
                <a:gd name="connsiteX133" fmla="*/ 671077 w 1752200"/>
                <a:gd name="connsiteY133" fmla="*/ 380016 h 1428421"/>
                <a:gd name="connsiteX134" fmla="*/ 670168 w 1752200"/>
                <a:gd name="connsiteY134" fmla="*/ 262130 h 1428421"/>
                <a:gd name="connsiteX135" fmla="*/ 666329 w 1752200"/>
                <a:gd name="connsiteY135" fmla="*/ 171821 h 1428421"/>
                <a:gd name="connsiteX136" fmla="*/ 840250 w 1752200"/>
                <a:gd name="connsiteY136" fmla="*/ 178791 h 1428421"/>
                <a:gd name="connsiteX137" fmla="*/ 835012 w 1752200"/>
                <a:gd name="connsiteY137" fmla="*/ 375874 h 1428421"/>
                <a:gd name="connsiteX138" fmla="*/ 757835 w 1752200"/>
                <a:gd name="connsiteY138" fmla="*/ 116161 h 1428421"/>
                <a:gd name="connsiteX139" fmla="*/ 837898 w 1752200"/>
                <a:gd name="connsiteY139" fmla="*/ 138789 h 1428421"/>
                <a:gd name="connsiteX140" fmla="*/ 676907 w 1752200"/>
                <a:gd name="connsiteY140" fmla="*/ 135470 h 1428421"/>
                <a:gd name="connsiteX141" fmla="*/ 757835 w 1752200"/>
                <a:gd name="connsiteY141" fmla="*/ 116161 h 1428421"/>
                <a:gd name="connsiteX142" fmla="*/ 520808 w 1752200"/>
                <a:gd name="connsiteY142" fmla="*/ 411100 h 1428421"/>
                <a:gd name="connsiteX143" fmla="*/ 519769 w 1752200"/>
                <a:gd name="connsiteY143" fmla="*/ 618197 h 1428421"/>
                <a:gd name="connsiteX144" fmla="*/ 362068 w 1752200"/>
                <a:gd name="connsiteY144" fmla="*/ 640767 h 1428421"/>
                <a:gd name="connsiteX145" fmla="*/ 358259 w 1752200"/>
                <a:gd name="connsiteY145" fmla="*/ 594689 h 1428421"/>
                <a:gd name="connsiteX146" fmla="*/ 356873 w 1752200"/>
                <a:gd name="connsiteY146" fmla="*/ 415241 h 1428421"/>
                <a:gd name="connsiteX147" fmla="*/ 355964 w 1752200"/>
                <a:gd name="connsiteY147" fmla="*/ 297355 h 1428421"/>
                <a:gd name="connsiteX148" fmla="*/ 352111 w 1752200"/>
                <a:gd name="connsiteY148" fmla="*/ 206874 h 1428421"/>
                <a:gd name="connsiteX149" fmla="*/ 526046 w 1752200"/>
                <a:gd name="connsiteY149" fmla="*/ 214017 h 1428421"/>
                <a:gd name="connsiteX150" fmla="*/ 520808 w 1752200"/>
                <a:gd name="connsiteY150" fmla="*/ 411100 h 1428421"/>
                <a:gd name="connsiteX151" fmla="*/ 443632 w 1752200"/>
                <a:gd name="connsiteY151" fmla="*/ 151373 h 1428421"/>
                <a:gd name="connsiteX152" fmla="*/ 523694 w 1752200"/>
                <a:gd name="connsiteY152" fmla="*/ 174000 h 1428421"/>
                <a:gd name="connsiteX153" fmla="*/ 362703 w 1752200"/>
                <a:gd name="connsiteY153" fmla="*/ 170681 h 1428421"/>
                <a:gd name="connsiteX154" fmla="*/ 443632 w 1752200"/>
                <a:gd name="connsiteY154" fmla="*/ 151373 h 1428421"/>
                <a:gd name="connsiteX155" fmla="*/ 68486 w 1752200"/>
                <a:gd name="connsiteY155" fmla="*/ 1215521 h 1428421"/>
                <a:gd name="connsiteX156" fmla="*/ 39264 w 1752200"/>
                <a:gd name="connsiteY156" fmla="*/ 1192229 h 1428421"/>
                <a:gd name="connsiteX157" fmla="*/ 23621 w 1752200"/>
                <a:gd name="connsiteY157" fmla="*/ 592727 h 1428421"/>
                <a:gd name="connsiteX158" fmla="*/ 278672 w 1752200"/>
                <a:gd name="connsiteY158" fmla="*/ 756922 h 1428421"/>
                <a:gd name="connsiteX159" fmla="*/ 280822 w 1752200"/>
                <a:gd name="connsiteY159" fmla="*/ 761424 h 1428421"/>
                <a:gd name="connsiteX160" fmla="*/ 274025 w 1752200"/>
                <a:gd name="connsiteY160" fmla="*/ 880031 h 1428421"/>
                <a:gd name="connsiteX161" fmla="*/ 269898 w 1752200"/>
                <a:gd name="connsiteY161" fmla="*/ 1376079 h 1428421"/>
                <a:gd name="connsiteX162" fmla="*/ 68486 w 1752200"/>
                <a:gd name="connsiteY162" fmla="*/ 1215521 h 1428421"/>
                <a:gd name="connsiteX163" fmla="*/ 510389 w 1752200"/>
                <a:gd name="connsiteY163" fmla="*/ 864042 h 1428421"/>
                <a:gd name="connsiteX164" fmla="*/ 506060 w 1752200"/>
                <a:gd name="connsiteY164" fmla="*/ 1121013 h 1428421"/>
                <a:gd name="connsiteX165" fmla="*/ 455869 w 1752200"/>
                <a:gd name="connsiteY165" fmla="*/ 1278641 h 1428421"/>
                <a:gd name="connsiteX166" fmla="*/ 416862 w 1752200"/>
                <a:gd name="connsiteY166" fmla="*/ 1287776 h 1428421"/>
                <a:gd name="connsiteX167" fmla="*/ 366527 w 1752200"/>
                <a:gd name="connsiteY167" fmla="*/ 1246259 h 1428421"/>
                <a:gd name="connsiteX168" fmla="*/ 354550 w 1752200"/>
                <a:gd name="connsiteY168" fmla="*/ 896223 h 1428421"/>
                <a:gd name="connsiteX169" fmla="*/ 351534 w 1752200"/>
                <a:gd name="connsiteY169" fmla="*/ 761727 h 1428421"/>
                <a:gd name="connsiteX170" fmla="*/ 521789 w 1752200"/>
                <a:gd name="connsiteY170" fmla="*/ 738941 h 1428421"/>
                <a:gd name="connsiteX171" fmla="*/ 510389 w 1752200"/>
                <a:gd name="connsiteY171" fmla="*/ 864042 h 1428421"/>
                <a:gd name="connsiteX172" fmla="*/ 1138941 w 1752200"/>
                <a:gd name="connsiteY172" fmla="*/ 782940 h 1428421"/>
                <a:gd name="connsiteX173" fmla="*/ 1134611 w 1752200"/>
                <a:gd name="connsiteY173" fmla="*/ 1039911 h 1428421"/>
                <a:gd name="connsiteX174" fmla="*/ 1084421 w 1752200"/>
                <a:gd name="connsiteY174" fmla="*/ 1197540 h 1428421"/>
                <a:gd name="connsiteX175" fmla="*/ 1045414 w 1752200"/>
                <a:gd name="connsiteY175" fmla="*/ 1206675 h 1428421"/>
                <a:gd name="connsiteX176" fmla="*/ 995079 w 1752200"/>
                <a:gd name="connsiteY176" fmla="*/ 1165157 h 1428421"/>
                <a:gd name="connsiteX177" fmla="*/ 983101 w 1752200"/>
                <a:gd name="connsiteY177" fmla="*/ 815121 h 1428421"/>
                <a:gd name="connsiteX178" fmla="*/ 979753 w 1752200"/>
                <a:gd name="connsiteY178" fmla="*/ 679269 h 1428421"/>
                <a:gd name="connsiteX179" fmla="*/ 1150399 w 1752200"/>
                <a:gd name="connsiteY179" fmla="*/ 657594 h 1428421"/>
                <a:gd name="connsiteX180" fmla="*/ 1138941 w 1752200"/>
                <a:gd name="connsiteY180" fmla="*/ 782940 h 1428421"/>
                <a:gd name="connsiteX181" fmla="*/ 832544 w 1752200"/>
                <a:gd name="connsiteY181" fmla="*/ 669138 h 1428421"/>
                <a:gd name="connsiteX182" fmla="*/ 304460 w 1752200"/>
                <a:gd name="connsiteY182" fmla="*/ 737397 h 1428421"/>
                <a:gd name="connsiteX183" fmla="*/ 298630 w 1752200"/>
                <a:gd name="connsiteY183" fmla="*/ 738306 h 1428421"/>
                <a:gd name="connsiteX184" fmla="*/ 291039 w 1752200"/>
                <a:gd name="connsiteY184" fmla="*/ 739431 h 1428421"/>
                <a:gd name="connsiteX185" fmla="*/ 290722 w 1752200"/>
                <a:gd name="connsiteY185" fmla="*/ 739561 h 1428421"/>
                <a:gd name="connsiteX186" fmla="*/ 290029 w 1752200"/>
                <a:gd name="connsiteY186" fmla="*/ 739720 h 1428421"/>
                <a:gd name="connsiteX187" fmla="*/ 40101 w 1752200"/>
                <a:gd name="connsiteY187" fmla="*/ 571715 h 1428421"/>
                <a:gd name="connsiteX188" fmla="*/ 167179 w 1752200"/>
                <a:gd name="connsiteY188" fmla="*/ 555885 h 1428421"/>
                <a:gd name="connsiteX189" fmla="*/ 337247 w 1752200"/>
                <a:gd name="connsiteY189" fmla="*/ 531049 h 1428421"/>
                <a:gd name="connsiteX190" fmla="*/ 336713 w 1752200"/>
                <a:gd name="connsiteY190" fmla="*/ 592539 h 1428421"/>
                <a:gd name="connsiteX191" fmla="*/ 331590 w 1752200"/>
                <a:gd name="connsiteY191" fmla="*/ 640320 h 1428421"/>
                <a:gd name="connsiteX192" fmla="*/ 333452 w 1752200"/>
                <a:gd name="connsiteY192" fmla="*/ 655588 h 1428421"/>
                <a:gd name="connsiteX193" fmla="*/ 343452 w 1752200"/>
                <a:gd name="connsiteY193" fmla="*/ 663972 h 1428421"/>
                <a:gd name="connsiteX194" fmla="*/ 389631 w 1752200"/>
                <a:gd name="connsiteY194" fmla="*/ 674622 h 1428421"/>
                <a:gd name="connsiteX195" fmla="*/ 533276 w 1752200"/>
                <a:gd name="connsiteY195" fmla="*/ 639887 h 1428421"/>
                <a:gd name="connsiteX196" fmla="*/ 543941 w 1752200"/>
                <a:gd name="connsiteY196" fmla="*/ 628804 h 1428421"/>
                <a:gd name="connsiteX197" fmla="*/ 545918 w 1752200"/>
                <a:gd name="connsiteY197" fmla="*/ 586983 h 1428421"/>
                <a:gd name="connsiteX198" fmla="*/ 546740 w 1752200"/>
                <a:gd name="connsiteY198" fmla="*/ 510355 h 1428421"/>
                <a:gd name="connsiteX199" fmla="*/ 599817 w 1752200"/>
                <a:gd name="connsiteY199" fmla="*/ 504092 h 1428421"/>
                <a:gd name="connsiteX200" fmla="*/ 651465 w 1752200"/>
                <a:gd name="connsiteY200" fmla="*/ 496155 h 1428421"/>
                <a:gd name="connsiteX201" fmla="*/ 650917 w 1752200"/>
                <a:gd name="connsiteY201" fmla="*/ 557299 h 1428421"/>
                <a:gd name="connsiteX202" fmla="*/ 645794 w 1752200"/>
                <a:gd name="connsiteY202" fmla="*/ 605080 h 1428421"/>
                <a:gd name="connsiteX203" fmla="*/ 647656 w 1752200"/>
                <a:gd name="connsiteY203" fmla="*/ 620348 h 1428421"/>
                <a:gd name="connsiteX204" fmla="*/ 657656 w 1752200"/>
                <a:gd name="connsiteY204" fmla="*/ 628732 h 1428421"/>
                <a:gd name="connsiteX205" fmla="*/ 703835 w 1752200"/>
                <a:gd name="connsiteY205" fmla="*/ 639382 h 1428421"/>
                <a:gd name="connsiteX206" fmla="*/ 847480 w 1752200"/>
                <a:gd name="connsiteY206" fmla="*/ 604647 h 1428421"/>
                <a:gd name="connsiteX207" fmla="*/ 858144 w 1752200"/>
                <a:gd name="connsiteY207" fmla="*/ 593564 h 1428421"/>
                <a:gd name="connsiteX208" fmla="*/ 860121 w 1752200"/>
                <a:gd name="connsiteY208" fmla="*/ 551743 h 1428421"/>
                <a:gd name="connsiteX209" fmla="*/ 860958 w 1752200"/>
                <a:gd name="connsiteY209" fmla="*/ 472070 h 1428421"/>
                <a:gd name="connsiteX210" fmla="*/ 887050 w 1752200"/>
                <a:gd name="connsiteY210" fmla="*/ 470136 h 1428421"/>
                <a:gd name="connsiteX211" fmla="*/ 908681 w 1752200"/>
                <a:gd name="connsiteY211" fmla="*/ 467409 h 1428421"/>
                <a:gd name="connsiteX212" fmla="*/ 966116 w 1752200"/>
                <a:gd name="connsiteY212" fmla="*/ 458592 h 1428421"/>
                <a:gd name="connsiteX213" fmla="*/ 965279 w 1752200"/>
                <a:gd name="connsiteY213" fmla="*/ 511409 h 1428421"/>
                <a:gd name="connsiteX214" fmla="*/ 960156 w 1752200"/>
                <a:gd name="connsiteY214" fmla="*/ 559189 h 1428421"/>
                <a:gd name="connsiteX215" fmla="*/ 962018 w 1752200"/>
                <a:gd name="connsiteY215" fmla="*/ 574457 h 1428421"/>
                <a:gd name="connsiteX216" fmla="*/ 972019 w 1752200"/>
                <a:gd name="connsiteY216" fmla="*/ 582842 h 1428421"/>
                <a:gd name="connsiteX217" fmla="*/ 1018197 w 1752200"/>
                <a:gd name="connsiteY217" fmla="*/ 593492 h 1428421"/>
                <a:gd name="connsiteX218" fmla="*/ 1161842 w 1752200"/>
                <a:gd name="connsiteY218" fmla="*/ 558757 h 1428421"/>
                <a:gd name="connsiteX219" fmla="*/ 1172507 w 1752200"/>
                <a:gd name="connsiteY219" fmla="*/ 547674 h 1428421"/>
                <a:gd name="connsiteX220" fmla="*/ 1174484 w 1752200"/>
                <a:gd name="connsiteY220" fmla="*/ 505853 h 1428421"/>
                <a:gd name="connsiteX221" fmla="*/ 1175278 w 1752200"/>
                <a:gd name="connsiteY221" fmla="*/ 434810 h 1428421"/>
                <a:gd name="connsiteX222" fmla="*/ 1229552 w 1752200"/>
                <a:gd name="connsiteY222" fmla="*/ 429788 h 1428421"/>
                <a:gd name="connsiteX223" fmla="*/ 1277044 w 1752200"/>
                <a:gd name="connsiteY223" fmla="*/ 423178 h 1428421"/>
                <a:gd name="connsiteX224" fmla="*/ 1276222 w 1752200"/>
                <a:gd name="connsiteY224" fmla="*/ 476111 h 1428421"/>
                <a:gd name="connsiteX225" fmla="*/ 1271099 w 1752200"/>
                <a:gd name="connsiteY225" fmla="*/ 523891 h 1428421"/>
                <a:gd name="connsiteX226" fmla="*/ 1272975 w 1752200"/>
                <a:gd name="connsiteY226" fmla="*/ 539159 h 1428421"/>
                <a:gd name="connsiteX227" fmla="*/ 1282975 w 1752200"/>
                <a:gd name="connsiteY227" fmla="*/ 547544 h 1428421"/>
                <a:gd name="connsiteX228" fmla="*/ 1329154 w 1752200"/>
                <a:gd name="connsiteY228" fmla="*/ 558194 h 1428421"/>
                <a:gd name="connsiteX229" fmla="*/ 1472799 w 1752200"/>
                <a:gd name="connsiteY229" fmla="*/ 523459 h 1428421"/>
                <a:gd name="connsiteX230" fmla="*/ 1483464 w 1752200"/>
                <a:gd name="connsiteY230" fmla="*/ 512376 h 1428421"/>
                <a:gd name="connsiteX231" fmla="*/ 1485441 w 1752200"/>
                <a:gd name="connsiteY231" fmla="*/ 470555 h 1428421"/>
                <a:gd name="connsiteX232" fmla="*/ 1486162 w 1752200"/>
                <a:gd name="connsiteY232" fmla="*/ 407781 h 1428421"/>
                <a:gd name="connsiteX233" fmla="*/ 1510117 w 1752200"/>
                <a:gd name="connsiteY233" fmla="*/ 426353 h 1428421"/>
                <a:gd name="connsiteX234" fmla="*/ 1569962 w 1752200"/>
                <a:gd name="connsiteY234" fmla="*/ 465418 h 1428421"/>
                <a:gd name="connsiteX235" fmla="*/ 1716710 w 1752200"/>
                <a:gd name="connsiteY235" fmla="*/ 557472 h 1428421"/>
                <a:gd name="connsiteX236" fmla="*/ 1716479 w 1752200"/>
                <a:gd name="connsiteY236" fmla="*/ 558684 h 1428421"/>
                <a:gd name="connsiteX237" fmla="*/ 832544 w 1752200"/>
                <a:gd name="connsiteY237" fmla="*/ 669138 h 1428421"/>
                <a:gd name="connsiteX238" fmla="*/ 1446578 w 1752200"/>
                <a:gd name="connsiteY238" fmla="*/ 876655 h 1428421"/>
                <a:gd name="connsiteX239" fmla="*/ 1445554 w 1752200"/>
                <a:gd name="connsiteY239" fmla="*/ 1004613 h 1428421"/>
                <a:gd name="connsiteX240" fmla="*/ 1395363 w 1752200"/>
                <a:gd name="connsiteY240" fmla="*/ 1162242 h 1428421"/>
                <a:gd name="connsiteX241" fmla="*/ 1356356 w 1752200"/>
                <a:gd name="connsiteY241" fmla="*/ 1171377 h 1428421"/>
                <a:gd name="connsiteX242" fmla="*/ 1306021 w 1752200"/>
                <a:gd name="connsiteY242" fmla="*/ 1129859 h 1428421"/>
                <a:gd name="connsiteX243" fmla="*/ 1295617 w 1752200"/>
                <a:gd name="connsiteY243" fmla="*/ 709112 h 1428421"/>
                <a:gd name="connsiteX244" fmla="*/ 1293640 w 1752200"/>
                <a:gd name="connsiteY244" fmla="*/ 676339 h 1428421"/>
                <a:gd name="connsiteX245" fmla="*/ 1289354 w 1752200"/>
                <a:gd name="connsiteY245" fmla="*/ 639829 h 1428421"/>
                <a:gd name="connsiteX246" fmla="*/ 1463361 w 1752200"/>
                <a:gd name="connsiteY246" fmla="*/ 617259 h 1428421"/>
                <a:gd name="connsiteX247" fmla="*/ 1449883 w 1752200"/>
                <a:gd name="connsiteY247" fmla="*/ 747628 h 1428421"/>
                <a:gd name="connsiteX248" fmla="*/ 1446578 w 1752200"/>
                <a:gd name="connsiteY248" fmla="*/ 876655 h 1428421"/>
                <a:gd name="connsiteX249" fmla="*/ 1724820 w 1752200"/>
                <a:gd name="connsiteY249" fmla="*/ 589870 h 1428421"/>
                <a:gd name="connsiteX250" fmla="*/ 1694270 w 1752200"/>
                <a:gd name="connsiteY250" fmla="*/ 1144535 h 1428421"/>
                <a:gd name="connsiteX251" fmla="*/ 1530840 w 1752200"/>
                <a:gd name="connsiteY251" fmla="*/ 1051990 h 1428421"/>
                <a:gd name="connsiteX252" fmla="*/ 1495066 w 1752200"/>
                <a:gd name="connsiteY252" fmla="*/ 1034254 h 1428421"/>
                <a:gd name="connsiteX253" fmla="*/ 1472236 w 1752200"/>
                <a:gd name="connsiteY253" fmla="*/ 1023821 h 1428421"/>
                <a:gd name="connsiteX254" fmla="*/ 1470259 w 1752200"/>
                <a:gd name="connsiteY254" fmla="*/ 1022753 h 1428421"/>
                <a:gd name="connsiteX255" fmla="*/ 1477085 w 1752200"/>
                <a:gd name="connsiteY255" fmla="*/ 777283 h 1428421"/>
                <a:gd name="connsiteX256" fmla="*/ 1473679 w 1752200"/>
                <a:gd name="connsiteY256" fmla="*/ 619900 h 1428421"/>
                <a:gd name="connsiteX257" fmla="*/ 1471111 w 1752200"/>
                <a:gd name="connsiteY257" fmla="*/ 616264 h 1428421"/>
                <a:gd name="connsiteX258" fmla="*/ 1687054 w 1752200"/>
                <a:gd name="connsiteY258" fmla="*/ 585497 h 1428421"/>
                <a:gd name="connsiteX259" fmla="*/ 1726206 w 1752200"/>
                <a:gd name="connsiteY259" fmla="*/ 578065 h 1428421"/>
                <a:gd name="connsiteX260" fmla="*/ 1724820 w 1752200"/>
                <a:gd name="connsiteY260" fmla="*/ 589870 h 1428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</a:cxnLst>
              <a:rect l="l" t="t" r="r" b="b"/>
              <a:pathLst>
                <a:path w="1752200" h="1428421">
                  <a:moveTo>
                    <a:pt x="1750709" y="562408"/>
                  </a:moveTo>
                  <a:cubicBezTo>
                    <a:pt x="1752888" y="558324"/>
                    <a:pt x="1752874" y="552840"/>
                    <a:pt x="1749367" y="549232"/>
                  </a:cubicBezTo>
                  <a:cubicBezTo>
                    <a:pt x="1725628" y="524844"/>
                    <a:pt x="1695771" y="506127"/>
                    <a:pt x="1667457" y="487526"/>
                  </a:cubicBezTo>
                  <a:cubicBezTo>
                    <a:pt x="1622736" y="458130"/>
                    <a:pt x="1577842" y="429023"/>
                    <a:pt x="1533034" y="399757"/>
                  </a:cubicBezTo>
                  <a:cubicBezTo>
                    <a:pt x="1522211" y="392643"/>
                    <a:pt x="1510925" y="385398"/>
                    <a:pt x="1498414" y="381819"/>
                  </a:cubicBezTo>
                  <a:cubicBezTo>
                    <a:pt x="1497288" y="381502"/>
                    <a:pt x="1495268" y="380954"/>
                    <a:pt x="1494460" y="380896"/>
                  </a:cubicBezTo>
                  <a:cubicBezTo>
                    <a:pt x="1491386" y="380665"/>
                    <a:pt x="1488572" y="381776"/>
                    <a:pt x="1486292" y="383638"/>
                  </a:cubicBezTo>
                  <a:cubicBezTo>
                    <a:pt x="1486537" y="316837"/>
                    <a:pt x="1488370" y="250065"/>
                    <a:pt x="1488471" y="183265"/>
                  </a:cubicBezTo>
                  <a:cubicBezTo>
                    <a:pt x="1489092" y="150766"/>
                    <a:pt x="1491199" y="116233"/>
                    <a:pt x="1486581" y="83677"/>
                  </a:cubicBezTo>
                  <a:cubicBezTo>
                    <a:pt x="1529339" y="30687"/>
                    <a:pt x="1447372" y="382"/>
                    <a:pt x="1383876" y="93"/>
                  </a:cubicBezTo>
                  <a:cubicBezTo>
                    <a:pt x="1320496" y="-1710"/>
                    <a:pt x="1241905" y="22548"/>
                    <a:pt x="1275269" y="76707"/>
                  </a:cubicBezTo>
                  <a:cubicBezTo>
                    <a:pt x="1274721" y="91152"/>
                    <a:pt x="1270680" y="104891"/>
                    <a:pt x="1269829" y="119336"/>
                  </a:cubicBezTo>
                  <a:cubicBezTo>
                    <a:pt x="1267159" y="214248"/>
                    <a:pt x="1274504" y="309030"/>
                    <a:pt x="1276409" y="403870"/>
                  </a:cubicBezTo>
                  <a:cubicBezTo>
                    <a:pt x="1242944" y="404562"/>
                    <a:pt x="1208483" y="407853"/>
                    <a:pt x="1175407" y="412081"/>
                  </a:cubicBezTo>
                  <a:cubicBezTo>
                    <a:pt x="1175754" y="347575"/>
                    <a:pt x="1177457" y="283083"/>
                    <a:pt x="1177558" y="218577"/>
                  </a:cubicBezTo>
                  <a:cubicBezTo>
                    <a:pt x="1178178" y="186079"/>
                    <a:pt x="1180285" y="151546"/>
                    <a:pt x="1175667" y="118990"/>
                  </a:cubicBezTo>
                  <a:cubicBezTo>
                    <a:pt x="1218426" y="65999"/>
                    <a:pt x="1136458" y="35694"/>
                    <a:pt x="1072963" y="35406"/>
                  </a:cubicBezTo>
                  <a:cubicBezTo>
                    <a:pt x="1029757" y="33097"/>
                    <a:pt x="955697" y="48610"/>
                    <a:pt x="956260" y="88872"/>
                  </a:cubicBezTo>
                  <a:cubicBezTo>
                    <a:pt x="956072" y="97603"/>
                    <a:pt x="959045" y="105295"/>
                    <a:pt x="964356" y="112005"/>
                  </a:cubicBezTo>
                  <a:cubicBezTo>
                    <a:pt x="963793" y="126450"/>
                    <a:pt x="959752" y="140189"/>
                    <a:pt x="958915" y="154634"/>
                  </a:cubicBezTo>
                  <a:cubicBezTo>
                    <a:pt x="956246" y="249546"/>
                    <a:pt x="963591" y="344342"/>
                    <a:pt x="965496" y="439182"/>
                  </a:cubicBezTo>
                  <a:cubicBezTo>
                    <a:pt x="948438" y="438879"/>
                    <a:pt x="931367" y="441534"/>
                    <a:pt x="914410" y="443252"/>
                  </a:cubicBezTo>
                  <a:cubicBezTo>
                    <a:pt x="896747" y="445820"/>
                    <a:pt x="878478" y="445921"/>
                    <a:pt x="861103" y="449847"/>
                  </a:cubicBezTo>
                  <a:cubicBezTo>
                    <a:pt x="861608" y="388039"/>
                    <a:pt x="863109" y="326260"/>
                    <a:pt x="863224" y="264453"/>
                  </a:cubicBezTo>
                  <a:cubicBezTo>
                    <a:pt x="863845" y="231955"/>
                    <a:pt x="865952" y="197421"/>
                    <a:pt x="861334" y="164865"/>
                  </a:cubicBezTo>
                  <a:cubicBezTo>
                    <a:pt x="870771" y="155413"/>
                    <a:pt x="872893" y="145817"/>
                    <a:pt x="873023" y="139510"/>
                  </a:cubicBezTo>
                  <a:cubicBezTo>
                    <a:pt x="875144" y="99234"/>
                    <a:pt x="801965" y="80777"/>
                    <a:pt x="758629" y="81267"/>
                  </a:cubicBezTo>
                  <a:cubicBezTo>
                    <a:pt x="715452" y="78929"/>
                    <a:pt x="641364" y="94486"/>
                    <a:pt x="641926" y="134734"/>
                  </a:cubicBezTo>
                  <a:cubicBezTo>
                    <a:pt x="641739" y="143464"/>
                    <a:pt x="644712" y="151156"/>
                    <a:pt x="650008" y="157866"/>
                  </a:cubicBezTo>
                  <a:cubicBezTo>
                    <a:pt x="649445" y="172312"/>
                    <a:pt x="645419" y="186050"/>
                    <a:pt x="644567" y="200495"/>
                  </a:cubicBezTo>
                  <a:cubicBezTo>
                    <a:pt x="641912" y="292636"/>
                    <a:pt x="648940" y="384662"/>
                    <a:pt x="650917" y="476731"/>
                  </a:cubicBezTo>
                  <a:cubicBezTo>
                    <a:pt x="616182" y="477467"/>
                    <a:pt x="581432" y="483124"/>
                    <a:pt x="546899" y="486703"/>
                  </a:cubicBezTo>
                  <a:cubicBezTo>
                    <a:pt x="547375" y="424362"/>
                    <a:pt x="548919" y="362035"/>
                    <a:pt x="549020" y="299679"/>
                  </a:cubicBezTo>
                  <a:cubicBezTo>
                    <a:pt x="549641" y="267180"/>
                    <a:pt x="551748" y="232647"/>
                    <a:pt x="547130" y="200091"/>
                  </a:cubicBezTo>
                  <a:cubicBezTo>
                    <a:pt x="589889" y="147101"/>
                    <a:pt x="507921" y="116796"/>
                    <a:pt x="444425" y="116493"/>
                  </a:cubicBezTo>
                  <a:cubicBezTo>
                    <a:pt x="416098" y="115916"/>
                    <a:pt x="389112" y="119769"/>
                    <a:pt x="368432" y="127374"/>
                  </a:cubicBezTo>
                  <a:cubicBezTo>
                    <a:pt x="326078" y="143666"/>
                    <a:pt x="319512" y="169988"/>
                    <a:pt x="335847" y="192818"/>
                  </a:cubicBezTo>
                  <a:cubicBezTo>
                    <a:pt x="335256" y="207350"/>
                    <a:pt x="331244" y="221204"/>
                    <a:pt x="330378" y="235721"/>
                  </a:cubicBezTo>
                  <a:cubicBezTo>
                    <a:pt x="327708" y="329392"/>
                    <a:pt x="334924" y="422947"/>
                    <a:pt x="336843" y="516561"/>
                  </a:cubicBezTo>
                  <a:cubicBezTo>
                    <a:pt x="284459" y="516027"/>
                    <a:pt x="232306" y="525623"/>
                    <a:pt x="180268" y="530919"/>
                  </a:cubicBezTo>
                  <a:cubicBezTo>
                    <a:pt x="147019" y="534859"/>
                    <a:pt x="113756" y="538813"/>
                    <a:pt x="80522" y="542868"/>
                  </a:cubicBezTo>
                  <a:cubicBezTo>
                    <a:pt x="58399" y="545134"/>
                    <a:pt x="33809" y="546779"/>
                    <a:pt x="14067" y="556289"/>
                  </a:cubicBezTo>
                  <a:cubicBezTo>
                    <a:pt x="12624" y="556852"/>
                    <a:pt x="4327" y="559925"/>
                    <a:pt x="3937" y="560084"/>
                  </a:cubicBezTo>
                  <a:cubicBezTo>
                    <a:pt x="1166" y="561239"/>
                    <a:pt x="878" y="564471"/>
                    <a:pt x="2220" y="566939"/>
                  </a:cubicBezTo>
                  <a:cubicBezTo>
                    <a:pt x="-4851" y="776230"/>
                    <a:pt x="7141" y="985723"/>
                    <a:pt x="8180" y="1195072"/>
                  </a:cubicBezTo>
                  <a:cubicBezTo>
                    <a:pt x="5423" y="1201537"/>
                    <a:pt x="5972" y="1209994"/>
                    <a:pt x="11629" y="1214496"/>
                  </a:cubicBezTo>
                  <a:cubicBezTo>
                    <a:pt x="88459" y="1275741"/>
                    <a:pt x="165289" y="1336985"/>
                    <a:pt x="242133" y="1398230"/>
                  </a:cubicBezTo>
                  <a:cubicBezTo>
                    <a:pt x="252884" y="1406802"/>
                    <a:pt x="263635" y="1415374"/>
                    <a:pt x="274386" y="1423946"/>
                  </a:cubicBezTo>
                  <a:cubicBezTo>
                    <a:pt x="285873" y="1433110"/>
                    <a:pt x="303825" y="1427814"/>
                    <a:pt x="304172" y="1411608"/>
                  </a:cubicBezTo>
                  <a:cubicBezTo>
                    <a:pt x="307880" y="1216415"/>
                    <a:pt x="307952" y="1021180"/>
                    <a:pt x="308905" y="825959"/>
                  </a:cubicBezTo>
                  <a:cubicBezTo>
                    <a:pt x="308847" y="805857"/>
                    <a:pt x="307548" y="785928"/>
                    <a:pt x="306163" y="765912"/>
                  </a:cubicBezTo>
                  <a:cubicBezTo>
                    <a:pt x="316827" y="764902"/>
                    <a:pt x="327535" y="764223"/>
                    <a:pt x="338200" y="763141"/>
                  </a:cubicBezTo>
                  <a:cubicBezTo>
                    <a:pt x="336381" y="781007"/>
                    <a:pt x="333048" y="798988"/>
                    <a:pt x="331114" y="816968"/>
                  </a:cubicBezTo>
                  <a:cubicBezTo>
                    <a:pt x="328459" y="883524"/>
                    <a:pt x="327218" y="950151"/>
                    <a:pt x="327304" y="1016750"/>
                  </a:cubicBezTo>
                  <a:cubicBezTo>
                    <a:pt x="327896" y="1096163"/>
                    <a:pt x="335010" y="1175518"/>
                    <a:pt x="346858" y="1253993"/>
                  </a:cubicBezTo>
                  <a:cubicBezTo>
                    <a:pt x="351519" y="1285049"/>
                    <a:pt x="380626" y="1313348"/>
                    <a:pt x="412677" y="1311804"/>
                  </a:cubicBezTo>
                  <a:cubicBezTo>
                    <a:pt x="441698" y="1318326"/>
                    <a:pt x="472219" y="1301688"/>
                    <a:pt x="491917" y="1281095"/>
                  </a:cubicBezTo>
                  <a:cubicBezTo>
                    <a:pt x="535542" y="1233242"/>
                    <a:pt x="529582" y="1164046"/>
                    <a:pt x="531400" y="1103811"/>
                  </a:cubicBezTo>
                  <a:cubicBezTo>
                    <a:pt x="534243" y="1033807"/>
                    <a:pt x="535585" y="963745"/>
                    <a:pt x="537663" y="893697"/>
                  </a:cubicBezTo>
                  <a:cubicBezTo>
                    <a:pt x="539207" y="842064"/>
                    <a:pt x="542007" y="788482"/>
                    <a:pt x="534387" y="737252"/>
                  </a:cubicBezTo>
                  <a:cubicBezTo>
                    <a:pt x="574477" y="731797"/>
                    <a:pt x="614508" y="726270"/>
                    <a:pt x="654582" y="720830"/>
                  </a:cubicBezTo>
                  <a:cubicBezTo>
                    <a:pt x="651003" y="729387"/>
                    <a:pt x="651263" y="738248"/>
                    <a:pt x="650195" y="747455"/>
                  </a:cubicBezTo>
                  <a:cubicBezTo>
                    <a:pt x="643687" y="780631"/>
                    <a:pt x="644019" y="814457"/>
                    <a:pt x="643225" y="848154"/>
                  </a:cubicBezTo>
                  <a:cubicBezTo>
                    <a:pt x="642230" y="892601"/>
                    <a:pt x="641176" y="937048"/>
                    <a:pt x="641508" y="981524"/>
                  </a:cubicBezTo>
                  <a:cubicBezTo>
                    <a:pt x="642100" y="1060951"/>
                    <a:pt x="649214" y="1140293"/>
                    <a:pt x="661062" y="1218768"/>
                  </a:cubicBezTo>
                  <a:cubicBezTo>
                    <a:pt x="665723" y="1249823"/>
                    <a:pt x="694830" y="1278122"/>
                    <a:pt x="726881" y="1276578"/>
                  </a:cubicBezTo>
                  <a:cubicBezTo>
                    <a:pt x="755902" y="1283101"/>
                    <a:pt x="786423" y="1266462"/>
                    <a:pt x="806121" y="1245869"/>
                  </a:cubicBezTo>
                  <a:cubicBezTo>
                    <a:pt x="849746" y="1198016"/>
                    <a:pt x="843786" y="1128820"/>
                    <a:pt x="845604" y="1068585"/>
                  </a:cubicBezTo>
                  <a:cubicBezTo>
                    <a:pt x="848447" y="998581"/>
                    <a:pt x="849789" y="928519"/>
                    <a:pt x="851867" y="858472"/>
                  </a:cubicBezTo>
                  <a:cubicBezTo>
                    <a:pt x="853411" y="806520"/>
                    <a:pt x="856268" y="752592"/>
                    <a:pt x="848461" y="701088"/>
                  </a:cubicBezTo>
                  <a:cubicBezTo>
                    <a:pt x="847538" y="695027"/>
                    <a:pt x="837898" y="695460"/>
                    <a:pt x="836628" y="701088"/>
                  </a:cubicBezTo>
                  <a:cubicBezTo>
                    <a:pt x="827291" y="742736"/>
                    <a:pt x="826541" y="786332"/>
                    <a:pt x="824650" y="828831"/>
                  </a:cubicBezTo>
                  <a:cubicBezTo>
                    <a:pt x="821100" y="914435"/>
                    <a:pt x="820942" y="1000140"/>
                    <a:pt x="820321" y="1085801"/>
                  </a:cubicBezTo>
                  <a:cubicBezTo>
                    <a:pt x="819903" y="1140437"/>
                    <a:pt x="823683" y="1211307"/>
                    <a:pt x="770130" y="1243430"/>
                  </a:cubicBezTo>
                  <a:cubicBezTo>
                    <a:pt x="758586" y="1250674"/>
                    <a:pt x="744588" y="1253892"/>
                    <a:pt x="731124" y="1252565"/>
                  </a:cubicBezTo>
                  <a:cubicBezTo>
                    <a:pt x="709896" y="1239750"/>
                    <a:pt x="687499" y="1240428"/>
                    <a:pt x="680789" y="1211047"/>
                  </a:cubicBezTo>
                  <a:cubicBezTo>
                    <a:pt x="653861" y="1072669"/>
                    <a:pt x="669749" y="930251"/>
                    <a:pt x="670384" y="790300"/>
                  </a:cubicBezTo>
                  <a:cubicBezTo>
                    <a:pt x="670341" y="779203"/>
                    <a:pt x="669879" y="768538"/>
                    <a:pt x="668407" y="757528"/>
                  </a:cubicBezTo>
                  <a:cubicBezTo>
                    <a:pt x="666661" y="745146"/>
                    <a:pt x="668898" y="731133"/>
                    <a:pt x="663457" y="719618"/>
                  </a:cubicBezTo>
                  <a:cubicBezTo>
                    <a:pt x="764430" y="705865"/>
                    <a:pt x="865865" y="693786"/>
                    <a:pt x="966997" y="680856"/>
                  </a:cubicBezTo>
                  <a:cubicBezTo>
                    <a:pt x="965395" y="687552"/>
                    <a:pt x="965366" y="694450"/>
                    <a:pt x="964543" y="701550"/>
                  </a:cubicBezTo>
                  <a:cubicBezTo>
                    <a:pt x="963201" y="713095"/>
                    <a:pt x="960286" y="724163"/>
                    <a:pt x="959666" y="735838"/>
                  </a:cubicBezTo>
                  <a:cubicBezTo>
                    <a:pt x="957010" y="802393"/>
                    <a:pt x="955769" y="869021"/>
                    <a:pt x="955856" y="935619"/>
                  </a:cubicBezTo>
                  <a:cubicBezTo>
                    <a:pt x="956448" y="1015047"/>
                    <a:pt x="963562" y="1094388"/>
                    <a:pt x="975410" y="1172863"/>
                  </a:cubicBezTo>
                  <a:cubicBezTo>
                    <a:pt x="980071" y="1203918"/>
                    <a:pt x="1009178" y="1232217"/>
                    <a:pt x="1041229" y="1230673"/>
                  </a:cubicBezTo>
                  <a:cubicBezTo>
                    <a:pt x="1070250" y="1237196"/>
                    <a:pt x="1100771" y="1220557"/>
                    <a:pt x="1120469" y="1199964"/>
                  </a:cubicBezTo>
                  <a:cubicBezTo>
                    <a:pt x="1164094" y="1152111"/>
                    <a:pt x="1158134" y="1082915"/>
                    <a:pt x="1159952" y="1022681"/>
                  </a:cubicBezTo>
                  <a:cubicBezTo>
                    <a:pt x="1162795" y="952676"/>
                    <a:pt x="1164137" y="882614"/>
                    <a:pt x="1166215" y="812567"/>
                  </a:cubicBezTo>
                  <a:cubicBezTo>
                    <a:pt x="1167759" y="760890"/>
                    <a:pt x="1170573" y="707265"/>
                    <a:pt x="1162925" y="655992"/>
                  </a:cubicBezTo>
                  <a:cubicBezTo>
                    <a:pt x="1201701" y="651071"/>
                    <a:pt x="1240476" y="646121"/>
                    <a:pt x="1279252" y="641128"/>
                  </a:cubicBezTo>
                  <a:cubicBezTo>
                    <a:pt x="1276294" y="649224"/>
                    <a:pt x="1276481" y="657579"/>
                    <a:pt x="1275471" y="666252"/>
                  </a:cubicBezTo>
                  <a:cubicBezTo>
                    <a:pt x="1268963" y="699429"/>
                    <a:pt x="1269295" y="733255"/>
                    <a:pt x="1268501" y="766951"/>
                  </a:cubicBezTo>
                  <a:cubicBezTo>
                    <a:pt x="1267505" y="811398"/>
                    <a:pt x="1266452" y="855845"/>
                    <a:pt x="1266784" y="900321"/>
                  </a:cubicBezTo>
                  <a:cubicBezTo>
                    <a:pt x="1267375" y="979749"/>
                    <a:pt x="1274490" y="1059090"/>
                    <a:pt x="1286338" y="1137565"/>
                  </a:cubicBezTo>
                  <a:cubicBezTo>
                    <a:pt x="1290984" y="1168620"/>
                    <a:pt x="1320106" y="1196919"/>
                    <a:pt x="1352157" y="1195375"/>
                  </a:cubicBezTo>
                  <a:cubicBezTo>
                    <a:pt x="1381177" y="1201912"/>
                    <a:pt x="1411699" y="1185259"/>
                    <a:pt x="1431397" y="1164666"/>
                  </a:cubicBezTo>
                  <a:cubicBezTo>
                    <a:pt x="1459494" y="1134549"/>
                    <a:pt x="1467214" y="1092728"/>
                    <a:pt x="1469278" y="1052942"/>
                  </a:cubicBezTo>
                  <a:cubicBezTo>
                    <a:pt x="1472496" y="1054876"/>
                    <a:pt x="1475584" y="1057127"/>
                    <a:pt x="1478831" y="1058989"/>
                  </a:cubicBezTo>
                  <a:cubicBezTo>
                    <a:pt x="1485744" y="1067950"/>
                    <a:pt x="1496480" y="1072597"/>
                    <a:pt x="1506149" y="1078067"/>
                  </a:cubicBezTo>
                  <a:cubicBezTo>
                    <a:pt x="1571290" y="1114952"/>
                    <a:pt x="1636431" y="1151852"/>
                    <a:pt x="1701572" y="1188723"/>
                  </a:cubicBezTo>
                  <a:cubicBezTo>
                    <a:pt x="1713463" y="1195447"/>
                    <a:pt x="1727216" y="1186832"/>
                    <a:pt x="1727822" y="1173657"/>
                  </a:cubicBezTo>
                  <a:cubicBezTo>
                    <a:pt x="1736971" y="972620"/>
                    <a:pt x="1746769" y="771410"/>
                    <a:pt x="1750478" y="570229"/>
                  </a:cubicBezTo>
                  <a:cubicBezTo>
                    <a:pt x="1751575" y="567877"/>
                    <a:pt x="1751618" y="564947"/>
                    <a:pt x="1750709" y="562408"/>
                  </a:cubicBezTo>
                  <a:close/>
                  <a:moveTo>
                    <a:pt x="1460288" y="294715"/>
                  </a:moveTo>
                  <a:cubicBezTo>
                    <a:pt x="1462135" y="363709"/>
                    <a:pt x="1462827" y="432876"/>
                    <a:pt x="1459249" y="501812"/>
                  </a:cubicBezTo>
                  <a:cubicBezTo>
                    <a:pt x="1423951" y="530688"/>
                    <a:pt x="1343960" y="533502"/>
                    <a:pt x="1301548" y="524382"/>
                  </a:cubicBezTo>
                  <a:cubicBezTo>
                    <a:pt x="1302284" y="509143"/>
                    <a:pt x="1298878" y="492908"/>
                    <a:pt x="1297738" y="478304"/>
                  </a:cubicBezTo>
                  <a:cubicBezTo>
                    <a:pt x="1295198" y="418560"/>
                    <a:pt x="1296872" y="358658"/>
                    <a:pt x="1296353" y="298856"/>
                  </a:cubicBezTo>
                  <a:cubicBezTo>
                    <a:pt x="1297103" y="259590"/>
                    <a:pt x="1295689" y="220237"/>
                    <a:pt x="1295444" y="180970"/>
                  </a:cubicBezTo>
                  <a:cubicBezTo>
                    <a:pt x="1295112" y="150810"/>
                    <a:pt x="1296887" y="120476"/>
                    <a:pt x="1291605" y="90662"/>
                  </a:cubicBezTo>
                  <a:cubicBezTo>
                    <a:pt x="1335951" y="116522"/>
                    <a:pt x="1417601" y="118831"/>
                    <a:pt x="1465526" y="97632"/>
                  </a:cubicBezTo>
                  <a:cubicBezTo>
                    <a:pt x="1456723" y="163292"/>
                    <a:pt x="1459999" y="228924"/>
                    <a:pt x="1460288" y="294715"/>
                  </a:cubicBezTo>
                  <a:close/>
                  <a:moveTo>
                    <a:pt x="1383126" y="34987"/>
                  </a:moveTo>
                  <a:cubicBezTo>
                    <a:pt x="1432378" y="35998"/>
                    <a:pt x="1459912" y="51294"/>
                    <a:pt x="1463188" y="57601"/>
                  </a:cubicBezTo>
                  <a:cubicBezTo>
                    <a:pt x="1441080" y="84658"/>
                    <a:pt x="1322848" y="81960"/>
                    <a:pt x="1302197" y="54281"/>
                  </a:cubicBezTo>
                  <a:cubicBezTo>
                    <a:pt x="1305733" y="48105"/>
                    <a:pt x="1333945" y="33977"/>
                    <a:pt x="1383126" y="34987"/>
                  </a:cubicBezTo>
                  <a:close/>
                  <a:moveTo>
                    <a:pt x="1149360" y="329998"/>
                  </a:moveTo>
                  <a:cubicBezTo>
                    <a:pt x="1151207" y="398992"/>
                    <a:pt x="1151900" y="468159"/>
                    <a:pt x="1148321" y="537096"/>
                  </a:cubicBezTo>
                  <a:cubicBezTo>
                    <a:pt x="1113037" y="565972"/>
                    <a:pt x="1033032" y="568786"/>
                    <a:pt x="990620" y="559666"/>
                  </a:cubicBezTo>
                  <a:cubicBezTo>
                    <a:pt x="991356" y="544427"/>
                    <a:pt x="987950" y="528192"/>
                    <a:pt x="986810" y="513588"/>
                  </a:cubicBezTo>
                  <a:cubicBezTo>
                    <a:pt x="984270" y="453844"/>
                    <a:pt x="985944" y="393941"/>
                    <a:pt x="985425" y="334140"/>
                  </a:cubicBezTo>
                  <a:cubicBezTo>
                    <a:pt x="986175" y="294873"/>
                    <a:pt x="984761" y="255520"/>
                    <a:pt x="984516" y="216254"/>
                  </a:cubicBezTo>
                  <a:cubicBezTo>
                    <a:pt x="984184" y="186093"/>
                    <a:pt x="985959" y="155759"/>
                    <a:pt x="980677" y="125945"/>
                  </a:cubicBezTo>
                  <a:cubicBezTo>
                    <a:pt x="1025023" y="151805"/>
                    <a:pt x="1106673" y="154114"/>
                    <a:pt x="1154598" y="132915"/>
                  </a:cubicBezTo>
                  <a:cubicBezTo>
                    <a:pt x="1145781" y="198576"/>
                    <a:pt x="1149071" y="264222"/>
                    <a:pt x="1149360" y="329998"/>
                  </a:cubicBezTo>
                  <a:close/>
                  <a:moveTo>
                    <a:pt x="1072183" y="70271"/>
                  </a:moveTo>
                  <a:cubicBezTo>
                    <a:pt x="1121436" y="71281"/>
                    <a:pt x="1148970" y="86578"/>
                    <a:pt x="1152246" y="92884"/>
                  </a:cubicBezTo>
                  <a:cubicBezTo>
                    <a:pt x="1130094" y="119899"/>
                    <a:pt x="1011934" y="117272"/>
                    <a:pt x="991255" y="89565"/>
                  </a:cubicBezTo>
                  <a:cubicBezTo>
                    <a:pt x="994790" y="83403"/>
                    <a:pt x="1022887" y="69203"/>
                    <a:pt x="1072183" y="70271"/>
                  </a:cubicBezTo>
                  <a:close/>
                  <a:moveTo>
                    <a:pt x="835012" y="375874"/>
                  </a:moveTo>
                  <a:cubicBezTo>
                    <a:pt x="836859" y="444868"/>
                    <a:pt x="837552" y="514035"/>
                    <a:pt x="833973" y="582972"/>
                  </a:cubicBezTo>
                  <a:cubicBezTo>
                    <a:pt x="798689" y="611848"/>
                    <a:pt x="718684" y="614662"/>
                    <a:pt x="676272" y="605541"/>
                  </a:cubicBezTo>
                  <a:cubicBezTo>
                    <a:pt x="677008" y="590288"/>
                    <a:pt x="673602" y="574068"/>
                    <a:pt x="672462" y="559464"/>
                  </a:cubicBezTo>
                  <a:cubicBezTo>
                    <a:pt x="669922" y="499720"/>
                    <a:pt x="671596" y="439817"/>
                    <a:pt x="671077" y="380016"/>
                  </a:cubicBezTo>
                  <a:cubicBezTo>
                    <a:pt x="671827" y="340749"/>
                    <a:pt x="670413" y="301396"/>
                    <a:pt x="670168" y="262130"/>
                  </a:cubicBezTo>
                  <a:cubicBezTo>
                    <a:pt x="669836" y="231969"/>
                    <a:pt x="671611" y="201635"/>
                    <a:pt x="666329" y="171821"/>
                  </a:cubicBezTo>
                  <a:cubicBezTo>
                    <a:pt x="710675" y="197681"/>
                    <a:pt x="792311" y="199990"/>
                    <a:pt x="840250" y="178791"/>
                  </a:cubicBezTo>
                  <a:cubicBezTo>
                    <a:pt x="831433" y="244452"/>
                    <a:pt x="834723" y="310098"/>
                    <a:pt x="835012" y="375874"/>
                  </a:cubicBezTo>
                  <a:close/>
                  <a:moveTo>
                    <a:pt x="757835" y="116161"/>
                  </a:moveTo>
                  <a:cubicBezTo>
                    <a:pt x="807088" y="117171"/>
                    <a:pt x="834622" y="132468"/>
                    <a:pt x="837898" y="138789"/>
                  </a:cubicBezTo>
                  <a:cubicBezTo>
                    <a:pt x="815819" y="165847"/>
                    <a:pt x="697558" y="163163"/>
                    <a:pt x="676907" y="135470"/>
                  </a:cubicBezTo>
                  <a:cubicBezTo>
                    <a:pt x="680442" y="129279"/>
                    <a:pt x="708539" y="115122"/>
                    <a:pt x="757835" y="116161"/>
                  </a:cubicBezTo>
                  <a:close/>
                  <a:moveTo>
                    <a:pt x="520808" y="411100"/>
                  </a:moveTo>
                  <a:cubicBezTo>
                    <a:pt x="522655" y="480094"/>
                    <a:pt x="523348" y="549261"/>
                    <a:pt x="519769" y="618197"/>
                  </a:cubicBezTo>
                  <a:cubicBezTo>
                    <a:pt x="484486" y="647074"/>
                    <a:pt x="404481" y="649888"/>
                    <a:pt x="362068" y="640767"/>
                  </a:cubicBezTo>
                  <a:cubicBezTo>
                    <a:pt x="362804" y="625514"/>
                    <a:pt x="359399" y="609293"/>
                    <a:pt x="358259" y="594689"/>
                  </a:cubicBezTo>
                  <a:cubicBezTo>
                    <a:pt x="355719" y="534946"/>
                    <a:pt x="357393" y="475043"/>
                    <a:pt x="356873" y="415241"/>
                  </a:cubicBezTo>
                  <a:cubicBezTo>
                    <a:pt x="357624" y="375975"/>
                    <a:pt x="356209" y="336622"/>
                    <a:pt x="355964" y="297355"/>
                  </a:cubicBezTo>
                  <a:cubicBezTo>
                    <a:pt x="355647" y="267137"/>
                    <a:pt x="357393" y="236760"/>
                    <a:pt x="352111" y="206874"/>
                  </a:cubicBezTo>
                  <a:cubicBezTo>
                    <a:pt x="398477" y="233398"/>
                    <a:pt x="476823" y="235072"/>
                    <a:pt x="526046" y="214017"/>
                  </a:cubicBezTo>
                  <a:cubicBezTo>
                    <a:pt x="517229" y="279678"/>
                    <a:pt x="520519" y="345324"/>
                    <a:pt x="520808" y="411100"/>
                  </a:cubicBezTo>
                  <a:close/>
                  <a:moveTo>
                    <a:pt x="443632" y="151373"/>
                  </a:moveTo>
                  <a:cubicBezTo>
                    <a:pt x="492884" y="152383"/>
                    <a:pt x="520418" y="167679"/>
                    <a:pt x="523694" y="174000"/>
                  </a:cubicBezTo>
                  <a:cubicBezTo>
                    <a:pt x="501557" y="201072"/>
                    <a:pt x="383368" y="198359"/>
                    <a:pt x="362703" y="170681"/>
                  </a:cubicBezTo>
                  <a:cubicBezTo>
                    <a:pt x="366239" y="164505"/>
                    <a:pt x="394393" y="150305"/>
                    <a:pt x="443632" y="151373"/>
                  </a:cubicBezTo>
                  <a:close/>
                  <a:moveTo>
                    <a:pt x="68486" y="1215521"/>
                  </a:moveTo>
                  <a:cubicBezTo>
                    <a:pt x="58745" y="1207757"/>
                    <a:pt x="49005" y="1199993"/>
                    <a:pt x="39264" y="1192229"/>
                  </a:cubicBezTo>
                  <a:cubicBezTo>
                    <a:pt x="33131" y="992434"/>
                    <a:pt x="35064" y="792364"/>
                    <a:pt x="23621" y="592727"/>
                  </a:cubicBezTo>
                  <a:cubicBezTo>
                    <a:pt x="110307" y="645544"/>
                    <a:pt x="190240" y="707380"/>
                    <a:pt x="278672" y="756922"/>
                  </a:cubicBezTo>
                  <a:cubicBezTo>
                    <a:pt x="279134" y="758494"/>
                    <a:pt x="279870" y="760024"/>
                    <a:pt x="280822" y="761424"/>
                  </a:cubicBezTo>
                  <a:cubicBezTo>
                    <a:pt x="275425" y="800748"/>
                    <a:pt x="274761" y="840404"/>
                    <a:pt x="274025" y="880031"/>
                  </a:cubicBezTo>
                  <a:cubicBezTo>
                    <a:pt x="272193" y="1045380"/>
                    <a:pt x="272929" y="1210744"/>
                    <a:pt x="269898" y="1376079"/>
                  </a:cubicBezTo>
                  <a:cubicBezTo>
                    <a:pt x="202766" y="1322555"/>
                    <a:pt x="135619" y="1269045"/>
                    <a:pt x="68486" y="1215521"/>
                  </a:cubicBezTo>
                  <a:close/>
                  <a:moveTo>
                    <a:pt x="510389" y="864042"/>
                  </a:moveTo>
                  <a:cubicBezTo>
                    <a:pt x="506839" y="949646"/>
                    <a:pt x="506680" y="1035351"/>
                    <a:pt x="506060" y="1121013"/>
                  </a:cubicBezTo>
                  <a:cubicBezTo>
                    <a:pt x="505656" y="1175634"/>
                    <a:pt x="509422" y="1246518"/>
                    <a:pt x="455869" y="1278641"/>
                  </a:cubicBezTo>
                  <a:cubicBezTo>
                    <a:pt x="444324" y="1285886"/>
                    <a:pt x="430326" y="1289104"/>
                    <a:pt x="416862" y="1287776"/>
                  </a:cubicBezTo>
                  <a:cubicBezTo>
                    <a:pt x="395635" y="1274976"/>
                    <a:pt x="373238" y="1275640"/>
                    <a:pt x="366527" y="1246259"/>
                  </a:cubicBezTo>
                  <a:cubicBezTo>
                    <a:pt x="343770" y="1131360"/>
                    <a:pt x="352024" y="1012651"/>
                    <a:pt x="354550" y="896223"/>
                  </a:cubicBezTo>
                  <a:cubicBezTo>
                    <a:pt x="356296" y="851343"/>
                    <a:pt x="357436" y="806318"/>
                    <a:pt x="351534" y="761727"/>
                  </a:cubicBezTo>
                  <a:cubicBezTo>
                    <a:pt x="408348" y="754540"/>
                    <a:pt x="465062" y="746315"/>
                    <a:pt x="521789" y="738941"/>
                  </a:cubicBezTo>
                  <a:cubicBezTo>
                    <a:pt x="513030" y="779794"/>
                    <a:pt x="512236" y="822438"/>
                    <a:pt x="510389" y="864042"/>
                  </a:cubicBezTo>
                  <a:close/>
                  <a:moveTo>
                    <a:pt x="1138941" y="782940"/>
                  </a:moveTo>
                  <a:cubicBezTo>
                    <a:pt x="1135391" y="868544"/>
                    <a:pt x="1135232" y="954249"/>
                    <a:pt x="1134611" y="1039911"/>
                  </a:cubicBezTo>
                  <a:cubicBezTo>
                    <a:pt x="1134207" y="1094532"/>
                    <a:pt x="1137974" y="1165417"/>
                    <a:pt x="1084421" y="1197540"/>
                  </a:cubicBezTo>
                  <a:cubicBezTo>
                    <a:pt x="1072876" y="1204784"/>
                    <a:pt x="1058878" y="1208002"/>
                    <a:pt x="1045414" y="1206675"/>
                  </a:cubicBezTo>
                  <a:cubicBezTo>
                    <a:pt x="1024201" y="1193874"/>
                    <a:pt x="1001789" y="1194538"/>
                    <a:pt x="995079" y="1165157"/>
                  </a:cubicBezTo>
                  <a:cubicBezTo>
                    <a:pt x="972322" y="1050258"/>
                    <a:pt x="980576" y="931550"/>
                    <a:pt x="983101" y="815121"/>
                  </a:cubicBezTo>
                  <a:cubicBezTo>
                    <a:pt x="984732" y="769823"/>
                    <a:pt x="986291" y="724178"/>
                    <a:pt x="979753" y="679269"/>
                  </a:cubicBezTo>
                  <a:cubicBezTo>
                    <a:pt x="1036640" y="672082"/>
                    <a:pt x="1093527" y="664852"/>
                    <a:pt x="1150399" y="657594"/>
                  </a:cubicBezTo>
                  <a:cubicBezTo>
                    <a:pt x="1141596" y="698520"/>
                    <a:pt x="1140802" y="741250"/>
                    <a:pt x="1138941" y="782940"/>
                  </a:cubicBezTo>
                  <a:close/>
                  <a:moveTo>
                    <a:pt x="832544" y="669138"/>
                  </a:moveTo>
                  <a:cubicBezTo>
                    <a:pt x="656689" y="693209"/>
                    <a:pt x="479925" y="710743"/>
                    <a:pt x="304460" y="737397"/>
                  </a:cubicBezTo>
                  <a:cubicBezTo>
                    <a:pt x="311603" y="736083"/>
                    <a:pt x="300824" y="737988"/>
                    <a:pt x="298630" y="738306"/>
                  </a:cubicBezTo>
                  <a:cubicBezTo>
                    <a:pt x="296105" y="738681"/>
                    <a:pt x="293550" y="738984"/>
                    <a:pt x="291039" y="739431"/>
                  </a:cubicBezTo>
                  <a:cubicBezTo>
                    <a:pt x="289856" y="739648"/>
                    <a:pt x="290087" y="739633"/>
                    <a:pt x="290722" y="739561"/>
                  </a:cubicBezTo>
                  <a:cubicBezTo>
                    <a:pt x="290491" y="739604"/>
                    <a:pt x="290260" y="739662"/>
                    <a:pt x="290029" y="739720"/>
                  </a:cubicBezTo>
                  <a:cubicBezTo>
                    <a:pt x="209707" y="679745"/>
                    <a:pt x="123555" y="627318"/>
                    <a:pt x="40101" y="571715"/>
                  </a:cubicBezTo>
                  <a:cubicBezTo>
                    <a:pt x="82499" y="567357"/>
                    <a:pt x="124796" y="560777"/>
                    <a:pt x="167179" y="555885"/>
                  </a:cubicBezTo>
                  <a:cubicBezTo>
                    <a:pt x="223763" y="547616"/>
                    <a:pt x="281645" y="545033"/>
                    <a:pt x="337247" y="531049"/>
                  </a:cubicBezTo>
                  <a:cubicBezTo>
                    <a:pt x="337983" y="551613"/>
                    <a:pt x="338546" y="572018"/>
                    <a:pt x="336713" y="592539"/>
                  </a:cubicBezTo>
                  <a:cubicBezTo>
                    <a:pt x="335357" y="607807"/>
                    <a:pt x="331403" y="624460"/>
                    <a:pt x="331590" y="640320"/>
                  </a:cubicBezTo>
                  <a:cubicBezTo>
                    <a:pt x="327016" y="644635"/>
                    <a:pt x="329758" y="651562"/>
                    <a:pt x="333452" y="655588"/>
                  </a:cubicBezTo>
                  <a:cubicBezTo>
                    <a:pt x="335054" y="660451"/>
                    <a:pt x="339008" y="663193"/>
                    <a:pt x="343452" y="663972"/>
                  </a:cubicBezTo>
                  <a:cubicBezTo>
                    <a:pt x="356974" y="671808"/>
                    <a:pt x="376052" y="673655"/>
                    <a:pt x="389631" y="674622"/>
                  </a:cubicBezTo>
                  <a:cubicBezTo>
                    <a:pt x="439519" y="675979"/>
                    <a:pt x="490676" y="672515"/>
                    <a:pt x="533276" y="639887"/>
                  </a:cubicBezTo>
                  <a:cubicBezTo>
                    <a:pt x="538731" y="640002"/>
                    <a:pt x="542599" y="632975"/>
                    <a:pt x="543941" y="628804"/>
                  </a:cubicBezTo>
                  <a:cubicBezTo>
                    <a:pt x="551199" y="619900"/>
                    <a:pt x="563004" y="591991"/>
                    <a:pt x="545918" y="586983"/>
                  </a:cubicBezTo>
                  <a:cubicBezTo>
                    <a:pt x="546351" y="561441"/>
                    <a:pt x="546524" y="535898"/>
                    <a:pt x="546740" y="510355"/>
                  </a:cubicBezTo>
                  <a:cubicBezTo>
                    <a:pt x="564447" y="509764"/>
                    <a:pt x="582125" y="505781"/>
                    <a:pt x="599817" y="504092"/>
                  </a:cubicBezTo>
                  <a:cubicBezTo>
                    <a:pt x="617048" y="501798"/>
                    <a:pt x="634538" y="500138"/>
                    <a:pt x="651465" y="496155"/>
                  </a:cubicBezTo>
                  <a:cubicBezTo>
                    <a:pt x="652201" y="516604"/>
                    <a:pt x="652735" y="536894"/>
                    <a:pt x="650917" y="557299"/>
                  </a:cubicBezTo>
                  <a:cubicBezTo>
                    <a:pt x="649560" y="572567"/>
                    <a:pt x="645606" y="589220"/>
                    <a:pt x="645794" y="605080"/>
                  </a:cubicBezTo>
                  <a:cubicBezTo>
                    <a:pt x="641219" y="609394"/>
                    <a:pt x="643961" y="616321"/>
                    <a:pt x="647656" y="620348"/>
                  </a:cubicBezTo>
                  <a:cubicBezTo>
                    <a:pt x="649257" y="625211"/>
                    <a:pt x="653211" y="627953"/>
                    <a:pt x="657656" y="628732"/>
                  </a:cubicBezTo>
                  <a:cubicBezTo>
                    <a:pt x="671178" y="636568"/>
                    <a:pt x="690241" y="638415"/>
                    <a:pt x="703835" y="639382"/>
                  </a:cubicBezTo>
                  <a:cubicBezTo>
                    <a:pt x="753723" y="640738"/>
                    <a:pt x="804880" y="637275"/>
                    <a:pt x="847480" y="604647"/>
                  </a:cubicBezTo>
                  <a:cubicBezTo>
                    <a:pt x="852935" y="604748"/>
                    <a:pt x="856802" y="597734"/>
                    <a:pt x="858144" y="593564"/>
                  </a:cubicBezTo>
                  <a:cubicBezTo>
                    <a:pt x="865403" y="584660"/>
                    <a:pt x="877208" y="556751"/>
                    <a:pt x="860121" y="551743"/>
                  </a:cubicBezTo>
                  <a:cubicBezTo>
                    <a:pt x="860569" y="525190"/>
                    <a:pt x="860756" y="498637"/>
                    <a:pt x="860958" y="472070"/>
                  </a:cubicBezTo>
                  <a:cubicBezTo>
                    <a:pt x="869487" y="473816"/>
                    <a:pt x="878579" y="470844"/>
                    <a:pt x="887050" y="470136"/>
                  </a:cubicBezTo>
                  <a:cubicBezTo>
                    <a:pt x="894265" y="469227"/>
                    <a:pt x="901466" y="468318"/>
                    <a:pt x="908681" y="467409"/>
                  </a:cubicBezTo>
                  <a:cubicBezTo>
                    <a:pt x="927745" y="464552"/>
                    <a:pt x="947270" y="463051"/>
                    <a:pt x="966116" y="458592"/>
                  </a:cubicBezTo>
                  <a:cubicBezTo>
                    <a:pt x="966679" y="476226"/>
                    <a:pt x="966852" y="493774"/>
                    <a:pt x="965279" y="511409"/>
                  </a:cubicBezTo>
                  <a:cubicBezTo>
                    <a:pt x="963923" y="526677"/>
                    <a:pt x="959969" y="543330"/>
                    <a:pt x="960156" y="559189"/>
                  </a:cubicBezTo>
                  <a:cubicBezTo>
                    <a:pt x="955582" y="563504"/>
                    <a:pt x="958324" y="570431"/>
                    <a:pt x="962018" y="574457"/>
                  </a:cubicBezTo>
                  <a:cubicBezTo>
                    <a:pt x="963620" y="579321"/>
                    <a:pt x="967574" y="582062"/>
                    <a:pt x="972019" y="582842"/>
                  </a:cubicBezTo>
                  <a:cubicBezTo>
                    <a:pt x="985540" y="590678"/>
                    <a:pt x="1004603" y="592525"/>
                    <a:pt x="1018197" y="593492"/>
                  </a:cubicBezTo>
                  <a:cubicBezTo>
                    <a:pt x="1068085" y="594848"/>
                    <a:pt x="1119242" y="591385"/>
                    <a:pt x="1161842" y="558757"/>
                  </a:cubicBezTo>
                  <a:cubicBezTo>
                    <a:pt x="1167297" y="558872"/>
                    <a:pt x="1171165" y="551844"/>
                    <a:pt x="1172507" y="547674"/>
                  </a:cubicBezTo>
                  <a:cubicBezTo>
                    <a:pt x="1179766" y="538770"/>
                    <a:pt x="1191570" y="510860"/>
                    <a:pt x="1174484" y="505853"/>
                  </a:cubicBezTo>
                  <a:cubicBezTo>
                    <a:pt x="1174902" y="482172"/>
                    <a:pt x="1175047" y="458491"/>
                    <a:pt x="1175278" y="434810"/>
                  </a:cubicBezTo>
                  <a:cubicBezTo>
                    <a:pt x="1192667" y="434795"/>
                    <a:pt x="1211889" y="431159"/>
                    <a:pt x="1229552" y="429788"/>
                  </a:cubicBezTo>
                  <a:cubicBezTo>
                    <a:pt x="1245412" y="427998"/>
                    <a:pt x="1261444" y="426613"/>
                    <a:pt x="1277044" y="423178"/>
                  </a:cubicBezTo>
                  <a:cubicBezTo>
                    <a:pt x="1277607" y="440856"/>
                    <a:pt x="1277795" y="458447"/>
                    <a:pt x="1276222" y="476111"/>
                  </a:cubicBezTo>
                  <a:cubicBezTo>
                    <a:pt x="1274865" y="491379"/>
                    <a:pt x="1270911" y="508032"/>
                    <a:pt x="1271099" y="523891"/>
                  </a:cubicBezTo>
                  <a:cubicBezTo>
                    <a:pt x="1266524" y="528206"/>
                    <a:pt x="1269266" y="535133"/>
                    <a:pt x="1272975" y="539159"/>
                  </a:cubicBezTo>
                  <a:cubicBezTo>
                    <a:pt x="1274576" y="544023"/>
                    <a:pt x="1278531" y="546764"/>
                    <a:pt x="1282975" y="547544"/>
                  </a:cubicBezTo>
                  <a:cubicBezTo>
                    <a:pt x="1296497" y="555380"/>
                    <a:pt x="1315560" y="557227"/>
                    <a:pt x="1329154" y="558194"/>
                  </a:cubicBezTo>
                  <a:cubicBezTo>
                    <a:pt x="1379042" y="559550"/>
                    <a:pt x="1430199" y="556087"/>
                    <a:pt x="1472799" y="523459"/>
                  </a:cubicBezTo>
                  <a:cubicBezTo>
                    <a:pt x="1478254" y="523574"/>
                    <a:pt x="1482122" y="516546"/>
                    <a:pt x="1483464" y="512376"/>
                  </a:cubicBezTo>
                  <a:cubicBezTo>
                    <a:pt x="1490722" y="503472"/>
                    <a:pt x="1502527" y="475562"/>
                    <a:pt x="1485441" y="470555"/>
                  </a:cubicBezTo>
                  <a:cubicBezTo>
                    <a:pt x="1485830" y="449630"/>
                    <a:pt x="1485931" y="428705"/>
                    <a:pt x="1486162" y="407781"/>
                  </a:cubicBezTo>
                  <a:cubicBezTo>
                    <a:pt x="1492757" y="415501"/>
                    <a:pt x="1503205" y="421851"/>
                    <a:pt x="1510117" y="426353"/>
                  </a:cubicBezTo>
                  <a:cubicBezTo>
                    <a:pt x="1530061" y="439370"/>
                    <a:pt x="1550019" y="452401"/>
                    <a:pt x="1569962" y="465418"/>
                  </a:cubicBezTo>
                  <a:cubicBezTo>
                    <a:pt x="1618176" y="496733"/>
                    <a:pt x="1665192" y="531684"/>
                    <a:pt x="1716710" y="557472"/>
                  </a:cubicBezTo>
                  <a:cubicBezTo>
                    <a:pt x="1717287" y="557761"/>
                    <a:pt x="1717128" y="558627"/>
                    <a:pt x="1716479" y="558684"/>
                  </a:cubicBezTo>
                  <a:cubicBezTo>
                    <a:pt x="1420732" y="585627"/>
                    <a:pt x="1127107" y="632239"/>
                    <a:pt x="832544" y="669138"/>
                  </a:cubicBezTo>
                  <a:close/>
                  <a:moveTo>
                    <a:pt x="1446578" y="876655"/>
                  </a:moveTo>
                  <a:cubicBezTo>
                    <a:pt x="1445727" y="919312"/>
                    <a:pt x="1446116" y="961956"/>
                    <a:pt x="1445554" y="1004613"/>
                  </a:cubicBezTo>
                  <a:cubicBezTo>
                    <a:pt x="1445150" y="1059234"/>
                    <a:pt x="1448916" y="1130133"/>
                    <a:pt x="1395363" y="1162242"/>
                  </a:cubicBezTo>
                  <a:cubicBezTo>
                    <a:pt x="1383818" y="1169501"/>
                    <a:pt x="1369820" y="1172704"/>
                    <a:pt x="1356356" y="1171377"/>
                  </a:cubicBezTo>
                  <a:cubicBezTo>
                    <a:pt x="1335128" y="1158576"/>
                    <a:pt x="1312732" y="1159240"/>
                    <a:pt x="1306021" y="1129859"/>
                  </a:cubicBezTo>
                  <a:cubicBezTo>
                    <a:pt x="1279093" y="991481"/>
                    <a:pt x="1294982" y="849063"/>
                    <a:pt x="1295617" y="709112"/>
                  </a:cubicBezTo>
                  <a:cubicBezTo>
                    <a:pt x="1295573" y="698015"/>
                    <a:pt x="1295112" y="687350"/>
                    <a:pt x="1293640" y="676339"/>
                  </a:cubicBezTo>
                  <a:cubicBezTo>
                    <a:pt x="1292038" y="664419"/>
                    <a:pt x="1293813" y="651143"/>
                    <a:pt x="1289354" y="639829"/>
                  </a:cubicBezTo>
                  <a:cubicBezTo>
                    <a:pt x="1347366" y="632369"/>
                    <a:pt x="1405364" y="624850"/>
                    <a:pt x="1463361" y="617259"/>
                  </a:cubicBezTo>
                  <a:cubicBezTo>
                    <a:pt x="1451052" y="658705"/>
                    <a:pt x="1452596" y="704523"/>
                    <a:pt x="1449883" y="747628"/>
                  </a:cubicBezTo>
                  <a:cubicBezTo>
                    <a:pt x="1447964" y="790618"/>
                    <a:pt x="1447430" y="833665"/>
                    <a:pt x="1446578" y="876655"/>
                  </a:cubicBezTo>
                  <a:close/>
                  <a:moveTo>
                    <a:pt x="1724820" y="589870"/>
                  </a:moveTo>
                  <a:cubicBezTo>
                    <a:pt x="1713189" y="764368"/>
                    <a:pt x="1703578" y="962114"/>
                    <a:pt x="1694270" y="1144535"/>
                  </a:cubicBezTo>
                  <a:cubicBezTo>
                    <a:pt x="1639793" y="1113682"/>
                    <a:pt x="1585317" y="1082843"/>
                    <a:pt x="1530840" y="1051990"/>
                  </a:cubicBezTo>
                  <a:cubicBezTo>
                    <a:pt x="1519238" y="1045438"/>
                    <a:pt x="1508631" y="1036534"/>
                    <a:pt x="1495066" y="1034254"/>
                  </a:cubicBezTo>
                  <a:cubicBezTo>
                    <a:pt x="1494878" y="1034225"/>
                    <a:pt x="1478167" y="1026563"/>
                    <a:pt x="1472236" y="1023821"/>
                  </a:cubicBezTo>
                  <a:cubicBezTo>
                    <a:pt x="1471876" y="1023590"/>
                    <a:pt x="1470808" y="1022998"/>
                    <a:pt x="1470259" y="1022753"/>
                  </a:cubicBezTo>
                  <a:cubicBezTo>
                    <a:pt x="1471977" y="940915"/>
                    <a:pt x="1475180" y="859135"/>
                    <a:pt x="1477085" y="777283"/>
                  </a:cubicBezTo>
                  <a:cubicBezTo>
                    <a:pt x="1478629" y="725332"/>
                    <a:pt x="1481487" y="671404"/>
                    <a:pt x="1473679" y="619900"/>
                  </a:cubicBezTo>
                  <a:cubicBezTo>
                    <a:pt x="1473420" y="618154"/>
                    <a:pt x="1472409" y="616956"/>
                    <a:pt x="1471111" y="616264"/>
                  </a:cubicBezTo>
                  <a:cubicBezTo>
                    <a:pt x="1543265" y="607158"/>
                    <a:pt x="1615246" y="596969"/>
                    <a:pt x="1687054" y="585497"/>
                  </a:cubicBezTo>
                  <a:cubicBezTo>
                    <a:pt x="1692683" y="584386"/>
                    <a:pt x="1715426" y="580129"/>
                    <a:pt x="1726206" y="578065"/>
                  </a:cubicBezTo>
                  <a:cubicBezTo>
                    <a:pt x="1725744" y="582005"/>
                    <a:pt x="1725282" y="585930"/>
                    <a:pt x="1724820" y="589870"/>
                  </a:cubicBezTo>
                  <a:close/>
                </a:path>
              </a:pathLst>
            </a:custGeom>
            <a:solidFill>
              <a:srgbClr val="000000"/>
            </a:solidFill>
            <a:ln w="143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37" name="TextBox 336">
            <a:extLst>
              <a:ext uri="{FF2B5EF4-FFF2-40B4-BE49-F238E27FC236}">
                <a16:creationId xmlns:a16="http://schemas.microsoft.com/office/drawing/2014/main" id="{AF4EC402-43AC-EA36-AB8C-589BCC7282F3}"/>
              </a:ext>
            </a:extLst>
          </p:cNvPr>
          <p:cNvSpPr txBox="1"/>
          <p:nvPr/>
        </p:nvSpPr>
        <p:spPr>
          <a:xfrm>
            <a:off x="16397145" y="31883917"/>
            <a:ext cx="70043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>
                <a:solidFill>
                  <a:srgbClr val="72DBDE"/>
                </a:solidFill>
                <a:latin typeface="Avenir Next LT Pro Demi" panose="020B0704020202020204" pitchFamily="34" charset="0"/>
                <a:ea typeface="Calibri" panose="020F0502020204030204" pitchFamily="34" charset="0"/>
              </a:rPr>
              <a:t>I</a:t>
            </a:r>
            <a:r>
              <a:rPr lang="en-GB" sz="3000" dirty="0">
                <a:solidFill>
                  <a:srgbClr val="72DBDE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</a:rPr>
              <a:t>)</a:t>
            </a:r>
            <a:r>
              <a:rPr lang="en-GB" sz="3000" dirty="0">
                <a:solidFill>
                  <a:srgbClr val="F8F0E9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</a:rPr>
              <a:t> Internal validity</a:t>
            </a:r>
            <a:endParaRPr lang="en-GB" sz="3000" dirty="0">
              <a:solidFill>
                <a:srgbClr val="F8F0E9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CB17A4B7-6F8A-D579-3DED-486916FF3189}"/>
              </a:ext>
            </a:extLst>
          </p:cNvPr>
          <p:cNvSpPr txBox="1"/>
          <p:nvPr/>
        </p:nvSpPr>
        <p:spPr>
          <a:xfrm>
            <a:off x="16390933" y="32643827"/>
            <a:ext cx="6770581" cy="3483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The </a:t>
            </a:r>
            <a:r>
              <a:rPr lang="en-US" sz="2300" dirty="0">
                <a:solidFill>
                  <a:srgbClr val="72DBDE"/>
                </a:solidFill>
                <a:latin typeface="Avenir Next LT Pro Demi" panose="020B0704020202020204" pitchFamily="34" charset="0"/>
                <a:cs typeface="Arial" panose="020B0604020202020204" pitchFamily="34" charset="0"/>
              </a:rPr>
              <a:t>low number of same-race gender interactions between host and guests </a:t>
            </a:r>
            <a:r>
              <a:rPr lang="en-US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excludes relevant cofounders of intragroup and intergroup discrimination that have proven relevant in areas such as </a:t>
            </a:r>
            <a:r>
              <a:rPr lang="en-US" sz="2300" dirty="0">
                <a:solidFill>
                  <a:srgbClr val="72DBDE"/>
                </a:solidFill>
                <a:latin typeface="Avenir Next LT Pro Demi" panose="020B0704020202020204" pitchFamily="34" charset="0"/>
                <a:cs typeface="Arial" panose="020B0604020202020204" pitchFamily="34" charset="0"/>
              </a:rPr>
              <a:t>education </a:t>
            </a:r>
            <a:r>
              <a:rPr lang="en-US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and the </a:t>
            </a:r>
            <a:r>
              <a:rPr lang="en-US" sz="2300" dirty="0">
                <a:solidFill>
                  <a:srgbClr val="72DBDE"/>
                </a:solidFill>
                <a:latin typeface="Avenir Next LT Pro Demi" panose="020B0704020202020204" pitchFamily="34" charset="0"/>
                <a:cs typeface="Arial" panose="020B0604020202020204" pitchFamily="34" charset="0"/>
              </a:rPr>
              <a:t>labor market.</a:t>
            </a:r>
          </a:p>
          <a:p>
            <a:pPr algn="just">
              <a:spcAft>
                <a:spcPts val="800"/>
              </a:spcAft>
            </a:pPr>
            <a:endParaRPr lang="en-US" sz="2300" dirty="0">
              <a:solidFill>
                <a:srgbClr val="72DBDE"/>
              </a:solidFill>
              <a:latin typeface="Avenir Next LT Pro Demi" panose="020B07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800"/>
              </a:spcAft>
            </a:pPr>
            <a:r>
              <a:rPr lang="en-US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Control variables classification from third parties may also create </a:t>
            </a:r>
            <a:r>
              <a:rPr lang="en-US" sz="2300" dirty="0">
                <a:solidFill>
                  <a:srgbClr val="72DBDE"/>
                </a:solidFill>
                <a:latin typeface="Avenir Next LT Pro Demi" panose="020B0704020202020204" pitchFamily="34" charset="0"/>
                <a:cs typeface="Arial" panose="020B0604020202020204" pitchFamily="34" charset="0"/>
              </a:rPr>
              <a:t>measurement errors </a:t>
            </a:r>
            <a:r>
              <a:rPr lang="en-US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biasing the estimated discrimination gap.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02EDECD8-567C-E1C5-05B0-CC29924A7FB0}"/>
              </a:ext>
            </a:extLst>
          </p:cNvPr>
          <p:cNvSpPr txBox="1"/>
          <p:nvPr/>
        </p:nvSpPr>
        <p:spPr>
          <a:xfrm>
            <a:off x="24008995" y="22083238"/>
            <a:ext cx="517288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800"/>
              </a:spcAft>
              <a:buClr>
                <a:srgbClr val="72DBDE"/>
              </a:buClr>
              <a:buSzPct val="200000"/>
              <a:buFont typeface="Arial" panose="020B0604020202020204" pitchFamily="34" charset="0"/>
              <a:buChar char="•"/>
            </a:pPr>
            <a:r>
              <a:rPr lang="en-GB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Same gender-race allocations only account for </a:t>
            </a:r>
            <a:r>
              <a:rPr lang="en-GB" sz="2300" dirty="0">
                <a:solidFill>
                  <a:srgbClr val="72DBDE"/>
                </a:solidFill>
                <a:latin typeface="Avenir Next LT Pro Demi" panose="020B0704020202020204" pitchFamily="34" charset="0"/>
                <a:cs typeface="Arial" panose="020B0604020202020204" pitchFamily="34" charset="0"/>
              </a:rPr>
              <a:t>1.92% of all host-guest pairs</a:t>
            </a:r>
            <a:r>
              <a:rPr lang="en-GB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 in the rental request flow.</a:t>
            </a: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7CB20F29-1801-0F0E-E1DA-4C7E5A633A32}"/>
              </a:ext>
            </a:extLst>
          </p:cNvPr>
          <p:cNvSpPr txBox="1"/>
          <p:nvPr/>
        </p:nvSpPr>
        <p:spPr>
          <a:xfrm>
            <a:off x="25348207" y="32632699"/>
            <a:ext cx="3967293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The considerable frequency of listings from </a:t>
            </a:r>
            <a:r>
              <a:rPr lang="en-US" sz="2300" dirty="0">
                <a:solidFill>
                  <a:srgbClr val="ED6144"/>
                </a:solidFill>
                <a:latin typeface="Avenir Next LT Pro Demi" panose="020B0704020202020204" pitchFamily="34" charset="0"/>
                <a:cs typeface="Arial" panose="020B0604020202020204" pitchFamily="34" charset="0"/>
              </a:rPr>
              <a:t>Los Angeles </a:t>
            </a:r>
            <a:r>
              <a:rPr lang="en-US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and </a:t>
            </a:r>
            <a:r>
              <a:rPr lang="en-US" sz="2300" dirty="0">
                <a:solidFill>
                  <a:srgbClr val="ED6144"/>
                </a:solidFill>
                <a:latin typeface="Avenir Next LT Pro Demi" panose="020B0704020202020204" pitchFamily="34" charset="0"/>
                <a:cs typeface="Arial" panose="020B0604020202020204" pitchFamily="34" charset="0"/>
              </a:rPr>
              <a:t>Washington</a:t>
            </a:r>
            <a:r>
              <a:rPr lang="en-US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, and the relative noise in the inferred  discrimination effects, suggests that the </a:t>
            </a:r>
            <a:r>
              <a:rPr lang="en-US" sz="2300" dirty="0">
                <a:solidFill>
                  <a:srgbClr val="72DBDE"/>
                </a:solidFill>
                <a:latin typeface="Avenir Next LT Pro Demi" panose="020B0704020202020204" pitchFamily="34" charset="0"/>
                <a:cs typeface="Arial" panose="020B0604020202020204" pitchFamily="34" charset="0"/>
              </a:rPr>
              <a:t>identified effect may be only locally sound</a:t>
            </a:r>
            <a:r>
              <a:rPr lang="en-US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, and susceptible to hedonic characteristics of the cities.</a:t>
            </a:r>
            <a:endParaRPr lang="en-GB" sz="2300" dirty="0">
              <a:solidFill>
                <a:schemeClr val="bg1"/>
              </a:solidFill>
              <a:latin typeface="Avenir Next LT Pro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92DDB8C0-7575-D777-D2EF-1B24D42888BB}"/>
              </a:ext>
            </a:extLst>
          </p:cNvPr>
          <p:cNvSpPr txBox="1"/>
          <p:nvPr/>
        </p:nvSpPr>
        <p:spPr>
          <a:xfrm>
            <a:off x="16319504" y="36516932"/>
            <a:ext cx="55431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>
                <a:solidFill>
                  <a:srgbClr val="72DBDE"/>
                </a:solidFill>
                <a:latin typeface="Avenir Next LT Pro Demi" panose="020B0704020202020204" pitchFamily="34" charset="0"/>
                <a:ea typeface="Calibri" panose="020F0502020204030204" pitchFamily="34" charset="0"/>
              </a:rPr>
              <a:t>III</a:t>
            </a:r>
            <a:r>
              <a:rPr lang="en-GB" sz="3000" dirty="0">
                <a:solidFill>
                  <a:srgbClr val="72DBDE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</a:rPr>
              <a:t>)</a:t>
            </a:r>
            <a:r>
              <a:rPr lang="en-GB" sz="3000" dirty="0">
                <a:solidFill>
                  <a:srgbClr val="F8F0E9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</a:rPr>
              <a:t> Extension</a:t>
            </a:r>
            <a:endParaRPr lang="en-GB" sz="3000" dirty="0">
              <a:solidFill>
                <a:srgbClr val="F8F0E9"/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C83C30C4-D8BE-DCDC-A295-C6740D024113}"/>
              </a:ext>
            </a:extLst>
          </p:cNvPr>
          <p:cNvSpPr txBox="1"/>
          <p:nvPr/>
        </p:nvSpPr>
        <p:spPr>
          <a:xfrm>
            <a:off x="18610195" y="38060490"/>
            <a:ext cx="6081150" cy="2672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  <a:buClr>
                <a:srgbClr val="72DBDE"/>
              </a:buClr>
              <a:buSzPct val="200000"/>
            </a:pPr>
            <a:endParaRPr lang="en-US" sz="2300" dirty="0">
              <a:solidFill>
                <a:schemeClr val="bg1"/>
              </a:solidFill>
              <a:latin typeface="Avenir Next LT Pro" panose="020B05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800"/>
              </a:spcAft>
              <a:buClr>
                <a:srgbClr val="72DBDE"/>
              </a:buClr>
              <a:buSzPct val="200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Sampling decisions, shaping the scrappers’ queries, should also be supported by </a:t>
            </a:r>
            <a:r>
              <a:rPr lang="en-US" sz="2300" dirty="0">
                <a:solidFill>
                  <a:srgbClr val="72DBDE"/>
                </a:solidFill>
                <a:latin typeface="Avenir Next LT Pro Demi" panose="020B0704020202020204" pitchFamily="34" charset="0"/>
                <a:cs typeface="Arial" panose="020B0604020202020204" pitchFamily="34" charset="0"/>
              </a:rPr>
              <a:t>experimental procedures</a:t>
            </a:r>
            <a:r>
              <a:rPr lang="en-US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, like stratified sampling, to better access hosts’ geographic and racial distribution and listings. </a:t>
            </a:r>
            <a:endParaRPr lang="en-GB" sz="2300" dirty="0">
              <a:solidFill>
                <a:schemeClr val="bg1"/>
              </a:solidFill>
              <a:latin typeface="Avenir Next LT Pro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4EF9E4FC-AECC-C5C4-8BC4-FC5F86DF43D0}"/>
              </a:ext>
            </a:extLst>
          </p:cNvPr>
          <p:cNvSpPr txBox="1"/>
          <p:nvPr/>
        </p:nvSpPr>
        <p:spPr>
          <a:xfrm>
            <a:off x="25160319" y="37339419"/>
            <a:ext cx="4142482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800"/>
              </a:spcAft>
              <a:buClr>
                <a:srgbClr val="72DBDE"/>
              </a:buClr>
              <a:buSzPct val="200000"/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Further research should </a:t>
            </a:r>
            <a:r>
              <a:rPr lang="en-US" sz="2300" dirty="0">
                <a:solidFill>
                  <a:srgbClr val="72DBDE"/>
                </a:solidFill>
                <a:latin typeface="Avenir Next LT Pro Demi" panose="020B0704020202020204" pitchFamily="34" charset="0"/>
                <a:cs typeface="Arial" panose="020B0604020202020204" pitchFamily="34" charset="0"/>
              </a:rPr>
              <a:t>identify diverse race and gender-based host sampling frames </a:t>
            </a:r>
            <a:r>
              <a:rPr lang="en-US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where the auditing experiments can be developed under full methodological disclosure and explicit population sampling.</a:t>
            </a:r>
            <a:endParaRPr lang="en-GB" sz="2300" dirty="0">
              <a:solidFill>
                <a:schemeClr val="bg1"/>
              </a:solidFill>
              <a:latin typeface="Avenir Next LT Pro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11752A40-E20E-090E-4703-6160B7E6BFB5}"/>
              </a:ext>
            </a:extLst>
          </p:cNvPr>
          <p:cNvSpPr txBox="1"/>
          <p:nvPr/>
        </p:nvSpPr>
        <p:spPr>
          <a:xfrm>
            <a:off x="4282888" y="7604214"/>
            <a:ext cx="2790892" cy="461665"/>
          </a:xfrm>
          <a:prstGeom prst="rect">
            <a:avLst/>
          </a:prstGeom>
          <a:noFill/>
          <a:ln w="38100"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dirty="0">
                <a:solidFill>
                  <a:srgbClr val="72DBDE"/>
                </a:solidFill>
                <a:latin typeface="Avenir Next LT Pro Demi" panose="020B0704020202020204" pitchFamily="34" charset="0"/>
                <a:cs typeface="Helvetica"/>
                <a:sym typeface="Helvetica"/>
                <a:rtl val="0"/>
              </a:rPr>
              <a:t>General Hypotesis</a:t>
            </a:r>
            <a:endParaRPr lang="en-GB" sz="2400" dirty="0">
              <a:solidFill>
                <a:srgbClr val="72DBDE"/>
              </a:solidFill>
              <a:latin typeface="Avenir Next LT Pro Demi" panose="020B0704020202020204" pitchFamily="34" charset="0"/>
              <a:cs typeface="Helvetica"/>
              <a:sym typeface="Helvetica"/>
              <a:rtl val="0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882EE952-2DCF-6B09-ABED-08FDD741BB28}"/>
              </a:ext>
            </a:extLst>
          </p:cNvPr>
          <p:cNvSpPr txBox="1"/>
          <p:nvPr/>
        </p:nvSpPr>
        <p:spPr>
          <a:xfrm>
            <a:off x="16382835" y="37203070"/>
            <a:ext cx="8391943" cy="125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  <a:buClr>
                <a:srgbClr val="72DBDE"/>
              </a:buClr>
              <a:buSzPct val="200000"/>
            </a:pPr>
            <a:r>
              <a:rPr lang="en-US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Estimations should be performed to test the discrimination gap robustness using </a:t>
            </a:r>
            <a:r>
              <a:rPr lang="en-US" sz="2300" dirty="0">
                <a:solidFill>
                  <a:srgbClr val="72DBDE"/>
                </a:solidFill>
                <a:latin typeface="Avenir Next LT Pro Demi" panose="020B0704020202020204" pitchFamily="34" charset="0"/>
                <a:cs typeface="Arial" panose="020B0604020202020204" pitchFamily="34" charset="0"/>
              </a:rPr>
              <a:t>multiple sampling mechanisms</a:t>
            </a:r>
            <a:r>
              <a:rPr lang="en-US" sz="2300" dirty="0">
                <a:solidFill>
                  <a:schemeClr val="bg1"/>
                </a:solidFill>
                <a:latin typeface="Avenir Next LT Pro" panose="020B05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Aft>
                <a:spcPts val="800"/>
              </a:spcAft>
              <a:buClr>
                <a:srgbClr val="72DBDE"/>
              </a:buClr>
              <a:buSzPct val="200000"/>
            </a:pPr>
            <a:endParaRPr lang="en-US" sz="2300" dirty="0">
              <a:solidFill>
                <a:schemeClr val="bg1"/>
              </a:solidFill>
              <a:latin typeface="Avenir Next LT Pro" panose="020B05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Graphic 3" descr="Woman with ponytail hair">
            <a:extLst>
              <a:ext uri="{FF2B5EF4-FFF2-40B4-BE49-F238E27FC236}">
                <a16:creationId xmlns:a16="http://schemas.microsoft.com/office/drawing/2014/main" id="{797F13BB-489A-8D0C-6562-3CF42735DB9F}"/>
              </a:ext>
            </a:extLst>
          </p:cNvPr>
          <p:cNvGrpSpPr/>
          <p:nvPr/>
        </p:nvGrpSpPr>
        <p:grpSpPr>
          <a:xfrm>
            <a:off x="23275346" y="32576317"/>
            <a:ext cx="1795851" cy="3477096"/>
            <a:chOff x="16286992" y="32651236"/>
            <a:chExt cx="1795851" cy="3477096"/>
          </a:xfrm>
        </p:grpSpPr>
        <p:grpSp>
          <p:nvGrpSpPr>
            <p:cNvPr id="28" name="Graphic 3" descr="Woman with ponytail hair">
              <a:extLst>
                <a:ext uri="{FF2B5EF4-FFF2-40B4-BE49-F238E27FC236}">
                  <a16:creationId xmlns:a16="http://schemas.microsoft.com/office/drawing/2014/main" id="{C4803900-7B2E-D042-0F12-1074BD2B580F}"/>
                </a:ext>
              </a:extLst>
            </p:cNvPr>
            <p:cNvGrpSpPr/>
            <p:nvPr/>
          </p:nvGrpSpPr>
          <p:grpSpPr>
            <a:xfrm>
              <a:off x="16286992" y="33076151"/>
              <a:ext cx="1795851" cy="3052181"/>
              <a:chOff x="16286992" y="33076151"/>
              <a:chExt cx="1795851" cy="3052181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47A8434A-02AE-ADAD-90CE-FAD85E2EC101}"/>
                  </a:ext>
                </a:extLst>
              </p:cNvPr>
              <p:cNvSpPr/>
              <p:nvPr/>
            </p:nvSpPr>
            <p:spPr>
              <a:xfrm>
                <a:off x="16293284" y="33077870"/>
                <a:ext cx="1783414" cy="3045127"/>
              </a:xfrm>
              <a:custGeom>
                <a:avLst/>
                <a:gdLst>
                  <a:gd name="connsiteX0" fmla="*/ 1782221 w 1783414"/>
                  <a:gd name="connsiteY0" fmla="*/ 423674 h 3045127"/>
                  <a:gd name="connsiteX1" fmla="*/ 1753735 w 1783414"/>
                  <a:gd name="connsiteY1" fmla="*/ 422541 h 3045127"/>
                  <a:gd name="connsiteX2" fmla="*/ 1734220 w 1783414"/>
                  <a:gd name="connsiteY2" fmla="*/ 404016 h 3045127"/>
                  <a:gd name="connsiteX3" fmla="*/ 1642344 w 1783414"/>
                  <a:gd name="connsiteY3" fmla="*/ 385196 h 3045127"/>
                  <a:gd name="connsiteX4" fmla="*/ 1660461 w 1783414"/>
                  <a:gd name="connsiteY4" fmla="*/ 374124 h 3045127"/>
                  <a:gd name="connsiteX5" fmla="*/ 1593965 w 1783414"/>
                  <a:gd name="connsiteY5" fmla="*/ 348230 h 3045127"/>
                  <a:gd name="connsiteX6" fmla="*/ 1567444 w 1783414"/>
                  <a:gd name="connsiteY6" fmla="*/ 338049 h 3045127"/>
                  <a:gd name="connsiteX7" fmla="*/ 1500661 w 1783414"/>
                  <a:gd name="connsiteY7" fmla="*/ 323205 h 3045127"/>
                  <a:gd name="connsiteX8" fmla="*/ 1279860 w 1783414"/>
                  <a:gd name="connsiteY8" fmla="*/ 482665 h 3045127"/>
                  <a:gd name="connsiteX9" fmla="*/ 1166368 w 1783414"/>
                  <a:gd name="connsiteY9" fmla="*/ 582227 h 3045127"/>
                  <a:gd name="connsiteX10" fmla="*/ 1036467 w 1783414"/>
                  <a:gd name="connsiteY10" fmla="*/ 291537 h 3045127"/>
                  <a:gd name="connsiteX11" fmla="*/ 902924 w 1783414"/>
                  <a:gd name="connsiteY11" fmla="*/ 175989 h 3045127"/>
                  <a:gd name="connsiteX12" fmla="*/ 795872 w 1783414"/>
                  <a:gd name="connsiteY12" fmla="*/ 155137 h 3045127"/>
                  <a:gd name="connsiteX13" fmla="*/ 743525 w 1783414"/>
                  <a:gd name="connsiteY13" fmla="*/ 113998 h 3045127"/>
                  <a:gd name="connsiteX14" fmla="*/ 534431 w 1783414"/>
                  <a:gd name="connsiteY14" fmla="*/ 0 h 3045127"/>
                  <a:gd name="connsiteX15" fmla="*/ 511069 w 1783414"/>
                  <a:gd name="connsiteY15" fmla="*/ 115102 h 3045127"/>
                  <a:gd name="connsiteX16" fmla="*/ 454656 w 1783414"/>
                  <a:gd name="connsiteY16" fmla="*/ 138789 h 3045127"/>
                  <a:gd name="connsiteX17" fmla="*/ 321793 w 1783414"/>
                  <a:gd name="connsiteY17" fmla="*/ 189261 h 3045127"/>
                  <a:gd name="connsiteX18" fmla="*/ 88498 w 1783414"/>
                  <a:gd name="connsiteY18" fmla="*/ 447203 h 3045127"/>
                  <a:gd name="connsiteX19" fmla="*/ 1581 w 1783414"/>
                  <a:gd name="connsiteY19" fmla="*/ 665011 h 3045127"/>
                  <a:gd name="connsiteX20" fmla="*/ 1414 w 1783414"/>
                  <a:gd name="connsiteY20" fmla="*/ 685259 h 3045127"/>
                  <a:gd name="connsiteX21" fmla="*/ 329154 w 1783414"/>
                  <a:gd name="connsiteY21" fmla="*/ 949398 h 3045127"/>
                  <a:gd name="connsiteX22" fmla="*/ 418347 w 1783414"/>
                  <a:gd name="connsiteY22" fmla="*/ 958702 h 3045127"/>
                  <a:gd name="connsiteX23" fmla="*/ 389309 w 1783414"/>
                  <a:gd name="connsiteY23" fmla="*/ 1079215 h 3045127"/>
                  <a:gd name="connsiteX24" fmla="*/ 417901 w 1783414"/>
                  <a:gd name="connsiteY24" fmla="*/ 1090061 h 3045127"/>
                  <a:gd name="connsiteX25" fmla="*/ 370489 w 1783414"/>
                  <a:gd name="connsiteY25" fmla="*/ 1218684 h 3045127"/>
                  <a:gd name="connsiteX26" fmla="*/ 330643 w 1783414"/>
                  <a:gd name="connsiteY26" fmla="*/ 1458887 h 3045127"/>
                  <a:gd name="connsiteX27" fmla="*/ 307395 w 1783414"/>
                  <a:gd name="connsiteY27" fmla="*/ 1638209 h 3045127"/>
                  <a:gd name="connsiteX28" fmla="*/ 285257 w 1783414"/>
                  <a:gd name="connsiteY28" fmla="*/ 1811999 h 3045127"/>
                  <a:gd name="connsiteX29" fmla="*/ 261162 w 1783414"/>
                  <a:gd name="connsiteY29" fmla="*/ 1937077 h 3045127"/>
                  <a:gd name="connsiteX30" fmla="*/ 457936 w 1783414"/>
                  <a:gd name="connsiteY30" fmla="*/ 2009030 h 3045127"/>
                  <a:gd name="connsiteX31" fmla="*/ 452283 w 1783414"/>
                  <a:gd name="connsiteY31" fmla="*/ 2315728 h 3045127"/>
                  <a:gd name="connsiteX32" fmla="*/ 477957 w 1783414"/>
                  <a:gd name="connsiteY32" fmla="*/ 2431110 h 3045127"/>
                  <a:gd name="connsiteX33" fmla="*/ 557408 w 1783414"/>
                  <a:gd name="connsiteY33" fmla="*/ 2647414 h 3045127"/>
                  <a:gd name="connsiteX34" fmla="*/ 578623 w 1783414"/>
                  <a:gd name="connsiteY34" fmla="*/ 2750740 h 3045127"/>
                  <a:gd name="connsiteX35" fmla="*/ 576265 w 1783414"/>
                  <a:gd name="connsiteY35" fmla="*/ 2753400 h 3045127"/>
                  <a:gd name="connsiteX36" fmla="*/ 555344 w 1783414"/>
                  <a:gd name="connsiteY36" fmla="*/ 2818196 h 3045127"/>
                  <a:gd name="connsiteX37" fmla="*/ 601834 w 1783414"/>
                  <a:gd name="connsiteY37" fmla="*/ 2913389 h 3045127"/>
                  <a:gd name="connsiteX38" fmla="*/ 604918 w 1783414"/>
                  <a:gd name="connsiteY38" fmla="*/ 2980278 h 3045127"/>
                  <a:gd name="connsiteX39" fmla="*/ 637251 w 1783414"/>
                  <a:gd name="connsiteY39" fmla="*/ 2982017 h 3045127"/>
                  <a:gd name="connsiteX40" fmla="*/ 633933 w 1783414"/>
                  <a:gd name="connsiteY40" fmla="*/ 2916707 h 3045127"/>
                  <a:gd name="connsiteX41" fmla="*/ 653009 w 1783414"/>
                  <a:gd name="connsiteY41" fmla="*/ 2919141 h 3045127"/>
                  <a:gd name="connsiteX42" fmla="*/ 785585 w 1783414"/>
                  <a:gd name="connsiteY42" fmla="*/ 3042897 h 3045127"/>
                  <a:gd name="connsiteX43" fmla="*/ 947199 w 1783414"/>
                  <a:gd name="connsiteY43" fmla="*/ 2994193 h 3045127"/>
                  <a:gd name="connsiteX44" fmla="*/ 893885 w 1783414"/>
                  <a:gd name="connsiteY44" fmla="*/ 2941279 h 3045127"/>
                  <a:gd name="connsiteX45" fmla="*/ 918426 w 1783414"/>
                  <a:gd name="connsiteY45" fmla="*/ 2853613 h 3045127"/>
                  <a:gd name="connsiteX46" fmla="*/ 953850 w 1783414"/>
                  <a:gd name="connsiteY46" fmla="*/ 2965412 h 3045127"/>
                  <a:gd name="connsiteX47" fmla="*/ 1085164 w 1783414"/>
                  <a:gd name="connsiteY47" fmla="*/ 3012120 h 3045127"/>
                  <a:gd name="connsiteX48" fmla="*/ 1126529 w 1783414"/>
                  <a:gd name="connsiteY48" fmla="*/ 2928883 h 3045127"/>
                  <a:gd name="connsiteX49" fmla="*/ 1064803 w 1783414"/>
                  <a:gd name="connsiteY49" fmla="*/ 2895235 h 3045127"/>
                  <a:gd name="connsiteX50" fmla="*/ 1045318 w 1783414"/>
                  <a:gd name="connsiteY50" fmla="*/ 2806685 h 3045127"/>
                  <a:gd name="connsiteX51" fmla="*/ 1043549 w 1783414"/>
                  <a:gd name="connsiteY51" fmla="*/ 2677480 h 3045127"/>
                  <a:gd name="connsiteX52" fmla="*/ 1126537 w 1783414"/>
                  <a:gd name="connsiteY52" fmla="*/ 2221570 h 3045127"/>
                  <a:gd name="connsiteX53" fmla="*/ 1167494 w 1783414"/>
                  <a:gd name="connsiteY53" fmla="*/ 2028968 h 3045127"/>
                  <a:gd name="connsiteX54" fmla="*/ 1201180 w 1783414"/>
                  <a:gd name="connsiteY54" fmla="*/ 2004397 h 3045127"/>
                  <a:gd name="connsiteX55" fmla="*/ 1212124 w 1783414"/>
                  <a:gd name="connsiteY55" fmla="*/ 1949911 h 3045127"/>
                  <a:gd name="connsiteX56" fmla="*/ 1279489 w 1783414"/>
                  <a:gd name="connsiteY56" fmla="*/ 1921424 h 3045127"/>
                  <a:gd name="connsiteX57" fmla="*/ 1266777 w 1783414"/>
                  <a:gd name="connsiteY57" fmla="*/ 1737779 h 3045127"/>
                  <a:gd name="connsiteX58" fmla="*/ 1195013 w 1783414"/>
                  <a:gd name="connsiteY58" fmla="*/ 1311935 h 3045127"/>
                  <a:gd name="connsiteX59" fmla="*/ 1146467 w 1783414"/>
                  <a:gd name="connsiteY59" fmla="*/ 1123505 h 3045127"/>
                  <a:gd name="connsiteX60" fmla="*/ 1142454 w 1783414"/>
                  <a:gd name="connsiteY60" fmla="*/ 1105079 h 3045127"/>
                  <a:gd name="connsiteX61" fmla="*/ 1146460 w 1783414"/>
                  <a:gd name="connsiteY61" fmla="*/ 1104270 h 3045127"/>
                  <a:gd name="connsiteX62" fmla="*/ 1154925 w 1783414"/>
                  <a:gd name="connsiteY62" fmla="*/ 1090492 h 3045127"/>
                  <a:gd name="connsiteX63" fmla="*/ 1068990 w 1783414"/>
                  <a:gd name="connsiteY63" fmla="*/ 779258 h 3045127"/>
                  <a:gd name="connsiteX64" fmla="*/ 1165771 w 1783414"/>
                  <a:gd name="connsiteY64" fmla="*/ 815711 h 3045127"/>
                  <a:gd name="connsiteX65" fmla="*/ 1507584 w 1783414"/>
                  <a:gd name="connsiteY65" fmla="*/ 407183 h 3045127"/>
                  <a:gd name="connsiteX66" fmla="*/ 1638799 w 1783414"/>
                  <a:gd name="connsiteY66" fmla="*/ 452335 h 3045127"/>
                  <a:gd name="connsiteX67" fmla="*/ 1782221 w 1783414"/>
                  <a:gd name="connsiteY67" fmla="*/ 423674 h 3045127"/>
                  <a:gd name="connsiteX68" fmla="*/ 455722 w 1783414"/>
                  <a:gd name="connsiteY68" fmla="*/ 743849 h 3045127"/>
                  <a:gd name="connsiteX69" fmla="*/ 444022 w 1783414"/>
                  <a:gd name="connsiteY69" fmla="*/ 800081 h 3045127"/>
                  <a:gd name="connsiteX70" fmla="*/ 419934 w 1783414"/>
                  <a:gd name="connsiteY70" fmla="*/ 859374 h 3045127"/>
                  <a:gd name="connsiteX71" fmla="*/ 407577 w 1783414"/>
                  <a:gd name="connsiteY71" fmla="*/ 865488 h 3045127"/>
                  <a:gd name="connsiteX72" fmla="*/ 371993 w 1783414"/>
                  <a:gd name="connsiteY72" fmla="*/ 852458 h 3045127"/>
                  <a:gd name="connsiteX73" fmla="*/ 255221 w 1783414"/>
                  <a:gd name="connsiteY73" fmla="*/ 760000 h 3045127"/>
                  <a:gd name="connsiteX74" fmla="*/ 181893 w 1783414"/>
                  <a:gd name="connsiteY74" fmla="*/ 699823 h 3045127"/>
                  <a:gd name="connsiteX75" fmla="*/ 358857 w 1783414"/>
                  <a:gd name="connsiteY75" fmla="*/ 537967 h 3045127"/>
                  <a:gd name="connsiteX76" fmla="*/ 457928 w 1783414"/>
                  <a:gd name="connsiteY76" fmla="*/ 699581 h 3045127"/>
                  <a:gd name="connsiteX77" fmla="*/ 455722 w 1783414"/>
                  <a:gd name="connsiteY77" fmla="*/ 743849 h 3045127"/>
                  <a:gd name="connsiteX78" fmla="*/ 896394 w 1783414"/>
                  <a:gd name="connsiteY78" fmla="*/ 2234222 h 3045127"/>
                  <a:gd name="connsiteX79" fmla="*/ 880303 w 1783414"/>
                  <a:gd name="connsiteY79" fmla="*/ 2718180 h 3045127"/>
                  <a:gd name="connsiteX80" fmla="*/ 865859 w 1783414"/>
                  <a:gd name="connsiteY80" fmla="*/ 2806889 h 3045127"/>
                  <a:gd name="connsiteX81" fmla="*/ 871007 w 1783414"/>
                  <a:gd name="connsiteY81" fmla="*/ 2921242 h 3045127"/>
                  <a:gd name="connsiteX82" fmla="*/ 866857 w 1783414"/>
                  <a:gd name="connsiteY82" fmla="*/ 2922399 h 3045127"/>
                  <a:gd name="connsiteX83" fmla="*/ 744145 w 1783414"/>
                  <a:gd name="connsiteY83" fmla="*/ 2732623 h 3045127"/>
                  <a:gd name="connsiteX84" fmla="*/ 704125 w 1783414"/>
                  <a:gd name="connsiteY84" fmla="*/ 2331615 h 3045127"/>
                  <a:gd name="connsiteX85" fmla="*/ 700421 w 1783414"/>
                  <a:gd name="connsiteY85" fmla="*/ 2062594 h 3045127"/>
                  <a:gd name="connsiteX86" fmla="*/ 913725 w 1783414"/>
                  <a:gd name="connsiteY86" fmla="*/ 2079925 h 3045127"/>
                  <a:gd name="connsiteX87" fmla="*/ 896394 w 1783414"/>
                  <a:gd name="connsiteY87" fmla="*/ 2234222 h 3045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</a:cxnLst>
                <a:rect l="l" t="t" r="r" b="b"/>
                <a:pathLst>
                  <a:path w="1783414" h="3045127">
                    <a:moveTo>
                      <a:pt x="1782221" y="423674"/>
                    </a:moveTo>
                    <a:cubicBezTo>
                      <a:pt x="1769085" y="410735"/>
                      <a:pt x="1753735" y="422541"/>
                      <a:pt x="1753735" y="422541"/>
                    </a:cubicBezTo>
                    <a:cubicBezTo>
                      <a:pt x="1761482" y="402618"/>
                      <a:pt x="1734220" y="404016"/>
                      <a:pt x="1734220" y="404016"/>
                    </a:cubicBezTo>
                    <a:cubicBezTo>
                      <a:pt x="1674632" y="407780"/>
                      <a:pt x="1642344" y="385196"/>
                      <a:pt x="1642344" y="385196"/>
                    </a:cubicBezTo>
                    <a:lnTo>
                      <a:pt x="1660461" y="374124"/>
                    </a:lnTo>
                    <a:cubicBezTo>
                      <a:pt x="1657347" y="357776"/>
                      <a:pt x="1616004" y="351291"/>
                      <a:pt x="1593965" y="348230"/>
                    </a:cubicBezTo>
                    <a:cubicBezTo>
                      <a:pt x="1584457" y="346907"/>
                      <a:pt x="1575417" y="343393"/>
                      <a:pt x="1567444" y="338049"/>
                    </a:cubicBezTo>
                    <a:cubicBezTo>
                      <a:pt x="1525270" y="309775"/>
                      <a:pt x="1500661" y="323205"/>
                      <a:pt x="1500661" y="323205"/>
                    </a:cubicBezTo>
                    <a:lnTo>
                      <a:pt x="1279860" y="482665"/>
                    </a:lnTo>
                    <a:lnTo>
                      <a:pt x="1166368" y="582227"/>
                    </a:lnTo>
                    <a:cubicBezTo>
                      <a:pt x="1166368" y="582227"/>
                      <a:pt x="1073374" y="367186"/>
                      <a:pt x="1036467" y="291537"/>
                    </a:cubicBezTo>
                    <a:cubicBezTo>
                      <a:pt x="1007497" y="232161"/>
                      <a:pt x="970130" y="199064"/>
                      <a:pt x="902924" y="175989"/>
                    </a:cubicBezTo>
                    <a:cubicBezTo>
                      <a:pt x="821146" y="147919"/>
                      <a:pt x="795872" y="155137"/>
                      <a:pt x="795872" y="155137"/>
                    </a:cubicBezTo>
                    <a:cubicBezTo>
                      <a:pt x="772336" y="153754"/>
                      <a:pt x="747561" y="120385"/>
                      <a:pt x="743525" y="113998"/>
                    </a:cubicBezTo>
                    <a:cubicBezTo>
                      <a:pt x="716958" y="71938"/>
                      <a:pt x="534431" y="0"/>
                      <a:pt x="534431" y="0"/>
                    </a:cubicBezTo>
                    <a:cubicBezTo>
                      <a:pt x="538769" y="74061"/>
                      <a:pt x="524885" y="97650"/>
                      <a:pt x="511069" y="115102"/>
                    </a:cubicBezTo>
                    <a:cubicBezTo>
                      <a:pt x="485961" y="146830"/>
                      <a:pt x="454656" y="138789"/>
                      <a:pt x="454656" y="138789"/>
                    </a:cubicBezTo>
                    <a:cubicBezTo>
                      <a:pt x="418128" y="134360"/>
                      <a:pt x="321793" y="189261"/>
                      <a:pt x="321793" y="189261"/>
                    </a:cubicBezTo>
                    <a:cubicBezTo>
                      <a:pt x="202247" y="264532"/>
                      <a:pt x="128352" y="385219"/>
                      <a:pt x="88498" y="447203"/>
                    </a:cubicBezTo>
                    <a:cubicBezTo>
                      <a:pt x="54464" y="500139"/>
                      <a:pt x="12971" y="628626"/>
                      <a:pt x="1581" y="665011"/>
                    </a:cubicBezTo>
                    <a:cubicBezTo>
                      <a:pt x="-483" y="671594"/>
                      <a:pt x="-513" y="678630"/>
                      <a:pt x="1414" y="685259"/>
                    </a:cubicBezTo>
                    <a:cubicBezTo>
                      <a:pt x="58727" y="882547"/>
                      <a:pt x="295022" y="942815"/>
                      <a:pt x="329154" y="949398"/>
                    </a:cubicBezTo>
                    <a:cubicBezTo>
                      <a:pt x="364549" y="956230"/>
                      <a:pt x="418347" y="958702"/>
                      <a:pt x="418347" y="958702"/>
                    </a:cubicBezTo>
                    <a:cubicBezTo>
                      <a:pt x="427205" y="981950"/>
                      <a:pt x="389309" y="1079215"/>
                      <a:pt x="389309" y="1079215"/>
                    </a:cubicBezTo>
                    <a:lnTo>
                      <a:pt x="417901" y="1090061"/>
                    </a:lnTo>
                    <a:cubicBezTo>
                      <a:pt x="417901" y="1090061"/>
                      <a:pt x="380451" y="1177727"/>
                      <a:pt x="370489" y="1218684"/>
                    </a:cubicBezTo>
                    <a:cubicBezTo>
                      <a:pt x="360528" y="1259641"/>
                      <a:pt x="330643" y="1458887"/>
                      <a:pt x="330643" y="1458887"/>
                    </a:cubicBezTo>
                    <a:lnTo>
                      <a:pt x="307395" y="1638209"/>
                    </a:lnTo>
                    <a:lnTo>
                      <a:pt x="285257" y="1811999"/>
                    </a:lnTo>
                    <a:lnTo>
                      <a:pt x="261162" y="1937077"/>
                    </a:lnTo>
                    <a:lnTo>
                      <a:pt x="457936" y="2009030"/>
                    </a:lnTo>
                    <a:cubicBezTo>
                      <a:pt x="428974" y="2169979"/>
                      <a:pt x="436940" y="2239044"/>
                      <a:pt x="452283" y="2315728"/>
                    </a:cubicBezTo>
                    <a:cubicBezTo>
                      <a:pt x="460052" y="2354554"/>
                      <a:pt x="464073" y="2394030"/>
                      <a:pt x="477957" y="2431110"/>
                    </a:cubicBezTo>
                    <a:lnTo>
                      <a:pt x="557408" y="2647414"/>
                    </a:lnTo>
                    <a:cubicBezTo>
                      <a:pt x="569410" y="2680095"/>
                      <a:pt x="579560" y="2715935"/>
                      <a:pt x="578623" y="2750740"/>
                    </a:cubicBezTo>
                    <a:lnTo>
                      <a:pt x="576265" y="2753400"/>
                    </a:lnTo>
                    <a:cubicBezTo>
                      <a:pt x="550809" y="2775538"/>
                      <a:pt x="555344" y="2818196"/>
                      <a:pt x="555344" y="2818196"/>
                    </a:cubicBezTo>
                    <a:lnTo>
                      <a:pt x="601834" y="2913389"/>
                    </a:lnTo>
                    <a:lnTo>
                      <a:pt x="604918" y="2980278"/>
                    </a:lnTo>
                    <a:lnTo>
                      <a:pt x="637251" y="2982017"/>
                    </a:lnTo>
                    <a:lnTo>
                      <a:pt x="633933" y="2916707"/>
                    </a:lnTo>
                    <a:lnTo>
                      <a:pt x="653009" y="2919141"/>
                    </a:lnTo>
                    <a:cubicBezTo>
                      <a:pt x="684005" y="2949252"/>
                      <a:pt x="694632" y="3022747"/>
                      <a:pt x="785585" y="3042897"/>
                    </a:cubicBezTo>
                    <a:cubicBezTo>
                      <a:pt x="843389" y="3055700"/>
                      <a:pt x="947381" y="3009913"/>
                      <a:pt x="947199" y="2994193"/>
                    </a:cubicBezTo>
                    <a:cubicBezTo>
                      <a:pt x="947010" y="2978472"/>
                      <a:pt x="893885" y="2941279"/>
                      <a:pt x="893885" y="2941279"/>
                    </a:cubicBezTo>
                    <a:cubicBezTo>
                      <a:pt x="893885" y="2941279"/>
                      <a:pt x="899568" y="2852728"/>
                      <a:pt x="918426" y="2853613"/>
                    </a:cubicBezTo>
                    <a:cubicBezTo>
                      <a:pt x="937283" y="2854497"/>
                      <a:pt x="940563" y="2928883"/>
                      <a:pt x="953850" y="2965412"/>
                    </a:cubicBezTo>
                    <a:cubicBezTo>
                      <a:pt x="967137" y="3001940"/>
                      <a:pt x="1019893" y="3015196"/>
                      <a:pt x="1085164" y="3012120"/>
                    </a:cubicBezTo>
                    <a:cubicBezTo>
                      <a:pt x="1160435" y="3008576"/>
                      <a:pt x="1145341" y="2953235"/>
                      <a:pt x="1126529" y="2928883"/>
                    </a:cubicBezTo>
                    <a:cubicBezTo>
                      <a:pt x="1107710" y="2904531"/>
                      <a:pt x="1064803" y="2895235"/>
                      <a:pt x="1064803" y="2895235"/>
                    </a:cubicBezTo>
                    <a:lnTo>
                      <a:pt x="1045318" y="2806685"/>
                    </a:lnTo>
                    <a:cubicBezTo>
                      <a:pt x="1039914" y="2774283"/>
                      <a:pt x="1037662" y="2709798"/>
                      <a:pt x="1043549" y="2677480"/>
                    </a:cubicBezTo>
                    <a:lnTo>
                      <a:pt x="1126537" y="2221570"/>
                    </a:lnTo>
                    <a:lnTo>
                      <a:pt x="1167494" y="2028968"/>
                    </a:lnTo>
                    <a:cubicBezTo>
                      <a:pt x="1167494" y="2028968"/>
                      <a:pt x="1189193" y="2022551"/>
                      <a:pt x="1201180" y="2004397"/>
                    </a:cubicBezTo>
                    <a:cubicBezTo>
                      <a:pt x="1213167" y="1986242"/>
                      <a:pt x="1212124" y="1949911"/>
                      <a:pt x="1212124" y="1949911"/>
                    </a:cubicBezTo>
                    <a:cubicBezTo>
                      <a:pt x="1248652" y="1946593"/>
                      <a:pt x="1279489" y="1921424"/>
                      <a:pt x="1279489" y="1921424"/>
                    </a:cubicBezTo>
                    <a:lnTo>
                      <a:pt x="1266777" y="1737779"/>
                    </a:lnTo>
                    <a:cubicBezTo>
                      <a:pt x="1264124" y="1711976"/>
                      <a:pt x="1228253" y="1453354"/>
                      <a:pt x="1195013" y="1311935"/>
                    </a:cubicBezTo>
                    <a:lnTo>
                      <a:pt x="1146467" y="1123505"/>
                    </a:lnTo>
                    <a:lnTo>
                      <a:pt x="1142454" y="1105079"/>
                    </a:lnTo>
                    <a:lnTo>
                      <a:pt x="1146460" y="1104270"/>
                    </a:lnTo>
                    <a:cubicBezTo>
                      <a:pt x="1152741" y="1103000"/>
                      <a:pt x="1156633" y="1096667"/>
                      <a:pt x="1154925" y="1090492"/>
                    </a:cubicBezTo>
                    <a:lnTo>
                      <a:pt x="1068990" y="779258"/>
                    </a:lnTo>
                    <a:cubicBezTo>
                      <a:pt x="1125441" y="825748"/>
                      <a:pt x="1165771" y="815711"/>
                      <a:pt x="1165771" y="815711"/>
                    </a:cubicBezTo>
                    <a:cubicBezTo>
                      <a:pt x="1283102" y="774754"/>
                      <a:pt x="1507584" y="407183"/>
                      <a:pt x="1507584" y="407183"/>
                    </a:cubicBezTo>
                    <a:cubicBezTo>
                      <a:pt x="1540794" y="429320"/>
                      <a:pt x="1638799" y="452335"/>
                      <a:pt x="1638799" y="452335"/>
                    </a:cubicBezTo>
                    <a:cubicBezTo>
                      <a:pt x="1731748" y="467844"/>
                      <a:pt x="1792825" y="434127"/>
                      <a:pt x="1782221" y="423674"/>
                    </a:cubicBezTo>
                    <a:close/>
                    <a:moveTo>
                      <a:pt x="455722" y="743849"/>
                    </a:moveTo>
                    <a:lnTo>
                      <a:pt x="444022" y="800081"/>
                    </a:lnTo>
                    <a:lnTo>
                      <a:pt x="419934" y="859374"/>
                    </a:lnTo>
                    <a:cubicBezTo>
                      <a:pt x="418324" y="864574"/>
                      <a:pt x="412686" y="867363"/>
                      <a:pt x="407577" y="865488"/>
                    </a:cubicBezTo>
                    <a:lnTo>
                      <a:pt x="371993" y="852458"/>
                    </a:lnTo>
                    <a:cubicBezTo>
                      <a:pt x="347082" y="840577"/>
                      <a:pt x="273958" y="781919"/>
                      <a:pt x="255221" y="760000"/>
                    </a:cubicBezTo>
                    <a:lnTo>
                      <a:pt x="181893" y="699823"/>
                    </a:lnTo>
                    <a:cubicBezTo>
                      <a:pt x="302331" y="626518"/>
                      <a:pt x="358857" y="537967"/>
                      <a:pt x="358857" y="537967"/>
                    </a:cubicBezTo>
                    <a:cubicBezTo>
                      <a:pt x="397116" y="574632"/>
                      <a:pt x="457928" y="699581"/>
                      <a:pt x="457928" y="699581"/>
                    </a:cubicBezTo>
                    <a:cubicBezTo>
                      <a:pt x="444657" y="717282"/>
                      <a:pt x="455722" y="743849"/>
                      <a:pt x="455722" y="743849"/>
                    </a:cubicBezTo>
                    <a:close/>
                    <a:moveTo>
                      <a:pt x="896394" y="2234222"/>
                    </a:moveTo>
                    <a:cubicBezTo>
                      <a:pt x="904232" y="2323339"/>
                      <a:pt x="914957" y="2538298"/>
                      <a:pt x="880303" y="2718180"/>
                    </a:cubicBezTo>
                    <a:cubicBezTo>
                      <a:pt x="880303" y="2718180"/>
                      <a:pt x="853071" y="2733855"/>
                      <a:pt x="865859" y="2806889"/>
                    </a:cubicBezTo>
                    <a:cubicBezTo>
                      <a:pt x="876123" y="2865494"/>
                      <a:pt x="872745" y="2907101"/>
                      <a:pt x="871007" y="2921242"/>
                    </a:cubicBezTo>
                    <a:cubicBezTo>
                      <a:pt x="870757" y="2923298"/>
                      <a:pt x="868165" y="2924008"/>
                      <a:pt x="866857" y="2922399"/>
                    </a:cubicBezTo>
                    <a:cubicBezTo>
                      <a:pt x="848400" y="2899762"/>
                      <a:pt x="760379" y="2789800"/>
                      <a:pt x="744145" y="2732623"/>
                    </a:cubicBezTo>
                    <a:cubicBezTo>
                      <a:pt x="744145" y="2732623"/>
                      <a:pt x="711902" y="2460027"/>
                      <a:pt x="704125" y="2331615"/>
                    </a:cubicBezTo>
                    <a:cubicBezTo>
                      <a:pt x="696347" y="2203204"/>
                      <a:pt x="700421" y="2062594"/>
                      <a:pt x="700421" y="2062594"/>
                    </a:cubicBezTo>
                    <a:cubicBezTo>
                      <a:pt x="700421" y="2062594"/>
                      <a:pt x="852255" y="2086523"/>
                      <a:pt x="913725" y="2079925"/>
                    </a:cubicBezTo>
                    <a:cubicBezTo>
                      <a:pt x="913725" y="2079917"/>
                      <a:pt x="888556" y="2145105"/>
                      <a:pt x="896394" y="22342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75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A3D0F91-39EB-520B-AFD8-D2AF00951738}"/>
                  </a:ext>
                </a:extLst>
              </p:cNvPr>
              <p:cNvSpPr/>
              <p:nvPr/>
            </p:nvSpPr>
            <p:spPr>
              <a:xfrm>
                <a:off x="16991409" y="33424596"/>
                <a:ext cx="335248" cy="730033"/>
              </a:xfrm>
              <a:custGeom>
                <a:avLst/>
                <a:gdLst>
                  <a:gd name="connsiteX0" fmla="*/ 334677 w 335248"/>
                  <a:gd name="connsiteY0" fmla="*/ 711818 h 730033"/>
                  <a:gd name="connsiteX1" fmla="*/ 306894 w 335248"/>
                  <a:gd name="connsiteY1" fmla="*/ 409669 h 730033"/>
                  <a:gd name="connsiteX2" fmla="*/ 269406 w 335248"/>
                  <a:gd name="connsiteY2" fmla="*/ 185331 h 730033"/>
                  <a:gd name="connsiteX3" fmla="*/ 235682 w 335248"/>
                  <a:gd name="connsiteY3" fmla="*/ 2615 h 730033"/>
                  <a:gd name="connsiteX4" fmla="*/ 230754 w 335248"/>
                  <a:gd name="connsiteY4" fmla="*/ 91 h 730033"/>
                  <a:gd name="connsiteX5" fmla="*/ 4564 w 335248"/>
                  <a:gd name="connsiteY5" fmla="*/ 1141 h 730033"/>
                  <a:gd name="connsiteX6" fmla="*/ 1647 w 335248"/>
                  <a:gd name="connsiteY6" fmla="*/ 11322 h 730033"/>
                  <a:gd name="connsiteX7" fmla="*/ 103635 w 335248"/>
                  <a:gd name="connsiteY7" fmla="*/ 308890 h 730033"/>
                  <a:gd name="connsiteX8" fmla="*/ 195571 w 335248"/>
                  <a:gd name="connsiteY8" fmla="*/ 728090 h 730033"/>
                  <a:gd name="connsiteX9" fmla="*/ 324837 w 335248"/>
                  <a:gd name="connsiteY9" fmla="*/ 721379 h 730033"/>
                  <a:gd name="connsiteX10" fmla="*/ 334677 w 335248"/>
                  <a:gd name="connsiteY10" fmla="*/ 711818 h 730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35248" h="730033">
                    <a:moveTo>
                      <a:pt x="334677" y="711818"/>
                    </a:moveTo>
                    <a:cubicBezTo>
                      <a:pt x="303735" y="612210"/>
                      <a:pt x="310620" y="512504"/>
                      <a:pt x="306894" y="409669"/>
                    </a:cubicBezTo>
                    <a:cubicBezTo>
                      <a:pt x="306373" y="331935"/>
                      <a:pt x="277387" y="261577"/>
                      <a:pt x="269406" y="185331"/>
                    </a:cubicBezTo>
                    <a:cubicBezTo>
                      <a:pt x="266292" y="124753"/>
                      <a:pt x="261213" y="59588"/>
                      <a:pt x="235682" y="2615"/>
                    </a:cubicBezTo>
                    <a:cubicBezTo>
                      <a:pt x="234836" y="718"/>
                      <a:pt x="232780" y="-325"/>
                      <a:pt x="230754" y="91"/>
                    </a:cubicBezTo>
                    <a:cubicBezTo>
                      <a:pt x="157040" y="5487"/>
                      <a:pt x="77688" y="15978"/>
                      <a:pt x="4564" y="1141"/>
                    </a:cubicBezTo>
                    <a:cubicBezTo>
                      <a:pt x="407" y="113"/>
                      <a:pt x="-1679" y="8314"/>
                      <a:pt x="1647" y="11322"/>
                    </a:cubicBezTo>
                    <a:cubicBezTo>
                      <a:pt x="82306" y="88286"/>
                      <a:pt x="93145" y="200432"/>
                      <a:pt x="103635" y="308890"/>
                    </a:cubicBezTo>
                    <a:cubicBezTo>
                      <a:pt x="111934" y="453446"/>
                      <a:pt x="151538" y="595341"/>
                      <a:pt x="195571" y="728090"/>
                    </a:cubicBezTo>
                    <a:cubicBezTo>
                      <a:pt x="239030" y="732716"/>
                      <a:pt x="283562" y="728529"/>
                      <a:pt x="324837" y="721379"/>
                    </a:cubicBezTo>
                    <a:cubicBezTo>
                      <a:pt x="334012" y="719792"/>
                      <a:pt x="336537" y="717464"/>
                      <a:pt x="334677" y="711818"/>
                    </a:cubicBezTo>
                    <a:close/>
                  </a:path>
                </a:pathLst>
              </a:custGeom>
              <a:solidFill>
                <a:srgbClr val="72DBDE"/>
              </a:solidFill>
              <a:ln w="75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grpSp>
            <p:nvGrpSpPr>
              <p:cNvPr id="33" name="Graphic 3" descr="Woman with ponytail hair">
                <a:extLst>
                  <a:ext uri="{FF2B5EF4-FFF2-40B4-BE49-F238E27FC236}">
                    <a16:creationId xmlns:a16="http://schemas.microsoft.com/office/drawing/2014/main" id="{7EB699F3-D9B2-04BD-ED44-3CF7F64CA9C0}"/>
                  </a:ext>
                </a:extLst>
              </p:cNvPr>
              <p:cNvGrpSpPr/>
              <p:nvPr/>
            </p:nvGrpSpPr>
            <p:grpSpPr>
              <a:xfrm>
                <a:off x="16851632" y="35800882"/>
                <a:ext cx="576969" cy="313375"/>
                <a:chOff x="16851632" y="35800882"/>
                <a:chExt cx="576969" cy="313375"/>
              </a:xfrm>
              <a:solidFill>
                <a:srgbClr val="FFFFFF"/>
              </a:solidFill>
            </p:grpSpPr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6AF599EE-1BCF-0CCA-8B2B-A62BFC8B1F6A}"/>
                    </a:ext>
                  </a:extLst>
                </p:cNvPr>
                <p:cNvSpPr/>
                <p:nvPr/>
              </p:nvSpPr>
              <p:spPr>
                <a:xfrm>
                  <a:off x="17156843" y="35800882"/>
                  <a:ext cx="271758" cy="286638"/>
                </a:xfrm>
                <a:custGeom>
                  <a:avLst/>
                  <a:gdLst>
                    <a:gd name="connsiteX0" fmla="*/ 13569 w 271758"/>
                    <a:gd name="connsiteY0" fmla="*/ 451 h 286638"/>
                    <a:gd name="connsiteX1" fmla="*/ 4711 w 271758"/>
                    <a:gd name="connsiteY1" fmla="*/ 87232 h 286638"/>
                    <a:gd name="connsiteX2" fmla="*/ 16169 w 271758"/>
                    <a:gd name="connsiteY2" fmla="*/ 201427 h 286638"/>
                    <a:gd name="connsiteX3" fmla="*/ 18837 w 271758"/>
                    <a:gd name="connsiteY3" fmla="*/ 206000 h 286638"/>
                    <a:gd name="connsiteX4" fmla="*/ 26139 w 271758"/>
                    <a:gd name="connsiteY4" fmla="*/ 202750 h 286638"/>
                    <a:gd name="connsiteX5" fmla="*/ 52713 w 271758"/>
                    <a:gd name="connsiteY5" fmla="*/ 123670 h 286638"/>
                    <a:gd name="connsiteX6" fmla="*/ 61321 w 271758"/>
                    <a:gd name="connsiteY6" fmla="*/ 133057 h 286638"/>
                    <a:gd name="connsiteX7" fmla="*/ 61593 w 271758"/>
                    <a:gd name="connsiteY7" fmla="*/ 136700 h 286638"/>
                    <a:gd name="connsiteX8" fmla="*/ 93110 w 271758"/>
                    <a:gd name="connsiteY8" fmla="*/ 232082 h 286638"/>
                    <a:gd name="connsiteX9" fmla="*/ 103299 w 271758"/>
                    <a:gd name="connsiteY9" fmla="*/ 259858 h 286638"/>
                    <a:gd name="connsiteX10" fmla="*/ 269175 w 271758"/>
                    <a:gd name="connsiteY10" fmla="*/ 231221 h 286638"/>
                    <a:gd name="connsiteX11" fmla="*/ 208386 w 271758"/>
                    <a:gd name="connsiteY11" fmla="*/ 174014 h 286638"/>
                    <a:gd name="connsiteX12" fmla="*/ 129117 w 271758"/>
                    <a:gd name="connsiteY12" fmla="*/ 191058 h 286638"/>
                    <a:gd name="connsiteX13" fmla="*/ 104032 w 271758"/>
                    <a:gd name="connsiteY13" fmla="*/ 181761 h 286638"/>
                    <a:gd name="connsiteX14" fmla="*/ 50468 w 271758"/>
                    <a:gd name="connsiteY14" fmla="*/ 28196 h 286638"/>
                    <a:gd name="connsiteX15" fmla="*/ 13569 w 271758"/>
                    <a:gd name="connsiteY15" fmla="*/ 451 h 286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71758" h="286638">
                      <a:moveTo>
                        <a:pt x="13569" y="451"/>
                      </a:moveTo>
                      <a:cubicBezTo>
                        <a:pt x="-3859" y="6603"/>
                        <a:pt x="-1743" y="62253"/>
                        <a:pt x="4711" y="87232"/>
                      </a:cubicBezTo>
                      <a:cubicBezTo>
                        <a:pt x="13040" y="122665"/>
                        <a:pt x="18331" y="161271"/>
                        <a:pt x="16169" y="201427"/>
                      </a:cubicBezTo>
                      <a:cubicBezTo>
                        <a:pt x="16011" y="203370"/>
                        <a:pt x="17348" y="204919"/>
                        <a:pt x="18837" y="206000"/>
                      </a:cubicBezTo>
                      <a:cubicBezTo>
                        <a:pt x="21521" y="208396"/>
                        <a:pt x="26146" y="206385"/>
                        <a:pt x="26139" y="202750"/>
                      </a:cubicBezTo>
                      <a:cubicBezTo>
                        <a:pt x="24944" y="192002"/>
                        <a:pt x="40809" y="124221"/>
                        <a:pt x="52713" y="123670"/>
                      </a:cubicBezTo>
                      <a:cubicBezTo>
                        <a:pt x="58374" y="122294"/>
                        <a:pt x="63143" y="128152"/>
                        <a:pt x="61321" y="133057"/>
                      </a:cubicBezTo>
                      <a:cubicBezTo>
                        <a:pt x="60883" y="134251"/>
                        <a:pt x="60989" y="135581"/>
                        <a:pt x="61593" y="136700"/>
                      </a:cubicBezTo>
                      <a:cubicBezTo>
                        <a:pt x="76226" y="163546"/>
                        <a:pt x="87986" y="197882"/>
                        <a:pt x="93110" y="232082"/>
                      </a:cubicBezTo>
                      <a:cubicBezTo>
                        <a:pt x="94350" y="241855"/>
                        <a:pt x="95567" y="252399"/>
                        <a:pt x="103299" y="259858"/>
                      </a:cubicBezTo>
                      <a:cubicBezTo>
                        <a:pt x="134461" y="283273"/>
                        <a:pt x="293845" y="317337"/>
                        <a:pt x="269175" y="231221"/>
                      </a:cubicBezTo>
                      <a:cubicBezTo>
                        <a:pt x="260385" y="201147"/>
                        <a:pt x="232882" y="186001"/>
                        <a:pt x="208386" y="174014"/>
                      </a:cubicBezTo>
                      <a:cubicBezTo>
                        <a:pt x="186377" y="176100"/>
                        <a:pt x="158042" y="187671"/>
                        <a:pt x="129117" y="191058"/>
                      </a:cubicBezTo>
                      <a:cubicBezTo>
                        <a:pt x="118128" y="194587"/>
                        <a:pt x="108763" y="191118"/>
                        <a:pt x="104032" y="181761"/>
                      </a:cubicBezTo>
                      <a:cubicBezTo>
                        <a:pt x="85242" y="133185"/>
                        <a:pt x="65289" y="77860"/>
                        <a:pt x="50468" y="28196"/>
                      </a:cubicBezTo>
                      <a:cubicBezTo>
                        <a:pt x="42343" y="995"/>
                        <a:pt x="18588" y="-1318"/>
                        <a:pt x="13569" y="451"/>
                      </a:cubicBezTo>
                      <a:close/>
                    </a:path>
                  </a:pathLst>
                </a:custGeom>
                <a:solidFill>
                  <a:srgbClr val="72DBDE"/>
                </a:solidFill>
                <a:ln w="752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A088AD6B-C74F-F845-72CF-E20DA7B9D49C}"/>
                    </a:ext>
                  </a:extLst>
                </p:cNvPr>
                <p:cNvSpPr/>
                <p:nvPr/>
              </p:nvSpPr>
              <p:spPr>
                <a:xfrm>
                  <a:off x="16851632" y="35834862"/>
                  <a:ext cx="384779" cy="279396"/>
                </a:xfrm>
                <a:custGeom>
                  <a:avLst/>
                  <a:gdLst>
                    <a:gd name="connsiteX0" fmla="*/ 342687 w 384779"/>
                    <a:gd name="connsiteY0" fmla="*/ 195609 h 279396"/>
                    <a:gd name="connsiteX1" fmla="*/ 310271 w 384779"/>
                    <a:gd name="connsiteY1" fmla="*/ 169738 h 279396"/>
                    <a:gd name="connsiteX2" fmla="*/ 304662 w 384779"/>
                    <a:gd name="connsiteY2" fmla="*/ 168952 h 279396"/>
                    <a:gd name="connsiteX3" fmla="*/ 166305 w 384779"/>
                    <a:gd name="connsiteY3" fmla="*/ 202699 h 279396"/>
                    <a:gd name="connsiteX4" fmla="*/ 106120 w 384779"/>
                    <a:gd name="connsiteY4" fmla="*/ 134321 h 279396"/>
                    <a:gd name="connsiteX5" fmla="*/ 23314 w 384779"/>
                    <a:gd name="connsiteY5" fmla="*/ 3075 h 279396"/>
                    <a:gd name="connsiteX6" fmla="*/ 15703 w 384779"/>
                    <a:gd name="connsiteY6" fmla="*/ 1556 h 279396"/>
                    <a:gd name="connsiteX7" fmla="*/ 22135 w 384779"/>
                    <a:gd name="connsiteY7" fmla="*/ 106092 h 279396"/>
                    <a:gd name="connsiteX8" fmla="*/ 47227 w 384779"/>
                    <a:gd name="connsiteY8" fmla="*/ 217671 h 279396"/>
                    <a:gd name="connsiteX9" fmla="*/ 77634 w 384779"/>
                    <a:gd name="connsiteY9" fmla="*/ 224753 h 279396"/>
                    <a:gd name="connsiteX10" fmla="*/ 76454 w 384779"/>
                    <a:gd name="connsiteY10" fmla="*/ 149777 h 279396"/>
                    <a:gd name="connsiteX11" fmla="*/ 82448 w 384779"/>
                    <a:gd name="connsiteY11" fmla="*/ 154032 h 279396"/>
                    <a:gd name="connsiteX12" fmla="*/ 176342 w 384779"/>
                    <a:gd name="connsiteY12" fmla="*/ 260616 h 279396"/>
                    <a:gd name="connsiteX13" fmla="*/ 382571 w 384779"/>
                    <a:gd name="connsiteY13" fmla="*/ 243361 h 279396"/>
                    <a:gd name="connsiteX14" fmla="*/ 342687 w 384779"/>
                    <a:gd name="connsiteY14" fmla="*/ 195609 h 2793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84779" h="279396">
                      <a:moveTo>
                        <a:pt x="342687" y="195609"/>
                      </a:moveTo>
                      <a:cubicBezTo>
                        <a:pt x="332234" y="188346"/>
                        <a:pt x="318463" y="178777"/>
                        <a:pt x="310271" y="169738"/>
                      </a:cubicBezTo>
                      <a:cubicBezTo>
                        <a:pt x="308834" y="168158"/>
                        <a:pt x="306476" y="167826"/>
                        <a:pt x="304662" y="168952"/>
                      </a:cubicBezTo>
                      <a:cubicBezTo>
                        <a:pt x="268013" y="191656"/>
                        <a:pt x="207307" y="211058"/>
                        <a:pt x="166305" y="202699"/>
                      </a:cubicBezTo>
                      <a:cubicBezTo>
                        <a:pt x="142043" y="182828"/>
                        <a:pt x="127003" y="157751"/>
                        <a:pt x="106120" y="134321"/>
                      </a:cubicBezTo>
                      <a:cubicBezTo>
                        <a:pt x="75094" y="94172"/>
                        <a:pt x="38558" y="51485"/>
                        <a:pt x="23314" y="3075"/>
                      </a:cubicBezTo>
                      <a:cubicBezTo>
                        <a:pt x="22414" y="-160"/>
                        <a:pt x="17789" y="-1127"/>
                        <a:pt x="15703" y="1556"/>
                      </a:cubicBezTo>
                      <a:cubicBezTo>
                        <a:pt x="-14182" y="37162"/>
                        <a:pt x="4683" y="74884"/>
                        <a:pt x="22135" y="106092"/>
                      </a:cubicBezTo>
                      <a:cubicBezTo>
                        <a:pt x="43259" y="140465"/>
                        <a:pt x="51566" y="182277"/>
                        <a:pt x="47227" y="217671"/>
                      </a:cubicBezTo>
                      <a:cubicBezTo>
                        <a:pt x="45655" y="225826"/>
                        <a:pt x="73953" y="227021"/>
                        <a:pt x="77634" y="224753"/>
                      </a:cubicBezTo>
                      <a:cubicBezTo>
                        <a:pt x="83045" y="212592"/>
                        <a:pt x="65533" y="155091"/>
                        <a:pt x="76454" y="149777"/>
                      </a:cubicBezTo>
                      <a:cubicBezTo>
                        <a:pt x="78344" y="148863"/>
                        <a:pt x="79946" y="153231"/>
                        <a:pt x="82448" y="154032"/>
                      </a:cubicBezTo>
                      <a:cubicBezTo>
                        <a:pt x="128469" y="173101"/>
                        <a:pt x="135929" y="233558"/>
                        <a:pt x="176342" y="260616"/>
                      </a:cubicBezTo>
                      <a:cubicBezTo>
                        <a:pt x="240427" y="296003"/>
                        <a:pt x="310701" y="276314"/>
                        <a:pt x="382571" y="243361"/>
                      </a:cubicBezTo>
                      <a:cubicBezTo>
                        <a:pt x="394951" y="232681"/>
                        <a:pt x="351643" y="201429"/>
                        <a:pt x="342687" y="195609"/>
                      </a:cubicBezTo>
                      <a:close/>
                    </a:path>
                  </a:pathLst>
                </a:custGeom>
                <a:solidFill>
                  <a:srgbClr val="72DBDE"/>
                </a:solidFill>
                <a:ln w="752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36" name="Graphic 3" descr="Woman with ponytail hair">
                <a:extLst>
                  <a:ext uri="{FF2B5EF4-FFF2-40B4-BE49-F238E27FC236}">
                    <a16:creationId xmlns:a16="http://schemas.microsoft.com/office/drawing/2014/main" id="{7898647D-17F4-EFD1-EE06-11757CDB77BE}"/>
                  </a:ext>
                </a:extLst>
              </p:cNvPr>
              <p:cNvGrpSpPr/>
              <p:nvPr/>
            </p:nvGrpSpPr>
            <p:grpSpPr>
              <a:xfrm>
                <a:off x="16388539" y="33214089"/>
                <a:ext cx="1051949" cy="994421"/>
                <a:chOff x="16388539" y="33214089"/>
                <a:chExt cx="1051949" cy="994421"/>
              </a:xfrm>
              <a:solidFill>
                <a:srgbClr val="FFFFFF"/>
              </a:solidFill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0F5098B4-A2DE-33DF-B086-3A3C3E4EB724}"/>
                    </a:ext>
                  </a:extLst>
                </p:cNvPr>
                <p:cNvSpPr/>
                <p:nvPr/>
              </p:nvSpPr>
              <p:spPr>
                <a:xfrm>
                  <a:off x="16388539" y="33214089"/>
                  <a:ext cx="793472" cy="994421"/>
                </a:xfrm>
                <a:custGeom>
                  <a:avLst/>
                  <a:gdLst>
                    <a:gd name="connsiteX0" fmla="*/ 790346 w 793472"/>
                    <a:gd name="connsiteY0" fmla="*/ 967560 h 994421"/>
                    <a:gd name="connsiteX1" fmla="*/ 793415 w 793472"/>
                    <a:gd name="connsiteY1" fmla="*/ 962617 h 994421"/>
                    <a:gd name="connsiteX2" fmla="*/ 735240 w 793472"/>
                    <a:gd name="connsiteY2" fmla="*/ 727327 h 994421"/>
                    <a:gd name="connsiteX3" fmla="*/ 689189 w 793472"/>
                    <a:gd name="connsiteY3" fmla="*/ 394954 h 994421"/>
                    <a:gd name="connsiteX4" fmla="*/ 635466 w 793472"/>
                    <a:gd name="connsiteY4" fmla="*/ 262710 h 994421"/>
                    <a:gd name="connsiteX5" fmla="*/ 350913 w 793472"/>
                    <a:gd name="connsiteY5" fmla="*/ 0 h 994421"/>
                    <a:gd name="connsiteX6" fmla="*/ 0 w 793472"/>
                    <a:gd name="connsiteY6" fmla="*/ 307379 h 994421"/>
                    <a:gd name="connsiteX7" fmla="*/ 232728 w 793472"/>
                    <a:gd name="connsiteY7" fmla="*/ 429283 h 994421"/>
                    <a:gd name="connsiteX8" fmla="*/ 239228 w 793472"/>
                    <a:gd name="connsiteY8" fmla="*/ 427726 h 994421"/>
                    <a:gd name="connsiteX9" fmla="*/ 266490 w 793472"/>
                    <a:gd name="connsiteY9" fmla="*/ 408090 h 994421"/>
                    <a:gd name="connsiteX10" fmla="*/ 342697 w 793472"/>
                    <a:gd name="connsiteY10" fmla="*/ 521204 h 994421"/>
                    <a:gd name="connsiteX11" fmla="*/ 357995 w 793472"/>
                    <a:gd name="connsiteY11" fmla="*/ 573830 h 994421"/>
                    <a:gd name="connsiteX12" fmla="*/ 361630 w 793472"/>
                    <a:gd name="connsiteY12" fmla="*/ 599127 h 994421"/>
                    <a:gd name="connsiteX13" fmla="*/ 367337 w 793472"/>
                    <a:gd name="connsiteY13" fmla="*/ 596724 h 994421"/>
                    <a:gd name="connsiteX14" fmla="*/ 461034 w 793472"/>
                    <a:gd name="connsiteY14" fmla="*/ 543545 h 994421"/>
                    <a:gd name="connsiteX15" fmla="*/ 444845 w 793472"/>
                    <a:gd name="connsiteY15" fmla="*/ 566219 h 994421"/>
                    <a:gd name="connsiteX16" fmla="*/ 419691 w 793472"/>
                    <a:gd name="connsiteY16" fmla="*/ 590730 h 994421"/>
                    <a:gd name="connsiteX17" fmla="*/ 425050 w 793472"/>
                    <a:gd name="connsiteY17" fmla="*/ 592544 h 994421"/>
                    <a:gd name="connsiteX18" fmla="*/ 479793 w 793472"/>
                    <a:gd name="connsiteY18" fmla="*/ 584404 h 994421"/>
                    <a:gd name="connsiteX19" fmla="*/ 498340 w 793472"/>
                    <a:gd name="connsiteY19" fmla="*/ 599883 h 994421"/>
                    <a:gd name="connsiteX20" fmla="*/ 508098 w 793472"/>
                    <a:gd name="connsiteY20" fmla="*/ 610774 h 994421"/>
                    <a:gd name="connsiteX21" fmla="*/ 416729 w 793472"/>
                    <a:gd name="connsiteY21" fmla="*/ 671163 h 994421"/>
                    <a:gd name="connsiteX22" fmla="*/ 421445 w 793472"/>
                    <a:gd name="connsiteY22" fmla="*/ 673393 h 994421"/>
                    <a:gd name="connsiteX23" fmla="*/ 487026 w 793472"/>
                    <a:gd name="connsiteY23" fmla="*/ 681699 h 994421"/>
                    <a:gd name="connsiteX24" fmla="*/ 391772 w 793472"/>
                    <a:gd name="connsiteY24" fmla="*/ 732504 h 994421"/>
                    <a:gd name="connsiteX25" fmla="*/ 325813 w 793472"/>
                    <a:gd name="connsiteY25" fmla="*/ 817374 h 994421"/>
                    <a:gd name="connsiteX26" fmla="*/ 306222 w 793472"/>
                    <a:gd name="connsiteY26" fmla="*/ 915689 h 994421"/>
                    <a:gd name="connsiteX27" fmla="*/ 300554 w 793472"/>
                    <a:gd name="connsiteY27" fmla="*/ 942407 h 994421"/>
                    <a:gd name="connsiteX28" fmla="*/ 386776 w 793472"/>
                    <a:gd name="connsiteY28" fmla="*/ 969880 h 994421"/>
                    <a:gd name="connsiteX29" fmla="*/ 790346 w 793472"/>
                    <a:gd name="connsiteY29" fmla="*/ 967560 h 99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793472" h="994421">
                      <a:moveTo>
                        <a:pt x="790346" y="967560"/>
                      </a:moveTo>
                      <a:cubicBezTo>
                        <a:pt x="792462" y="966910"/>
                        <a:pt x="793770" y="964801"/>
                        <a:pt x="793415" y="962617"/>
                      </a:cubicBezTo>
                      <a:cubicBezTo>
                        <a:pt x="780127" y="881474"/>
                        <a:pt x="754748" y="806483"/>
                        <a:pt x="735240" y="727327"/>
                      </a:cubicBezTo>
                      <a:cubicBezTo>
                        <a:pt x="708402" y="617312"/>
                        <a:pt x="709996" y="505838"/>
                        <a:pt x="689189" y="394954"/>
                      </a:cubicBezTo>
                      <a:cubicBezTo>
                        <a:pt x="682727" y="348374"/>
                        <a:pt x="662630" y="303373"/>
                        <a:pt x="635466" y="262710"/>
                      </a:cubicBezTo>
                      <a:cubicBezTo>
                        <a:pt x="564269" y="156142"/>
                        <a:pt x="435714" y="71076"/>
                        <a:pt x="350913" y="0"/>
                      </a:cubicBezTo>
                      <a:cubicBezTo>
                        <a:pt x="211248" y="38811"/>
                        <a:pt x="83146" y="157011"/>
                        <a:pt x="0" y="307379"/>
                      </a:cubicBezTo>
                      <a:cubicBezTo>
                        <a:pt x="25425" y="401174"/>
                        <a:pt x="147632" y="430635"/>
                        <a:pt x="232728" y="429283"/>
                      </a:cubicBezTo>
                      <a:cubicBezTo>
                        <a:pt x="235063" y="429305"/>
                        <a:pt x="237656" y="429721"/>
                        <a:pt x="239228" y="427726"/>
                      </a:cubicBezTo>
                      <a:cubicBezTo>
                        <a:pt x="245191" y="420545"/>
                        <a:pt x="257012" y="397720"/>
                        <a:pt x="266490" y="408090"/>
                      </a:cubicBezTo>
                      <a:cubicBezTo>
                        <a:pt x="297009" y="441466"/>
                        <a:pt x="319842" y="481690"/>
                        <a:pt x="342697" y="521204"/>
                      </a:cubicBezTo>
                      <a:cubicBezTo>
                        <a:pt x="352266" y="537658"/>
                        <a:pt x="362348" y="563431"/>
                        <a:pt x="357995" y="573830"/>
                      </a:cubicBezTo>
                      <a:cubicBezTo>
                        <a:pt x="354488" y="582303"/>
                        <a:pt x="354367" y="594320"/>
                        <a:pt x="361630" y="599127"/>
                      </a:cubicBezTo>
                      <a:cubicBezTo>
                        <a:pt x="363920" y="599928"/>
                        <a:pt x="365938" y="598379"/>
                        <a:pt x="367337" y="596724"/>
                      </a:cubicBezTo>
                      <a:cubicBezTo>
                        <a:pt x="386889" y="577012"/>
                        <a:pt x="432487" y="531052"/>
                        <a:pt x="461034" y="543545"/>
                      </a:cubicBezTo>
                      <a:cubicBezTo>
                        <a:pt x="470519" y="553272"/>
                        <a:pt x="452433" y="561080"/>
                        <a:pt x="444845" y="566219"/>
                      </a:cubicBezTo>
                      <a:cubicBezTo>
                        <a:pt x="441353" y="568978"/>
                        <a:pt x="415308" y="584253"/>
                        <a:pt x="419691" y="590730"/>
                      </a:cubicBezTo>
                      <a:cubicBezTo>
                        <a:pt x="420810" y="592544"/>
                        <a:pt x="423062" y="593307"/>
                        <a:pt x="425050" y="592544"/>
                      </a:cubicBezTo>
                      <a:cubicBezTo>
                        <a:pt x="441398" y="586248"/>
                        <a:pt x="460694" y="580361"/>
                        <a:pt x="479793" y="584404"/>
                      </a:cubicBezTo>
                      <a:cubicBezTo>
                        <a:pt x="485809" y="586142"/>
                        <a:pt x="499142" y="592159"/>
                        <a:pt x="498340" y="599883"/>
                      </a:cubicBezTo>
                      <a:cubicBezTo>
                        <a:pt x="496315" y="605695"/>
                        <a:pt x="508922" y="607199"/>
                        <a:pt x="508098" y="610774"/>
                      </a:cubicBezTo>
                      <a:cubicBezTo>
                        <a:pt x="506148" y="630077"/>
                        <a:pt x="408165" y="659637"/>
                        <a:pt x="416729" y="671163"/>
                      </a:cubicBezTo>
                      <a:cubicBezTo>
                        <a:pt x="417651" y="672848"/>
                        <a:pt x="419555" y="673748"/>
                        <a:pt x="421445" y="673393"/>
                      </a:cubicBezTo>
                      <a:cubicBezTo>
                        <a:pt x="447445" y="669213"/>
                        <a:pt x="472288" y="668760"/>
                        <a:pt x="487026" y="681699"/>
                      </a:cubicBezTo>
                      <a:cubicBezTo>
                        <a:pt x="476014" y="700972"/>
                        <a:pt x="405822" y="719247"/>
                        <a:pt x="391772" y="732504"/>
                      </a:cubicBezTo>
                      <a:cubicBezTo>
                        <a:pt x="359643" y="753009"/>
                        <a:pt x="347467" y="788562"/>
                        <a:pt x="325813" y="817374"/>
                      </a:cubicBezTo>
                      <a:cubicBezTo>
                        <a:pt x="326206" y="851453"/>
                        <a:pt x="318156" y="886432"/>
                        <a:pt x="306222" y="915689"/>
                      </a:cubicBezTo>
                      <a:cubicBezTo>
                        <a:pt x="305104" y="922574"/>
                        <a:pt x="293782" y="938416"/>
                        <a:pt x="300554" y="942407"/>
                      </a:cubicBezTo>
                      <a:cubicBezTo>
                        <a:pt x="325934" y="954817"/>
                        <a:pt x="354941" y="964060"/>
                        <a:pt x="386776" y="969880"/>
                      </a:cubicBezTo>
                      <a:cubicBezTo>
                        <a:pt x="527832" y="999266"/>
                        <a:pt x="661262" y="1006620"/>
                        <a:pt x="790346" y="967560"/>
                      </a:cubicBezTo>
                      <a:close/>
                    </a:path>
                  </a:pathLst>
                </a:custGeom>
                <a:solidFill>
                  <a:srgbClr val="FD595D"/>
                </a:solidFill>
                <a:ln w="752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2BE82019-3950-427A-AA98-6BBB4FD263BF}"/>
                    </a:ext>
                  </a:extLst>
                </p:cNvPr>
                <p:cNvSpPr/>
                <p:nvPr/>
              </p:nvSpPr>
              <p:spPr>
                <a:xfrm>
                  <a:off x="17110999" y="33234261"/>
                  <a:ext cx="329490" cy="948905"/>
                </a:xfrm>
                <a:custGeom>
                  <a:avLst/>
                  <a:gdLst>
                    <a:gd name="connsiteX0" fmla="*/ 143890 w 329490"/>
                    <a:gd name="connsiteY0" fmla="*/ 274796 h 948905"/>
                    <a:gd name="connsiteX1" fmla="*/ 155280 w 329490"/>
                    <a:gd name="connsiteY1" fmla="*/ 388220 h 948905"/>
                    <a:gd name="connsiteX2" fmla="*/ 192443 w 329490"/>
                    <a:gd name="connsiteY2" fmla="*/ 609414 h 948905"/>
                    <a:gd name="connsiteX3" fmla="*/ 237066 w 329490"/>
                    <a:gd name="connsiteY3" fmla="*/ 942490 h 948905"/>
                    <a:gd name="connsiteX4" fmla="*/ 248932 w 329490"/>
                    <a:gd name="connsiteY4" fmla="*/ 945279 h 948905"/>
                    <a:gd name="connsiteX5" fmla="*/ 271841 w 329490"/>
                    <a:gd name="connsiteY5" fmla="*/ 945899 h 948905"/>
                    <a:gd name="connsiteX6" fmla="*/ 324528 w 329490"/>
                    <a:gd name="connsiteY6" fmla="*/ 948861 h 948905"/>
                    <a:gd name="connsiteX7" fmla="*/ 329350 w 329490"/>
                    <a:gd name="connsiteY7" fmla="*/ 943435 h 948905"/>
                    <a:gd name="connsiteX8" fmla="*/ 226485 w 329490"/>
                    <a:gd name="connsiteY8" fmla="*/ 371245 h 948905"/>
                    <a:gd name="connsiteX9" fmla="*/ 228253 w 329490"/>
                    <a:gd name="connsiteY9" fmla="*/ 285052 h 948905"/>
                    <a:gd name="connsiteX10" fmla="*/ 274849 w 329490"/>
                    <a:gd name="connsiteY10" fmla="*/ 283669 h 948905"/>
                    <a:gd name="connsiteX11" fmla="*/ 280245 w 329490"/>
                    <a:gd name="connsiteY11" fmla="*/ 277661 h 948905"/>
                    <a:gd name="connsiteX12" fmla="*/ 197893 w 329490"/>
                    <a:gd name="connsiteY12" fmla="*/ 107823 h 948905"/>
                    <a:gd name="connsiteX13" fmla="*/ 4716 w 329490"/>
                    <a:gd name="connsiteY13" fmla="*/ 106 h 948905"/>
                    <a:gd name="connsiteX14" fmla="*/ 0 w 329490"/>
                    <a:gd name="connsiteY14" fmla="*/ 2079 h 948905"/>
                    <a:gd name="connsiteX15" fmla="*/ 143890 w 329490"/>
                    <a:gd name="connsiteY15" fmla="*/ 274796 h 948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29490" h="948905">
                      <a:moveTo>
                        <a:pt x="143890" y="274796"/>
                      </a:moveTo>
                      <a:cubicBezTo>
                        <a:pt x="150413" y="312549"/>
                        <a:pt x="151078" y="350278"/>
                        <a:pt x="155280" y="388220"/>
                      </a:cubicBezTo>
                      <a:cubicBezTo>
                        <a:pt x="166912" y="462538"/>
                        <a:pt x="192844" y="533078"/>
                        <a:pt x="192443" y="609414"/>
                      </a:cubicBezTo>
                      <a:cubicBezTo>
                        <a:pt x="196124" y="720986"/>
                        <a:pt x="192065" y="837176"/>
                        <a:pt x="237066" y="942490"/>
                      </a:cubicBezTo>
                      <a:cubicBezTo>
                        <a:pt x="240225" y="945528"/>
                        <a:pt x="245259" y="945385"/>
                        <a:pt x="248932" y="945279"/>
                      </a:cubicBezTo>
                      <a:cubicBezTo>
                        <a:pt x="256611" y="945362"/>
                        <a:pt x="264275" y="945755"/>
                        <a:pt x="271841" y="945899"/>
                      </a:cubicBezTo>
                      <a:cubicBezTo>
                        <a:pt x="289217" y="946360"/>
                        <a:pt x="307190" y="946828"/>
                        <a:pt x="324528" y="948861"/>
                      </a:cubicBezTo>
                      <a:cubicBezTo>
                        <a:pt x="327445" y="949307"/>
                        <a:pt x="330143" y="946299"/>
                        <a:pt x="329350" y="943435"/>
                      </a:cubicBezTo>
                      <a:cubicBezTo>
                        <a:pt x="284357" y="754566"/>
                        <a:pt x="203153" y="570142"/>
                        <a:pt x="226485" y="371245"/>
                      </a:cubicBezTo>
                      <a:cubicBezTo>
                        <a:pt x="227936" y="356733"/>
                        <a:pt x="230619" y="310440"/>
                        <a:pt x="228253" y="285052"/>
                      </a:cubicBezTo>
                      <a:cubicBezTo>
                        <a:pt x="226719" y="268599"/>
                        <a:pt x="257216" y="277842"/>
                        <a:pt x="274849" y="283669"/>
                      </a:cubicBezTo>
                      <a:cubicBezTo>
                        <a:pt x="278318" y="284954"/>
                        <a:pt x="281863" y="280963"/>
                        <a:pt x="280245" y="277661"/>
                      </a:cubicBezTo>
                      <a:cubicBezTo>
                        <a:pt x="254820" y="220053"/>
                        <a:pt x="227112" y="162907"/>
                        <a:pt x="197893" y="107823"/>
                      </a:cubicBezTo>
                      <a:cubicBezTo>
                        <a:pt x="164010" y="37141"/>
                        <a:pt x="75104" y="17505"/>
                        <a:pt x="4716" y="106"/>
                      </a:cubicBezTo>
                      <a:cubicBezTo>
                        <a:pt x="2887" y="-302"/>
                        <a:pt x="998" y="491"/>
                        <a:pt x="0" y="2079"/>
                      </a:cubicBezTo>
                      <a:cubicBezTo>
                        <a:pt x="55416" y="85338"/>
                        <a:pt x="128623" y="169558"/>
                        <a:pt x="143890" y="274796"/>
                      </a:cubicBezTo>
                      <a:close/>
                    </a:path>
                  </a:pathLst>
                </a:custGeom>
                <a:solidFill>
                  <a:srgbClr val="FD595D"/>
                </a:solidFill>
                <a:ln w="752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39" name="Graphic 3" descr="Woman with ponytail hair">
                <a:extLst>
                  <a:ext uri="{FF2B5EF4-FFF2-40B4-BE49-F238E27FC236}">
                    <a16:creationId xmlns:a16="http://schemas.microsoft.com/office/drawing/2014/main" id="{5A5651C3-31DD-AF6B-72CA-B17B8C1D12D6}"/>
                  </a:ext>
                </a:extLst>
              </p:cNvPr>
              <p:cNvGrpSpPr/>
              <p:nvPr/>
            </p:nvGrpSpPr>
            <p:grpSpPr>
              <a:xfrm>
                <a:off x="16286992" y="33076151"/>
                <a:ext cx="1795851" cy="3052181"/>
                <a:chOff x="16286992" y="33076151"/>
                <a:chExt cx="1795851" cy="3052181"/>
              </a:xfrm>
            </p:grpSpPr>
            <p:grpSp>
              <p:nvGrpSpPr>
                <p:cNvPr id="40" name="Graphic 3" descr="Woman with ponytail hair">
                  <a:extLst>
                    <a:ext uri="{FF2B5EF4-FFF2-40B4-BE49-F238E27FC236}">
                      <a16:creationId xmlns:a16="http://schemas.microsoft.com/office/drawing/2014/main" id="{BC1592DA-E60D-97FA-E1AF-1A209040E1EB}"/>
                    </a:ext>
                  </a:extLst>
                </p:cNvPr>
                <p:cNvGrpSpPr/>
                <p:nvPr/>
              </p:nvGrpSpPr>
              <p:grpSpPr>
                <a:xfrm>
                  <a:off x="17036648" y="33480817"/>
                  <a:ext cx="280926" cy="599539"/>
                  <a:chOff x="17036648" y="33480817"/>
                  <a:chExt cx="280926" cy="599539"/>
                </a:xfrm>
                <a:solidFill>
                  <a:srgbClr val="000000"/>
                </a:solidFill>
              </p:grpSpPr>
              <p:sp>
                <p:nvSpPr>
                  <p:cNvPr id="41" name="Freeform: Shape 40">
                    <a:extLst>
                      <a:ext uri="{FF2B5EF4-FFF2-40B4-BE49-F238E27FC236}">
                        <a16:creationId xmlns:a16="http://schemas.microsoft.com/office/drawing/2014/main" id="{A93E75C5-F191-A216-9FB1-A04B755C6DAF}"/>
                      </a:ext>
                    </a:extLst>
                  </p:cNvPr>
                  <p:cNvSpPr/>
                  <p:nvPr/>
                </p:nvSpPr>
                <p:spPr>
                  <a:xfrm>
                    <a:off x="17036648" y="33480817"/>
                    <a:ext cx="210575" cy="14752"/>
                  </a:xfrm>
                  <a:custGeom>
                    <a:avLst/>
                    <a:gdLst>
                      <a:gd name="connsiteX0" fmla="*/ 6366 w 210575"/>
                      <a:gd name="connsiteY0" fmla="*/ 13873 h 14752"/>
                      <a:gd name="connsiteX1" fmla="*/ 204213 w 210575"/>
                      <a:gd name="connsiteY1" fmla="*/ 14750 h 14752"/>
                      <a:gd name="connsiteX2" fmla="*/ 204213 w 210575"/>
                      <a:gd name="connsiteY2" fmla="*/ 1568 h 14752"/>
                      <a:gd name="connsiteX3" fmla="*/ 6366 w 210575"/>
                      <a:gd name="connsiteY3" fmla="*/ 692 h 14752"/>
                      <a:gd name="connsiteX4" fmla="*/ 6366 w 210575"/>
                      <a:gd name="connsiteY4" fmla="*/ 13873 h 14752"/>
                      <a:gd name="connsiteX5" fmla="*/ 6366 w 210575"/>
                      <a:gd name="connsiteY5" fmla="*/ 13873 h 147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10575" h="14752">
                        <a:moveTo>
                          <a:pt x="6366" y="13873"/>
                        </a:moveTo>
                        <a:cubicBezTo>
                          <a:pt x="72310" y="12716"/>
                          <a:pt x="138277" y="13011"/>
                          <a:pt x="204213" y="14750"/>
                        </a:cubicBezTo>
                        <a:cubicBezTo>
                          <a:pt x="212701" y="14976"/>
                          <a:pt x="212693" y="1795"/>
                          <a:pt x="204213" y="1568"/>
                        </a:cubicBezTo>
                        <a:cubicBezTo>
                          <a:pt x="138277" y="-170"/>
                          <a:pt x="72310" y="-465"/>
                          <a:pt x="6366" y="692"/>
                        </a:cubicBezTo>
                        <a:cubicBezTo>
                          <a:pt x="-2107" y="835"/>
                          <a:pt x="-2137" y="14016"/>
                          <a:pt x="6366" y="13873"/>
                        </a:cubicBezTo>
                        <a:lnTo>
                          <a:pt x="6366" y="1387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752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42" name="Freeform: Shape 41">
                    <a:extLst>
                      <a:ext uri="{FF2B5EF4-FFF2-40B4-BE49-F238E27FC236}">
                        <a16:creationId xmlns:a16="http://schemas.microsoft.com/office/drawing/2014/main" id="{F6962694-698F-6753-B81C-D478FF9D0B18}"/>
                      </a:ext>
                    </a:extLst>
                  </p:cNvPr>
                  <p:cNvSpPr/>
                  <p:nvPr/>
                </p:nvSpPr>
                <p:spPr>
                  <a:xfrm>
                    <a:off x="17074668" y="33554407"/>
                    <a:ext cx="187735" cy="18001"/>
                  </a:xfrm>
                  <a:custGeom>
                    <a:avLst/>
                    <a:gdLst>
                      <a:gd name="connsiteX0" fmla="*/ 6363 w 187735"/>
                      <a:gd name="connsiteY0" fmla="*/ 17972 h 18001"/>
                      <a:gd name="connsiteX1" fmla="*/ 181392 w 187735"/>
                      <a:gd name="connsiteY1" fmla="*/ 13195 h 18001"/>
                      <a:gd name="connsiteX2" fmla="*/ 181392 w 187735"/>
                      <a:gd name="connsiteY2" fmla="*/ 14 h 18001"/>
                      <a:gd name="connsiteX3" fmla="*/ 6363 w 187735"/>
                      <a:gd name="connsiteY3" fmla="*/ 4790 h 18001"/>
                      <a:gd name="connsiteX4" fmla="*/ 6363 w 187735"/>
                      <a:gd name="connsiteY4" fmla="*/ 17972 h 18001"/>
                      <a:gd name="connsiteX5" fmla="*/ 6363 w 187735"/>
                      <a:gd name="connsiteY5" fmla="*/ 17972 h 180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87735" h="18001">
                        <a:moveTo>
                          <a:pt x="6363" y="17972"/>
                        </a:moveTo>
                        <a:cubicBezTo>
                          <a:pt x="64741" y="18244"/>
                          <a:pt x="123112" y="16649"/>
                          <a:pt x="181392" y="13195"/>
                        </a:cubicBezTo>
                        <a:cubicBezTo>
                          <a:pt x="189820" y="12696"/>
                          <a:pt x="189880" y="-485"/>
                          <a:pt x="181392" y="14"/>
                        </a:cubicBezTo>
                        <a:cubicBezTo>
                          <a:pt x="123120" y="3468"/>
                          <a:pt x="64741" y="5063"/>
                          <a:pt x="6363" y="4790"/>
                        </a:cubicBezTo>
                        <a:cubicBezTo>
                          <a:pt x="-2117" y="4753"/>
                          <a:pt x="-2125" y="17934"/>
                          <a:pt x="6363" y="17972"/>
                        </a:cubicBezTo>
                        <a:lnTo>
                          <a:pt x="6363" y="1797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752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43" name="Freeform: Shape 42">
                    <a:extLst>
                      <a:ext uri="{FF2B5EF4-FFF2-40B4-BE49-F238E27FC236}">
                        <a16:creationId xmlns:a16="http://schemas.microsoft.com/office/drawing/2014/main" id="{719C312E-0278-0E3F-51AE-D43D863E1DC2}"/>
                      </a:ext>
                    </a:extLst>
                  </p:cNvPr>
                  <p:cNvSpPr/>
                  <p:nvPr/>
                </p:nvSpPr>
                <p:spPr>
                  <a:xfrm>
                    <a:off x="17091743" y="33636556"/>
                    <a:ext cx="184000" cy="26360"/>
                  </a:xfrm>
                  <a:custGeom>
                    <a:avLst/>
                    <a:gdLst>
                      <a:gd name="connsiteX0" fmla="*/ 8266 w 184000"/>
                      <a:gd name="connsiteY0" fmla="*/ 26248 h 26360"/>
                      <a:gd name="connsiteX1" fmla="*/ 177635 w 184000"/>
                      <a:gd name="connsiteY1" fmla="*/ 13316 h 26360"/>
                      <a:gd name="connsiteX2" fmla="*/ 177635 w 184000"/>
                      <a:gd name="connsiteY2" fmla="*/ 135 h 26360"/>
                      <a:gd name="connsiteX3" fmla="*/ 4759 w 184000"/>
                      <a:gd name="connsiteY3" fmla="*/ 13535 h 26360"/>
                      <a:gd name="connsiteX4" fmla="*/ 8266 w 184000"/>
                      <a:gd name="connsiteY4" fmla="*/ 26248 h 26360"/>
                      <a:gd name="connsiteX5" fmla="*/ 8266 w 184000"/>
                      <a:gd name="connsiteY5" fmla="*/ 26248 h 263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84000" h="26360">
                        <a:moveTo>
                          <a:pt x="8266" y="26248"/>
                        </a:moveTo>
                        <a:cubicBezTo>
                          <a:pt x="64181" y="16604"/>
                          <a:pt x="120904" y="12341"/>
                          <a:pt x="177635" y="13316"/>
                        </a:cubicBezTo>
                        <a:cubicBezTo>
                          <a:pt x="186122" y="13459"/>
                          <a:pt x="186122" y="286"/>
                          <a:pt x="177635" y="135"/>
                        </a:cubicBezTo>
                        <a:cubicBezTo>
                          <a:pt x="119717" y="-863"/>
                          <a:pt x="61838" y="3694"/>
                          <a:pt x="4759" y="13535"/>
                        </a:cubicBezTo>
                        <a:cubicBezTo>
                          <a:pt x="-3577" y="14979"/>
                          <a:pt x="-40" y="27684"/>
                          <a:pt x="8266" y="26248"/>
                        </a:cubicBezTo>
                        <a:lnTo>
                          <a:pt x="8266" y="2624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752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44" name="Freeform: Shape 43">
                    <a:extLst>
                      <a:ext uri="{FF2B5EF4-FFF2-40B4-BE49-F238E27FC236}">
                        <a16:creationId xmlns:a16="http://schemas.microsoft.com/office/drawing/2014/main" id="{053816DE-287F-C37C-7B61-D70F14C5D4AF}"/>
                      </a:ext>
                    </a:extLst>
                  </p:cNvPr>
                  <p:cNvSpPr/>
                  <p:nvPr/>
                </p:nvSpPr>
                <p:spPr>
                  <a:xfrm>
                    <a:off x="17095670" y="33698812"/>
                    <a:ext cx="191394" cy="24815"/>
                  </a:xfrm>
                  <a:custGeom>
                    <a:avLst/>
                    <a:gdLst>
                      <a:gd name="connsiteX0" fmla="*/ 6312 w 191394"/>
                      <a:gd name="connsiteY0" fmla="*/ 24781 h 24815"/>
                      <a:gd name="connsiteX1" fmla="*/ 185037 w 191394"/>
                      <a:gd name="connsiteY1" fmla="*/ 13187 h 24815"/>
                      <a:gd name="connsiteX2" fmla="*/ 185037 w 191394"/>
                      <a:gd name="connsiteY2" fmla="*/ 5 h 24815"/>
                      <a:gd name="connsiteX3" fmla="*/ 6312 w 191394"/>
                      <a:gd name="connsiteY3" fmla="*/ 11599 h 24815"/>
                      <a:gd name="connsiteX4" fmla="*/ 6312 w 191394"/>
                      <a:gd name="connsiteY4" fmla="*/ 24781 h 24815"/>
                      <a:gd name="connsiteX5" fmla="*/ 6312 w 191394"/>
                      <a:gd name="connsiteY5" fmla="*/ 24781 h 248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91394" h="24815">
                        <a:moveTo>
                          <a:pt x="6312" y="24781"/>
                        </a:moveTo>
                        <a:cubicBezTo>
                          <a:pt x="65764" y="19218"/>
                          <a:pt x="125366" y="15348"/>
                          <a:pt x="185037" y="13187"/>
                        </a:cubicBezTo>
                        <a:cubicBezTo>
                          <a:pt x="193495" y="12877"/>
                          <a:pt x="193533" y="-305"/>
                          <a:pt x="185037" y="5"/>
                        </a:cubicBezTo>
                        <a:cubicBezTo>
                          <a:pt x="125366" y="2175"/>
                          <a:pt x="65764" y="6037"/>
                          <a:pt x="6312" y="11599"/>
                        </a:cubicBezTo>
                        <a:cubicBezTo>
                          <a:pt x="-2062" y="12385"/>
                          <a:pt x="-2145" y="25574"/>
                          <a:pt x="6312" y="24781"/>
                        </a:cubicBezTo>
                        <a:lnTo>
                          <a:pt x="6312" y="2478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752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45" name="Freeform: Shape 44">
                    <a:extLst>
                      <a:ext uri="{FF2B5EF4-FFF2-40B4-BE49-F238E27FC236}">
                        <a16:creationId xmlns:a16="http://schemas.microsoft.com/office/drawing/2014/main" id="{4688D989-44F8-5EBE-EBC0-AAD317E40B50}"/>
                      </a:ext>
                    </a:extLst>
                  </p:cNvPr>
                  <p:cNvSpPr/>
                  <p:nvPr/>
                </p:nvSpPr>
                <p:spPr>
                  <a:xfrm>
                    <a:off x="17103206" y="33764847"/>
                    <a:ext cx="187713" cy="19267"/>
                  </a:xfrm>
                  <a:custGeom>
                    <a:avLst/>
                    <a:gdLst>
                      <a:gd name="connsiteX0" fmla="*/ 6357 w 187713"/>
                      <a:gd name="connsiteY0" fmla="*/ 19263 h 19267"/>
                      <a:gd name="connsiteX1" fmla="*/ 181357 w 187713"/>
                      <a:gd name="connsiteY1" fmla="*/ 13186 h 19267"/>
                      <a:gd name="connsiteX2" fmla="*/ 181357 w 187713"/>
                      <a:gd name="connsiteY2" fmla="*/ 5 h 19267"/>
                      <a:gd name="connsiteX3" fmla="*/ 6357 w 187713"/>
                      <a:gd name="connsiteY3" fmla="*/ 6082 h 19267"/>
                      <a:gd name="connsiteX4" fmla="*/ 6357 w 187713"/>
                      <a:gd name="connsiteY4" fmla="*/ 19263 h 19267"/>
                      <a:gd name="connsiteX5" fmla="*/ 6357 w 187713"/>
                      <a:gd name="connsiteY5" fmla="*/ 19263 h 192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87713" h="19267">
                        <a:moveTo>
                          <a:pt x="6357" y="19263"/>
                        </a:moveTo>
                        <a:cubicBezTo>
                          <a:pt x="64690" y="17237"/>
                          <a:pt x="123023" y="15212"/>
                          <a:pt x="181357" y="13186"/>
                        </a:cubicBezTo>
                        <a:cubicBezTo>
                          <a:pt x="189814" y="12891"/>
                          <a:pt x="189852" y="-290"/>
                          <a:pt x="181357" y="5"/>
                        </a:cubicBezTo>
                        <a:cubicBezTo>
                          <a:pt x="123023" y="2030"/>
                          <a:pt x="64690" y="4056"/>
                          <a:pt x="6357" y="6082"/>
                        </a:cubicBezTo>
                        <a:cubicBezTo>
                          <a:pt x="-2100" y="6376"/>
                          <a:pt x="-2138" y="19558"/>
                          <a:pt x="6357" y="19263"/>
                        </a:cubicBezTo>
                        <a:lnTo>
                          <a:pt x="6357" y="1926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752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46" name="Freeform: Shape 45">
                    <a:extLst>
                      <a:ext uri="{FF2B5EF4-FFF2-40B4-BE49-F238E27FC236}">
                        <a16:creationId xmlns:a16="http://schemas.microsoft.com/office/drawing/2014/main" id="{4736AF1A-0504-DE94-4B7E-E7160C92F218}"/>
                      </a:ext>
                    </a:extLst>
                  </p:cNvPr>
                  <p:cNvSpPr/>
                  <p:nvPr/>
                </p:nvSpPr>
                <p:spPr>
                  <a:xfrm>
                    <a:off x="17116541" y="33843570"/>
                    <a:ext cx="178189" cy="17314"/>
                  </a:xfrm>
                  <a:custGeom>
                    <a:avLst/>
                    <a:gdLst>
                      <a:gd name="connsiteX0" fmla="*/ 6354 w 178189"/>
                      <a:gd name="connsiteY0" fmla="*/ 16287 h 17314"/>
                      <a:gd name="connsiteX1" fmla="*/ 171861 w 178189"/>
                      <a:gd name="connsiteY1" fmla="*/ 13203 h 17314"/>
                      <a:gd name="connsiteX2" fmla="*/ 171861 w 178189"/>
                      <a:gd name="connsiteY2" fmla="*/ 22 h 17314"/>
                      <a:gd name="connsiteX3" fmla="*/ 6354 w 178189"/>
                      <a:gd name="connsiteY3" fmla="*/ 3105 h 17314"/>
                      <a:gd name="connsiteX4" fmla="*/ 6354 w 178189"/>
                      <a:gd name="connsiteY4" fmla="*/ 16287 h 17314"/>
                      <a:gd name="connsiteX5" fmla="*/ 6354 w 178189"/>
                      <a:gd name="connsiteY5" fmla="*/ 16287 h 173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78189" h="17314">
                        <a:moveTo>
                          <a:pt x="6354" y="16287"/>
                        </a:moveTo>
                        <a:cubicBezTo>
                          <a:pt x="61536" y="18342"/>
                          <a:pt x="116793" y="17315"/>
                          <a:pt x="171861" y="13203"/>
                        </a:cubicBezTo>
                        <a:cubicBezTo>
                          <a:pt x="180265" y="12576"/>
                          <a:pt x="180333" y="-606"/>
                          <a:pt x="171861" y="22"/>
                        </a:cubicBezTo>
                        <a:cubicBezTo>
                          <a:pt x="116793" y="4133"/>
                          <a:pt x="61536" y="5161"/>
                          <a:pt x="6354" y="3105"/>
                        </a:cubicBezTo>
                        <a:cubicBezTo>
                          <a:pt x="-2126" y="2788"/>
                          <a:pt x="-2111" y="15969"/>
                          <a:pt x="6354" y="16287"/>
                        </a:cubicBezTo>
                        <a:lnTo>
                          <a:pt x="6354" y="1628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752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47" name="Freeform: Shape 46">
                    <a:extLst>
                      <a:ext uri="{FF2B5EF4-FFF2-40B4-BE49-F238E27FC236}">
                        <a16:creationId xmlns:a16="http://schemas.microsoft.com/office/drawing/2014/main" id="{A77B4A11-FEFA-393D-D8D0-DB69AD10399F}"/>
                      </a:ext>
                    </a:extLst>
                  </p:cNvPr>
                  <p:cNvSpPr/>
                  <p:nvPr/>
                </p:nvSpPr>
                <p:spPr>
                  <a:xfrm>
                    <a:off x="17131724" y="33917881"/>
                    <a:ext cx="163024" cy="15537"/>
                  </a:xfrm>
                  <a:custGeom>
                    <a:avLst/>
                    <a:gdLst>
                      <a:gd name="connsiteX0" fmla="*/ 6363 w 163024"/>
                      <a:gd name="connsiteY0" fmla="*/ 15244 h 15537"/>
                      <a:gd name="connsiteX1" fmla="*/ 156670 w 163024"/>
                      <a:gd name="connsiteY1" fmla="*/ 13188 h 15537"/>
                      <a:gd name="connsiteX2" fmla="*/ 156670 w 163024"/>
                      <a:gd name="connsiteY2" fmla="*/ 7 h 15537"/>
                      <a:gd name="connsiteX3" fmla="*/ 6363 w 163024"/>
                      <a:gd name="connsiteY3" fmla="*/ 2063 h 15537"/>
                      <a:gd name="connsiteX4" fmla="*/ 6363 w 163024"/>
                      <a:gd name="connsiteY4" fmla="*/ 15244 h 15537"/>
                      <a:gd name="connsiteX5" fmla="*/ 6363 w 163024"/>
                      <a:gd name="connsiteY5" fmla="*/ 15244 h 155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3024" h="15537">
                        <a:moveTo>
                          <a:pt x="6363" y="15244"/>
                        </a:moveTo>
                        <a:cubicBezTo>
                          <a:pt x="56473" y="15992"/>
                          <a:pt x="106598" y="15312"/>
                          <a:pt x="156670" y="13188"/>
                        </a:cubicBezTo>
                        <a:cubicBezTo>
                          <a:pt x="165120" y="12833"/>
                          <a:pt x="165165" y="-348"/>
                          <a:pt x="156670" y="7"/>
                        </a:cubicBezTo>
                        <a:cubicBezTo>
                          <a:pt x="106598" y="2131"/>
                          <a:pt x="56473" y="2811"/>
                          <a:pt x="6363" y="2063"/>
                        </a:cubicBezTo>
                        <a:cubicBezTo>
                          <a:pt x="-2117" y="1934"/>
                          <a:pt x="-2125" y="15116"/>
                          <a:pt x="6363" y="15244"/>
                        </a:cubicBezTo>
                        <a:lnTo>
                          <a:pt x="6363" y="1524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752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48" name="Freeform: Shape 47">
                    <a:extLst>
                      <a:ext uri="{FF2B5EF4-FFF2-40B4-BE49-F238E27FC236}">
                        <a16:creationId xmlns:a16="http://schemas.microsoft.com/office/drawing/2014/main" id="{4CF4197B-7774-E33C-FE6C-C43FDE4DA737}"/>
                      </a:ext>
                    </a:extLst>
                  </p:cNvPr>
                  <p:cNvSpPr/>
                  <p:nvPr/>
                </p:nvSpPr>
                <p:spPr>
                  <a:xfrm>
                    <a:off x="17148851" y="33982022"/>
                    <a:ext cx="161077" cy="17932"/>
                  </a:xfrm>
                  <a:custGeom>
                    <a:avLst/>
                    <a:gdLst>
                      <a:gd name="connsiteX0" fmla="*/ 6363 w 161077"/>
                      <a:gd name="connsiteY0" fmla="*/ 17894 h 17932"/>
                      <a:gd name="connsiteX1" fmla="*/ 154743 w 161077"/>
                      <a:gd name="connsiteY1" fmla="*/ 13200 h 17932"/>
                      <a:gd name="connsiteX2" fmla="*/ 154743 w 161077"/>
                      <a:gd name="connsiteY2" fmla="*/ 19 h 17932"/>
                      <a:gd name="connsiteX3" fmla="*/ 6363 w 161077"/>
                      <a:gd name="connsiteY3" fmla="*/ 4713 h 17932"/>
                      <a:gd name="connsiteX4" fmla="*/ 6363 w 161077"/>
                      <a:gd name="connsiteY4" fmla="*/ 17894 h 17932"/>
                      <a:gd name="connsiteX5" fmla="*/ 6363 w 161077"/>
                      <a:gd name="connsiteY5" fmla="*/ 17894 h 179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1077" h="17932">
                        <a:moveTo>
                          <a:pt x="6363" y="17894"/>
                        </a:moveTo>
                        <a:cubicBezTo>
                          <a:pt x="55868" y="18204"/>
                          <a:pt x="105358" y="16639"/>
                          <a:pt x="154743" y="13200"/>
                        </a:cubicBezTo>
                        <a:cubicBezTo>
                          <a:pt x="163155" y="12618"/>
                          <a:pt x="163223" y="-570"/>
                          <a:pt x="154743" y="19"/>
                        </a:cubicBezTo>
                        <a:cubicBezTo>
                          <a:pt x="105358" y="3458"/>
                          <a:pt x="55868" y="5023"/>
                          <a:pt x="6363" y="4713"/>
                        </a:cubicBezTo>
                        <a:cubicBezTo>
                          <a:pt x="-2117" y="4660"/>
                          <a:pt x="-2125" y="17841"/>
                          <a:pt x="6363" y="17894"/>
                        </a:cubicBezTo>
                        <a:lnTo>
                          <a:pt x="6363" y="1789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752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49" name="Freeform: Shape 48">
                    <a:extLst>
                      <a:ext uri="{FF2B5EF4-FFF2-40B4-BE49-F238E27FC236}">
                        <a16:creationId xmlns:a16="http://schemas.microsoft.com/office/drawing/2014/main" id="{9E1C6ABA-E42F-851E-9D19-D119CD39FCAE}"/>
                      </a:ext>
                    </a:extLst>
                  </p:cNvPr>
                  <p:cNvSpPr/>
                  <p:nvPr/>
                </p:nvSpPr>
                <p:spPr>
                  <a:xfrm>
                    <a:off x="17162185" y="34065542"/>
                    <a:ext cx="155389" cy="14814"/>
                  </a:xfrm>
                  <a:custGeom>
                    <a:avLst/>
                    <a:gdLst>
                      <a:gd name="connsiteX0" fmla="*/ 6369 w 155389"/>
                      <a:gd name="connsiteY0" fmla="*/ 14814 h 14814"/>
                      <a:gd name="connsiteX1" fmla="*/ 149027 w 155389"/>
                      <a:gd name="connsiteY1" fmla="*/ 13182 h 14814"/>
                      <a:gd name="connsiteX2" fmla="*/ 149027 w 155389"/>
                      <a:gd name="connsiteY2" fmla="*/ 1 h 14814"/>
                      <a:gd name="connsiteX3" fmla="*/ 6369 w 155389"/>
                      <a:gd name="connsiteY3" fmla="*/ 1633 h 14814"/>
                      <a:gd name="connsiteX4" fmla="*/ 6369 w 155389"/>
                      <a:gd name="connsiteY4" fmla="*/ 14814 h 14814"/>
                      <a:gd name="connsiteX5" fmla="*/ 6369 w 155389"/>
                      <a:gd name="connsiteY5" fmla="*/ 14814 h 148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55389" h="14814">
                        <a:moveTo>
                          <a:pt x="6369" y="14814"/>
                        </a:moveTo>
                        <a:cubicBezTo>
                          <a:pt x="53916" y="14270"/>
                          <a:pt x="101472" y="13726"/>
                          <a:pt x="149027" y="13182"/>
                        </a:cubicBezTo>
                        <a:cubicBezTo>
                          <a:pt x="157499" y="13084"/>
                          <a:pt x="157522" y="-98"/>
                          <a:pt x="149027" y="1"/>
                        </a:cubicBezTo>
                        <a:cubicBezTo>
                          <a:pt x="101472" y="545"/>
                          <a:pt x="53924" y="1089"/>
                          <a:pt x="6369" y="1633"/>
                        </a:cubicBezTo>
                        <a:cubicBezTo>
                          <a:pt x="-2112" y="1739"/>
                          <a:pt x="-2134" y="14913"/>
                          <a:pt x="6369" y="14814"/>
                        </a:cubicBezTo>
                        <a:lnTo>
                          <a:pt x="6369" y="1481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752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961CF9F9-D19E-D684-840A-EE9D10157DCC}"/>
                    </a:ext>
                  </a:extLst>
                </p:cNvPr>
                <p:cNvSpPr/>
                <p:nvPr/>
              </p:nvSpPr>
              <p:spPr>
                <a:xfrm>
                  <a:off x="16286992" y="33076151"/>
                  <a:ext cx="1795851" cy="3052181"/>
                </a:xfrm>
                <a:custGeom>
                  <a:avLst/>
                  <a:gdLst>
                    <a:gd name="connsiteX0" fmla="*/ 1785679 w 1795851"/>
                    <a:gd name="connsiteY0" fmla="*/ 415334 h 3052181"/>
                    <a:gd name="connsiteX1" fmla="*/ 1767298 w 1795851"/>
                    <a:gd name="connsiteY1" fmla="*/ 415168 h 3052181"/>
                    <a:gd name="connsiteX2" fmla="*/ 1766345 w 1795851"/>
                    <a:gd name="connsiteY2" fmla="*/ 415221 h 3052181"/>
                    <a:gd name="connsiteX3" fmla="*/ 1726726 w 1795851"/>
                    <a:gd name="connsiteY3" fmla="*/ 401155 h 3052181"/>
                    <a:gd name="connsiteX4" fmla="*/ 1658817 w 1795851"/>
                    <a:gd name="connsiteY4" fmla="*/ 385585 h 3052181"/>
                    <a:gd name="connsiteX5" fmla="*/ 1653700 w 1795851"/>
                    <a:gd name="connsiteY5" fmla="*/ 358966 h 3052181"/>
                    <a:gd name="connsiteX6" fmla="*/ 1591936 w 1795851"/>
                    <a:gd name="connsiteY6" fmla="*/ 342429 h 3052181"/>
                    <a:gd name="connsiteX7" fmla="*/ 1493031 w 1795851"/>
                    <a:gd name="connsiteY7" fmla="*/ 324660 h 3052181"/>
                    <a:gd name="connsiteX8" fmla="*/ 1174081 w 1795851"/>
                    <a:gd name="connsiteY8" fmla="*/ 576185 h 3052181"/>
                    <a:gd name="connsiteX9" fmla="*/ 1117448 w 1795851"/>
                    <a:gd name="connsiteY9" fmla="*/ 447138 h 3052181"/>
                    <a:gd name="connsiteX10" fmla="*/ 1034869 w 1795851"/>
                    <a:gd name="connsiteY10" fmla="*/ 264770 h 3052181"/>
                    <a:gd name="connsiteX11" fmla="*/ 977700 w 1795851"/>
                    <a:gd name="connsiteY11" fmla="*/ 199665 h 3052181"/>
                    <a:gd name="connsiteX12" fmla="*/ 843529 w 1795851"/>
                    <a:gd name="connsiteY12" fmla="*/ 149479 h 3052181"/>
                    <a:gd name="connsiteX13" fmla="*/ 789693 w 1795851"/>
                    <a:gd name="connsiteY13" fmla="*/ 148663 h 3052181"/>
                    <a:gd name="connsiteX14" fmla="*/ 753309 w 1795851"/>
                    <a:gd name="connsiteY14" fmla="*/ 112316 h 3052181"/>
                    <a:gd name="connsiteX15" fmla="*/ 748018 w 1795851"/>
                    <a:gd name="connsiteY15" fmla="*/ 115400 h 3052181"/>
                    <a:gd name="connsiteX16" fmla="*/ 823024 w 1795851"/>
                    <a:gd name="connsiteY16" fmla="*/ 169621 h 3052181"/>
                    <a:gd name="connsiteX17" fmla="*/ 932503 w 1795851"/>
                    <a:gd name="connsiteY17" fmla="*/ 344432 h 3052181"/>
                    <a:gd name="connsiteX18" fmla="*/ 700531 w 1795851"/>
                    <a:gd name="connsiteY18" fmla="*/ 343570 h 3052181"/>
                    <a:gd name="connsiteX19" fmla="*/ 481498 w 1795851"/>
                    <a:gd name="connsiteY19" fmla="*/ 150938 h 3052181"/>
                    <a:gd name="connsiteX20" fmla="*/ 546331 w 1795851"/>
                    <a:gd name="connsiteY20" fmla="*/ 44868 h 3052181"/>
                    <a:gd name="connsiteX21" fmla="*/ 544177 w 1795851"/>
                    <a:gd name="connsiteY21" fmla="*/ 1644 h 3052181"/>
                    <a:gd name="connsiteX22" fmla="*/ 539590 w 1795851"/>
                    <a:gd name="connsiteY22" fmla="*/ 2263 h 3052181"/>
                    <a:gd name="connsiteX23" fmla="*/ 537496 w 1795851"/>
                    <a:gd name="connsiteY23" fmla="*/ 34831 h 3052181"/>
                    <a:gd name="connsiteX24" fmla="*/ 493629 w 1795851"/>
                    <a:gd name="connsiteY24" fmla="*/ 129209 h 3052181"/>
                    <a:gd name="connsiteX25" fmla="*/ 475898 w 1795851"/>
                    <a:gd name="connsiteY25" fmla="*/ 137273 h 3052181"/>
                    <a:gd name="connsiteX26" fmla="*/ 457486 w 1795851"/>
                    <a:gd name="connsiteY26" fmla="*/ 136434 h 3052181"/>
                    <a:gd name="connsiteX27" fmla="*/ 448462 w 1795851"/>
                    <a:gd name="connsiteY27" fmla="*/ 137931 h 3052181"/>
                    <a:gd name="connsiteX28" fmla="*/ 17222 w 1795851"/>
                    <a:gd name="connsiteY28" fmla="*/ 608994 h 3052181"/>
                    <a:gd name="connsiteX29" fmla="*/ 6966 w 1795851"/>
                    <a:gd name="connsiteY29" fmla="*/ 694083 h 3052181"/>
                    <a:gd name="connsiteX30" fmla="*/ 422961 w 1795851"/>
                    <a:gd name="connsiteY30" fmla="*/ 963248 h 3052181"/>
                    <a:gd name="connsiteX31" fmla="*/ 400348 w 1795851"/>
                    <a:gd name="connsiteY31" fmla="*/ 1049871 h 3052181"/>
                    <a:gd name="connsiteX32" fmla="*/ 414776 w 1795851"/>
                    <a:gd name="connsiteY32" fmla="*/ 1094939 h 3052181"/>
                    <a:gd name="connsiteX33" fmla="*/ 412833 w 1795851"/>
                    <a:gd name="connsiteY33" fmla="*/ 1102165 h 3052181"/>
                    <a:gd name="connsiteX34" fmla="*/ 313422 w 1795851"/>
                    <a:gd name="connsiteY34" fmla="*/ 1582835 h 3052181"/>
                    <a:gd name="connsiteX35" fmla="*/ 260592 w 1795851"/>
                    <a:gd name="connsiteY35" fmla="*/ 1938131 h 3052181"/>
                    <a:gd name="connsiteX36" fmla="*/ 268883 w 1795851"/>
                    <a:gd name="connsiteY36" fmla="*/ 1944994 h 3052181"/>
                    <a:gd name="connsiteX37" fmla="*/ 457917 w 1795851"/>
                    <a:gd name="connsiteY37" fmla="*/ 2013364 h 3052181"/>
                    <a:gd name="connsiteX38" fmla="*/ 535350 w 1795851"/>
                    <a:gd name="connsiteY38" fmla="*/ 2600694 h 3052181"/>
                    <a:gd name="connsiteX39" fmla="*/ 558508 w 1795851"/>
                    <a:gd name="connsiteY39" fmla="*/ 2677385 h 3052181"/>
                    <a:gd name="connsiteX40" fmla="*/ 576428 w 1795851"/>
                    <a:gd name="connsiteY40" fmla="*/ 2751998 h 3052181"/>
                    <a:gd name="connsiteX41" fmla="*/ 594333 w 1795851"/>
                    <a:gd name="connsiteY41" fmla="*/ 2922108 h 3052181"/>
                    <a:gd name="connsiteX42" fmla="*/ 599714 w 1795851"/>
                    <a:gd name="connsiteY42" fmla="*/ 2978717 h 3052181"/>
                    <a:gd name="connsiteX43" fmla="*/ 608383 w 1795851"/>
                    <a:gd name="connsiteY43" fmla="*/ 2988913 h 3052181"/>
                    <a:gd name="connsiteX44" fmla="*/ 648683 w 1795851"/>
                    <a:gd name="connsiteY44" fmla="*/ 2987258 h 3052181"/>
                    <a:gd name="connsiteX45" fmla="*/ 650255 w 1795851"/>
                    <a:gd name="connsiteY45" fmla="*/ 2983350 h 3052181"/>
                    <a:gd name="connsiteX46" fmla="*/ 646211 w 1795851"/>
                    <a:gd name="connsiteY46" fmla="*/ 2923407 h 3052181"/>
                    <a:gd name="connsiteX47" fmla="*/ 728775 w 1795851"/>
                    <a:gd name="connsiteY47" fmla="*/ 3028737 h 3052181"/>
                    <a:gd name="connsiteX48" fmla="*/ 955011 w 1795851"/>
                    <a:gd name="connsiteY48" fmla="*/ 3009275 h 3052181"/>
                    <a:gd name="connsiteX49" fmla="*/ 959697 w 1795851"/>
                    <a:gd name="connsiteY49" fmla="*/ 2989261 h 3052181"/>
                    <a:gd name="connsiteX50" fmla="*/ 1148414 w 1795851"/>
                    <a:gd name="connsiteY50" fmla="*/ 3001187 h 3052181"/>
                    <a:gd name="connsiteX51" fmla="*/ 1085183 w 1795851"/>
                    <a:gd name="connsiteY51" fmla="*/ 2889154 h 3052181"/>
                    <a:gd name="connsiteX52" fmla="*/ 1075841 w 1795851"/>
                    <a:gd name="connsiteY52" fmla="*/ 2891543 h 3052181"/>
                    <a:gd name="connsiteX53" fmla="*/ 1074421 w 1795851"/>
                    <a:gd name="connsiteY53" fmla="*/ 2891792 h 3052181"/>
                    <a:gd name="connsiteX54" fmla="*/ 1054112 w 1795851"/>
                    <a:gd name="connsiteY54" fmla="*/ 2748922 h 3052181"/>
                    <a:gd name="connsiteX55" fmla="*/ 1179629 w 1795851"/>
                    <a:gd name="connsiteY55" fmla="*/ 2040150 h 3052181"/>
                    <a:gd name="connsiteX56" fmla="*/ 1213186 w 1795851"/>
                    <a:gd name="connsiteY56" fmla="*/ 2020008 h 3052181"/>
                    <a:gd name="connsiteX57" fmla="*/ 1225801 w 1795851"/>
                    <a:gd name="connsiteY57" fmla="*/ 1992648 h 3052181"/>
                    <a:gd name="connsiteX58" fmla="*/ 1227600 w 1795851"/>
                    <a:gd name="connsiteY58" fmla="*/ 1959876 h 3052181"/>
                    <a:gd name="connsiteX59" fmla="*/ 1227781 w 1795851"/>
                    <a:gd name="connsiteY59" fmla="*/ 1958848 h 3052181"/>
                    <a:gd name="connsiteX60" fmla="*/ 1287218 w 1795851"/>
                    <a:gd name="connsiteY60" fmla="*/ 1930740 h 3052181"/>
                    <a:gd name="connsiteX61" fmla="*/ 1294118 w 1795851"/>
                    <a:gd name="connsiteY61" fmla="*/ 1924459 h 3052181"/>
                    <a:gd name="connsiteX62" fmla="*/ 1285615 w 1795851"/>
                    <a:gd name="connsiteY62" fmla="*/ 1764160 h 3052181"/>
                    <a:gd name="connsiteX63" fmla="*/ 1154815 w 1795851"/>
                    <a:gd name="connsiteY63" fmla="*/ 1111968 h 3052181"/>
                    <a:gd name="connsiteX64" fmla="*/ 1174814 w 1795851"/>
                    <a:gd name="connsiteY64" fmla="*/ 1096058 h 3052181"/>
                    <a:gd name="connsiteX65" fmla="*/ 1086090 w 1795851"/>
                    <a:gd name="connsiteY65" fmla="*/ 793698 h 3052181"/>
                    <a:gd name="connsiteX66" fmla="*/ 1167347 w 1795851"/>
                    <a:gd name="connsiteY66" fmla="*/ 821451 h 3052181"/>
                    <a:gd name="connsiteX67" fmla="*/ 1253410 w 1795851"/>
                    <a:gd name="connsiteY67" fmla="*/ 767706 h 3052181"/>
                    <a:gd name="connsiteX68" fmla="*/ 1518063 w 1795851"/>
                    <a:gd name="connsiteY68" fmla="*/ 414699 h 3052181"/>
                    <a:gd name="connsiteX69" fmla="*/ 1758886 w 1795851"/>
                    <a:gd name="connsiteY69" fmla="*/ 454303 h 3052181"/>
                    <a:gd name="connsiteX70" fmla="*/ 1792186 w 1795851"/>
                    <a:gd name="connsiteY70" fmla="*/ 436542 h 3052181"/>
                    <a:gd name="connsiteX71" fmla="*/ 1785679 w 1795851"/>
                    <a:gd name="connsiteY71" fmla="*/ 415334 h 3052181"/>
                    <a:gd name="connsiteX72" fmla="*/ 1632417 w 1795851"/>
                    <a:gd name="connsiteY72" fmla="*/ 360417 h 3052181"/>
                    <a:gd name="connsiteX73" fmla="*/ 1660064 w 1795851"/>
                    <a:gd name="connsiteY73" fmla="*/ 374551 h 3052181"/>
                    <a:gd name="connsiteX74" fmla="*/ 1649445 w 1795851"/>
                    <a:gd name="connsiteY74" fmla="*/ 378118 h 3052181"/>
                    <a:gd name="connsiteX75" fmla="*/ 1612720 w 1795851"/>
                    <a:gd name="connsiteY75" fmla="*/ 354635 h 3052181"/>
                    <a:gd name="connsiteX76" fmla="*/ 1632417 w 1795851"/>
                    <a:gd name="connsiteY76" fmla="*/ 360417 h 3052181"/>
                    <a:gd name="connsiteX77" fmla="*/ 872212 w 1795851"/>
                    <a:gd name="connsiteY77" fmla="*/ 358369 h 3052181"/>
                    <a:gd name="connsiteX78" fmla="*/ 936274 w 1795851"/>
                    <a:gd name="connsiteY78" fmla="*/ 353441 h 3052181"/>
                    <a:gd name="connsiteX79" fmla="*/ 967769 w 1795851"/>
                    <a:gd name="connsiteY79" fmla="*/ 532159 h 3052181"/>
                    <a:gd name="connsiteX80" fmla="*/ 1005642 w 1795851"/>
                    <a:gd name="connsiteY80" fmla="*/ 756233 h 3052181"/>
                    <a:gd name="connsiteX81" fmla="*/ 1038202 w 1795851"/>
                    <a:gd name="connsiteY81" fmla="*/ 1067655 h 3052181"/>
                    <a:gd name="connsiteX82" fmla="*/ 1035179 w 1795851"/>
                    <a:gd name="connsiteY82" fmla="*/ 1068048 h 3052181"/>
                    <a:gd name="connsiteX83" fmla="*/ 1031415 w 1795851"/>
                    <a:gd name="connsiteY83" fmla="*/ 1063657 h 3052181"/>
                    <a:gd name="connsiteX84" fmla="*/ 1023706 w 1795851"/>
                    <a:gd name="connsiteY84" fmla="*/ 1063400 h 3052181"/>
                    <a:gd name="connsiteX85" fmla="*/ 901938 w 1795851"/>
                    <a:gd name="connsiteY85" fmla="*/ 1070361 h 3052181"/>
                    <a:gd name="connsiteX86" fmla="*/ 814824 w 1795851"/>
                    <a:gd name="connsiteY86" fmla="*/ 662868 h 3052181"/>
                    <a:gd name="connsiteX87" fmla="*/ 710742 w 1795851"/>
                    <a:gd name="connsiteY87" fmla="*/ 354802 h 3052181"/>
                    <a:gd name="connsiteX88" fmla="*/ 872212 w 1795851"/>
                    <a:gd name="connsiteY88" fmla="*/ 358369 h 3052181"/>
                    <a:gd name="connsiteX89" fmla="*/ 897056 w 1795851"/>
                    <a:gd name="connsiteY89" fmla="*/ 2363567 h 3052181"/>
                    <a:gd name="connsiteX90" fmla="*/ 878145 w 1795851"/>
                    <a:gd name="connsiteY90" fmla="*/ 2716422 h 3052181"/>
                    <a:gd name="connsiteX91" fmla="*/ 870285 w 1795851"/>
                    <a:gd name="connsiteY91" fmla="*/ 2858922 h 3052181"/>
                    <a:gd name="connsiteX92" fmla="*/ 871887 w 1795851"/>
                    <a:gd name="connsiteY92" fmla="*/ 2906266 h 3052181"/>
                    <a:gd name="connsiteX93" fmla="*/ 756264 w 1795851"/>
                    <a:gd name="connsiteY93" fmla="*/ 2731478 h 3052181"/>
                    <a:gd name="connsiteX94" fmla="*/ 712873 w 1795851"/>
                    <a:gd name="connsiteY94" fmla="*/ 2072960 h 3052181"/>
                    <a:gd name="connsiteX95" fmla="*/ 907055 w 1795851"/>
                    <a:gd name="connsiteY95" fmla="*/ 2089066 h 3052181"/>
                    <a:gd name="connsiteX96" fmla="*/ 907138 w 1795851"/>
                    <a:gd name="connsiteY96" fmla="*/ 2089066 h 3052181"/>
                    <a:gd name="connsiteX97" fmla="*/ 907138 w 1795851"/>
                    <a:gd name="connsiteY97" fmla="*/ 2089066 h 3052181"/>
                    <a:gd name="connsiteX98" fmla="*/ 892861 w 1795851"/>
                    <a:gd name="connsiteY98" fmla="*/ 2163248 h 3052181"/>
                    <a:gd name="connsiteX99" fmla="*/ 897056 w 1795851"/>
                    <a:gd name="connsiteY99" fmla="*/ 2363567 h 3052181"/>
                    <a:gd name="connsiteX100" fmla="*/ 420520 w 1795851"/>
                    <a:gd name="connsiteY100" fmla="*/ 954828 h 3052181"/>
                    <a:gd name="connsiteX101" fmla="*/ 393991 w 1795851"/>
                    <a:gd name="connsiteY101" fmla="*/ 952614 h 3052181"/>
                    <a:gd name="connsiteX102" fmla="*/ 13133 w 1795851"/>
                    <a:gd name="connsiteY102" fmla="*/ 681015 h 3052181"/>
                    <a:gd name="connsiteX103" fmla="*/ 98638 w 1795851"/>
                    <a:gd name="connsiteY103" fmla="*/ 457568 h 3052181"/>
                    <a:gd name="connsiteX104" fmla="*/ 327556 w 1795851"/>
                    <a:gd name="connsiteY104" fmla="*/ 573509 h 3052181"/>
                    <a:gd name="connsiteX105" fmla="*/ 191390 w 1795851"/>
                    <a:gd name="connsiteY105" fmla="*/ 697491 h 3052181"/>
                    <a:gd name="connsiteX106" fmla="*/ 86288 w 1795851"/>
                    <a:gd name="connsiteY106" fmla="*/ 659867 h 3052181"/>
                    <a:gd name="connsiteX107" fmla="*/ 86288 w 1795851"/>
                    <a:gd name="connsiteY107" fmla="*/ 668998 h 3052181"/>
                    <a:gd name="connsiteX108" fmla="*/ 415630 w 1795851"/>
                    <a:gd name="connsiteY108" fmla="*/ 872120 h 3052181"/>
                    <a:gd name="connsiteX109" fmla="*/ 463669 w 1795851"/>
                    <a:gd name="connsiteY109" fmla="*/ 772702 h 3052181"/>
                    <a:gd name="connsiteX110" fmla="*/ 474568 w 1795851"/>
                    <a:gd name="connsiteY110" fmla="*/ 740693 h 3052181"/>
                    <a:gd name="connsiteX111" fmla="*/ 549589 w 1795851"/>
                    <a:gd name="connsiteY111" fmla="*/ 682534 h 3052181"/>
                    <a:gd name="connsiteX112" fmla="*/ 554222 w 1795851"/>
                    <a:gd name="connsiteY112" fmla="*/ 693032 h 3052181"/>
                    <a:gd name="connsiteX113" fmla="*/ 509985 w 1795851"/>
                    <a:gd name="connsiteY113" fmla="*/ 732697 h 3052181"/>
                    <a:gd name="connsiteX114" fmla="*/ 478445 w 1795851"/>
                    <a:gd name="connsiteY114" fmla="*/ 767615 h 3052181"/>
                    <a:gd name="connsiteX115" fmla="*/ 484688 w 1795851"/>
                    <a:gd name="connsiteY115" fmla="*/ 771250 h 3052181"/>
                    <a:gd name="connsiteX116" fmla="*/ 515608 w 1795851"/>
                    <a:gd name="connsiteY116" fmla="*/ 742137 h 3052181"/>
                    <a:gd name="connsiteX117" fmla="*/ 594892 w 1795851"/>
                    <a:gd name="connsiteY117" fmla="*/ 736423 h 3052181"/>
                    <a:gd name="connsiteX118" fmla="*/ 479518 w 1795851"/>
                    <a:gd name="connsiteY118" fmla="*/ 788694 h 3052181"/>
                    <a:gd name="connsiteX119" fmla="*/ 484733 w 1795851"/>
                    <a:gd name="connsiteY119" fmla="*/ 792723 h 3052181"/>
                    <a:gd name="connsiteX120" fmla="*/ 602888 w 1795851"/>
                    <a:gd name="connsiteY120" fmla="*/ 748342 h 3052181"/>
                    <a:gd name="connsiteX121" fmla="*/ 517422 w 1795851"/>
                    <a:gd name="connsiteY121" fmla="*/ 794998 h 3052181"/>
                    <a:gd name="connsiteX122" fmla="*/ 485927 w 1795851"/>
                    <a:gd name="connsiteY122" fmla="*/ 818042 h 3052181"/>
                    <a:gd name="connsiteX123" fmla="*/ 488286 w 1795851"/>
                    <a:gd name="connsiteY123" fmla="*/ 826742 h 3052181"/>
                    <a:gd name="connsiteX124" fmla="*/ 573306 w 1795851"/>
                    <a:gd name="connsiteY124" fmla="*/ 819879 h 3052181"/>
                    <a:gd name="connsiteX125" fmla="*/ 420520 w 1795851"/>
                    <a:gd name="connsiteY125" fmla="*/ 954828 h 3052181"/>
                    <a:gd name="connsiteX126" fmla="*/ 457010 w 1795851"/>
                    <a:gd name="connsiteY126" fmla="*/ 742923 h 3052181"/>
                    <a:gd name="connsiteX127" fmla="*/ 448251 w 1795851"/>
                    <a:gd name="connsiteY127" fmla="*/ 778816 h 3052181"/>
                    <a:gd name="connsiteX128" fmla="*/ 415857 w 1795851"/>
                    <a:gd name="connsiteY128" fmla="*/ 862325 h 3052181"/>
                    <a:gd name="connsiteX129" fmla="*/ 197867 w 1795851"/>
                    <a:gd name="connsiteY129" fmla="*/ 701769 h 3052181"/>
                    <a:gd name="connsiteX130" fmla="*/ 368649 w 1795851"/>
                    <a:gd name="connsiteY130" fmla="*/ 547963 h 3052181"/>
                    <a:gd name="connsiteX131" fmla="*/ 430353 w 1795851"/>
                    <a:gd name="connsiteY131" fmla="*/ 642884 h 3052181"/>
                    <a:gd name="connsiteX132" fmla="*/ 457887 w 1795851"/>
                    <a:gd name="connsiteY132" fmla="*/ 704384 h 3052181"/>
                    <a:gd name="connsiteX133" fmla="*/ 457010 w 1795851"/>
                    <a:gd name="connsiteY133" fmla="*/ 742923 h 3052181"/>
                    <a:gd name="connsiteX134" fmla="*/ 405086 w 1795851"/>
                    <a:gd name="connsiteY134" fmla="*/ 1074578 h 3052181"/>
                    <a:gd name="connsiteX135" fmla="*/ 412970 w 1795851"/>
                    <a:gd name="connsiteY135" fmla="*/ 1053363 h 3052181"/>
                    <a:gd name="connsiteX136" fmla="*/ 431933 w 1795851"/>
                    <a:gd name="connsiteY136" fmla="*/ 956196 h 3052181"/>
                    <a:gd name="connsiteX137" fmla="*/ 497144 w 1795851"/>
                    <a:gd name="connsiteY137" fmla="*/ 872135 h 3052181"/>
                    <a:gd name="connsiteX138" fmla="*/ 591204 w 1795851"/>
                    <a:gd name="connsiteY138" fmla="*/ 812170 h 3052181"/>
                    <a:gd name="connsiteX139" fmla="*/ 523196 w 1795851"/>
                    <a:gd name="connsiteY139" fmla="*/ 805201 h 3052181"/>
                    <a:gd name="connsiteX140" fmla="*/ 605186 w 1795851"/>
                    <a:gd name="connsiteY140" fmla="*/ 737239 h 3052181"/>
                    <a:gd name="connsiteX141" fmla="*/ 583358 w 1795851"/>
                    <a:gd name="connsiteY141" fmla="*/ 716250 h 3052181"/>
                    <a:gd name="connsiteX142" fmla="*/ 526038 w 1795851"/>
                    <a:gd name="connsiteY142" fmla="*/ 724580 h 3052181"/>
                    <a:gd name="connsiteX143" fmla="*/ 547662 w 1795851"/>
                    <a:gd name="connsiteY143" fmla="*/ 707370 h 3052181"/>
                    <a:gd name="connsiteX144" fmla="*/ 566149 w 1795851"/>
                    <a:gd name="connsiteY144" fmla="*/ 676004 h 3052181"/>
                    <a:gd name="connsiteX145" fmla="*/ 465498 w 1795851"/>
                    <a:gd name="connsiteY145" fmla="*/ 731064 h 3052181"/>
                    <a:gd name="connsiteX146" fmla="*/ 468990 w 1795851"/>
                    <a:gd name="connsiteY146" fmla="*/ 710884 h 3052181"/>
                    <a:gd name="connsiteX147" fmla="*/ 439030 w 1795851"/>
                    <a:gd name="connsiteY147" fmla="*/ 636664 h 3052181"/>
                    <a:gd name="connsiteX148" fmla="*/ 372277 w 1795851"/>
                    <a:gd name="connsiteY148" fmla="*/ 543126 h 3052181"/>
                    <a:gd name="connsiteX149" fmla="*/ 392601 w 1795851"/>
                    <a:gd name="connsiteY149" fmla="*/ 513301 h 3052181"/>
                    <a:gd name="connsiteX150" fmla="*/ 414013 w 1795851"/>
                    <a:gd name="connsiteY150" fmla="*/ 481354 h 3052181"/>
                    <a:gd name="connsiteX151" fmla="*/ 455650 w 1795851"/>
                    <a:gd name="connsiteY151" fmla="*/ 404465 h 3052181"/>
                    <a:gd name="connsiteX152" fmla="*/ 424216 w 1795851"/>
                    <a:gd name="connsiteY152" fmla="*/ 450252 h 3052181"/>
                    <a:gd name="connsiteX153" fmla="*/ 427693 w 1795851"/>
                    <a:gd name="connsiteY153" fmla="*/ 339806 h 3052181"/>
                    <a:gd name="connsiteX154" fmla="*/ 415736 w 1795851"/>
                    <a:gd name="connsiteY154" fmla="*/ 311675 h 3052181"/>
                    <a:gd name="connsiteX155" fmla="*/ 394936 w 1795851"/>
                    <a:gd name="connsiteY155" fmla="*/ 492774 h 3052181"/>
                    <a:gd name="connsiteX156" fmla="*/ 338417 w 1795851"/>
                    <a:gd name="connsiteY156" fmla="*/ 561068 h 3052181"/>
                    <a:gd name="connsiteX157" fmla="*/ 232597 w 1795851"/>
                    <a:gd name="connsiteY157" fmla="*/ 548409 h 3052181"/>
                    <a:gd name="connsiteX158" fmla="*/ 106951 w 1795851"/>
                    <a:gd name="connsiteY158" fmla="*/ 442815 h 3052181"/>
                    <a:gd name="connsiteX159" fmla="*/ 451667 w 1795851"/>
                    <a:gd name="connsiteY159" fmla="*/ 142465 h 3052181"/>
                    <a:gd name="connsiteX160" fmla="*/ 684946 w 1795851"/>
                    <a:gd name="connsiteY160" fmla="*/ 348604 h 3052181"/>
                    <a:gd name="connsiteX161" fmla="*/ 782695 w 1795851"/>
                    <a:gd name="connsiteY161" fmla="*/ 532204 h 3052181"/>
                    <a:gd name="connsiteX162" fmla="*/ 828632 w 1795851"/>
                    <a:gd name="connsiteY162" fmla="*/ 865031 h 3052181"/>
                    <a:gd name="connsiteX163" fmla="*/ 891621 w 1795851"/>
                    <a:gd name="connsiteY163" fmla="*/ 1099489 h 3052181"/>
                    <a:gd name="connsiteX164" fmla="*/ 490220 w 1795851"/>
                    <a:gd name="connsiteY164" fmla="*/ 1101689 h 3052181"/>
                    <a:gd name="connsiteX165" fmla="*/ 405086 w 1795851"/>
                    <a:gd name="connsiteY165" fmla="*/ 1074578 h 3052181"/>
                    <a:gd name="connsiteX166" fmla="*/ 566829 w 1795851"/>
                    <a:gd name="connsiteY166" fmla="*/ 2613822 h 3052181"/>
                    <a:gd name="connsiteX167" fmla="*/ 469761 w 1795851"/>
                    <a:gd name="connsiteY167" fmla="*/ 2016985 h 3052181"/>
                    <a:gd name="connsiteX168" fmla="*/ 704212 w 1795851"/>
                    <a:gd name="connsiteY168" fmla="*/ 2071592 h 3052181"/>
                    <a:gd name="connsiteX169" fmla="*/ 745577 w 1795851"/>
                    <a:gd name="connsiteY169" fmla="*/ 2732287 h 3052181"/>
                    <a:gd name="connsiteX170" fmla="*/ 864261 w 1795851"/>
                    <a:gd name="connsiteY170" fmla="*/ 2923740 h 3052181"/>
                    <a:gd name="connsiteX171" fmla="*/ 740135 w 1795851"/>
                    <a:gd name="connsiteY171" fmla="*/ 2958023 h 3052181"/>
                    <a:gd name="connsiteX172" fmla="*/ 724702 w 1795851"/>
                    <a:gd name="connsiteY172" fmla="*/ 2947185 h 3052181"/>
                    <a:gd name="connsiteX173" fmla="*/ 589065 w 1795851"/>
                    <a:gd name="connsiteY173" fmla="*/ 2758528 h 3052181"/>
                    <a:gd name="connsiteX174" fmla="*/ 590652 w 1795851"/>
                    <a:gd name="connsiteY174" fmla="*/ 2755301 h 3052181"/>
                    <a:gd name="connsiteX175" fmla="*/ 566829 w 1795851"/>
                    <a:gd name="connsiteY175" fmla="*/ 2613822 h 3052181"/>
                    <a:gd name="connsiteX176" fmla="*/ 929638 w 1795851"/>
                    <a:gd name="connsiteY176" fmla="*/ 3002918 h 3052181"/>
                    <a:gd name="connsiteX177" fmla="*/ 741299 w 1795851"/>
                    <a:gd name="connsiteY177" fmla="*/ 3013734 h 3052181"/>
                    <a:gd name="connsiteX178" fmla="*/ 646831 w 1795851"/>
                    <a:gd name="connsiteY178" fmla="*/ 2906870 h 3052181"/>
                    <a:gd name="connsiteX179" fmla="*/ 642175 w 1795851"/>
                    <a:gd name="connsiteY179" fmla="*/ 2901005 h 3052181"/>
                    <a:gd name="connsiteX180" fmla="*/ 634217 w 1795851"/>
                    <a:gd name="connsiteY180" fmla="*/ 2934306 h 3052181"/>
                    <a:gd name="connsiteX181" fmla="*/ 639545 w 1795851"/>
                    <a:gd name="connsiteY181" fmla="*/ 2978294 h 3052181"/>
                    <a:gd name="connsiteX182" fmla="*/ 620597 w 1795851"/>
                    <a:gd name="connsiteY182" fmla="*/ 2977304 h 3052181"/>
                    <a:gd name="connsiteX183" fmla="*/ 604362 w 1795851"/>
                    <a:gd name="connsiteY183" fmla="*/ 2882352 h 3052181"/>
                    <a:gd name="connsiteX184" fmla="*/ 584764 w 1795851"/>
                    <a:gd name="connsiteY184" fmla="*/ 2763056 h 3052181"/>
                    <a:gd name="connsiteX185" fmla="*/ 665424 w 1795851"/>
                    <a:gd name="connsiteY185" fmla="*/ 2894082 h 3052181"/>
                    <a:gd name="connsiteX186" fmla="*/ 730015 w 1795851"/>
                    <a:gd name="connsiteY186" fmla="*/ 2965808 h 3052181"/>
                    <a:gd name="connsiteX187" fmla="*/ 872673 w 1795851"/>
                    <a:gd name="connsiteY187" fmla="*/ 2931714 h 3052181"/>
                    <a:gd name="connsiteX188" fmla="*/ 943726 w 1795851"/>
                    <a:gd name="connsiteY188" fmla="*/ 2996139 h 3052181"/>
                    <a:gd name="connsiteX189" fmla="*/ 929638 w 1795851"/>
                    <a:gd name="connsiteY189" fmla="*/ 3002918 h 3052181"/>
                    <a:gd name="connsiteX190" fmla="*/ 923879 w 1795851"/>
                    <a:gd name="connsiteY190" fmla="*/ 2950654 h 3052181"/>
                    <a:gd name="connsiteX191" fmla="*/ 908839 w 1795851"/>
                    <a:gd name="connsiteY191" fmla="*/ 2939234 h 3052181"/>
                    <a:gd name="connsiteX192" fmla="*/ 927953 w 1795851"/>
                    <a:gd name="connsiteY192" fmla="*/ 2871257 h 3052181"/>
                    <a:gd name="connsiteX193" fmla="*/ 949637 w 1795851"/>
                    <a:gd name="connsiteY193" fmla="*/ 2951342 h 3052181"/>
                    <a:gd name="connsiteX194" fmla="*/ 955903 w 1795851"/>
                    <a:gd name="connsiteY194" fmla="*/ 2982020 h 3052181"/>
                    <a:gd name="connsiteX195" fmla="*/ 923879 w 1795851"/>
                    <a:gd name="connsiteY195" fmla="*/ 2950654 h 3052181"/>
                    <a:gd name="connsiteX196" fmla="*/ 1075857 w 1795851"/>
                    <a:gd name="connsiteY196" fmla="*/ 2891565 h 3052181"/>
                    <a:gd name="connsiteX197" fmla="*/ 1075796 w 1795851"/>
                    <a:gd name="connsiteY197" fmla="*/ 2891649 h 3052181"/>
                    <a:gd name="connsiteX198" fmla="*/ 1074874 w 1795851"/>
                    <a:gd name="connsiteY198" fmla="*/ 2891769 h 3052181"/>
                    <a:gd name="connsiteX199" fmla="*/ 1075857 w 1795851"/>
                    <a:gd name="connsiteY199" fmla="*/ 2891565 h 3052181"/>
                    <a:gd name="connsiteX200" fmla="*/ 1151913 w 1795851"/>
                    <a:gd name="connsiteY200" fmla="*/ 2086851 h 3052181"/>
                    <a:gd name="connsiteX201" fmla="*/ 1058594 w 1795851"/>
                    <a:gd name="connsiteY201" fmla="*/ 2557953 h 3052181"/>
                    <a:gd name="connsiteX202" fmla="*/ 1036192 w 1795851"/>
                    <a:gd name="connsiteY202" fmla="*/ 2741886 h 3052181"/>
                    <a:gd name="connsiteX203" fmla="*/ 1040795 w 1795851"/>
                    <a:gd name="connsiteY203" fmla="*/ 2750464 h 3052181"/>
                    <a:gd name="connsiteX204" fmla="*/ 1065253 w 1795851"/>
                    <a:gd name="connsiteY204" fmla="*/ 2893606 h 3052181"/>
                    <a:gd name="connsiteX205" fmla="*/ 1006995 w 1795851"/>
                    <a:gd name="connsiteY205" fmla="*/ 2905351 h 3052181"/>
                    <a:gd name="connsiteX206" fmla="*/ 982258 w 1795851"/>
                    <a:gd name="connsiteY206" fmla="*/ 2901489 h 3052181"/>
                    <a:gd name="connsiteX207" fmla="*/ 937279 w 1795851"/>
                    <a:gd name="connsiteY207" fmla="*/ 2781762 h 3052181"/>
                    <a:gd name="connsiteX208" fmla="*/ 919072 w 1795851"/>
                    <a:gd name="connsiteY208" fmla="*/ 2739331 h 3052181"/>
                    <a:gd name="connsiteX209" fmla="*/ 918415 w 1795851"/>
                    <a:gd name="connsiteY209" fmla="*/ 2761801 h 3052181"/>
                    <a:gd name="connsiteX210" fmla="*/ 970588 w 1795851"/>
                    <a:gd name="connsiteY210" fmla="*/ 2906545 h 3052181"/>
                    <a:gd name="connsiteX211" fmla="*/ 1001062 w 1795851"/>
                    <a:gd name="connsiteY211" fmla="*/ 2918253 h 3052181"/>
                    <a:gd name="connsiteX212" fmla="*/ 1075766 w 1795851"/>
                    <a:gd name="connsiteY212" fmla="*/ 2904694 h 3052181"/>
                    <a:gd name="connsiteX213" fmla="*/ 1135520 w 1795851"/>
                    <a:gd name="connsiteY213" fmla="*/ 2955461 h 3052181"/>
                    <a:gd name="connsiteX214" fmla="*/ 1132519 w 1795851"/>
                    <a:gd name="connsiteY214" fmla="*/ 2989903 h 3052181"/>
                    <a:gd name="connsiteX215" fmla="*/ 976445 w 1795851"/>
                    <a:gd name="connsiteY215" fmla="*/ 2979216 h 3052181"/>
                    <a:gd name="connsiteX216" fmla="*/ 965857 w 1795851"/>
                    <a:gd name="connsiteY216" fmla="*/ 2941622 h 3052181"/>
                    <a:gd name="connsiteX217" fmla="*/ 936055 w 1795851"/>
                    <a:gd name="connsiteY217" fmla="*/ 2857546 h 3052181"/>
                    <a:gd name="connsiteX218" fmla="*/ 922118 w 1795851"/>
                    <a:gd name="connsiteY218" fmla="*/ 2842362 h 3052181"/>
                    <a:gd name="connsiteX219" fmla="*/ 892286 w 1795851"/>
                    <a:gd name="connsiteY219" fmla="*/ 2925592 h 3052181"/>
                    <a:gd name="connsiteX220" fmla="*/ 891168 w 1795851"/>
                    <a:gd name="connsiteY220" fmla="*/ 2924632 h 3052181"/>
                    <a:gd name="connsiteX221" fmla="*/ 881773 w 1795851"/>
                    <a:gd name="connsiteY221" fmla="*/ 2809470 h 3052181"/>
                    <a:gd name="connsiteX222" fmla="*/ 886368 w 1795851"/>
                    <a:gd name="connsiteY222" fmla="*/ 2730518 h 3052181"/>
                    <a:gd name="connsiteX223" fmla="*/ 900608 w 1795851"/>
                    <a:gd name="connsiteY223" fmla="*/ 2722824 h 3052181"/>
                    <a:gd name="connsiteX224" fmla="*/ 911529 w 1795851"/>
                    <a:gd name="connsiteY224" fmla="*/ 2633337 h 3052181"/>
                    <a:gd name="connsiteX225" fmla="*/ 922760 w 1795851"/>
                    <a:gd name="connsiteY225" fmla="*/ 2390353 h 3052181"/>
                    <a:gd name="connsiteX226" fmla="*/ 915051 w 1795851"/>
                    <a:gd name="connsiteY226" fmla="*/ 2180224 h 3052181"/>
                    <a:gd name="connsiteX227" fmla="*/ 924665 w 1795851"/>
                    <a:gd name="connsiteY227" fmla="*/ 2088952 h 3052181"/>
                    <a:gd name="connsiteX228" fmla="*/ 1160378 w 1795851"/>
                    <a:gd name="connsiteY228" fmla="*/ 2048970 h 3052181"/>
                    <a:gd name="connsiteX229" fmla="*/ 1151913 w 1795851"/>
                    <a:gd name="connsiteY229" fmla="*/ 2086851 h 3052181"/>
                    <a:gd name="connsiteX230" fmla="*/ 1149495 w 1795851"/>
                    <a:gd name="connsiteY230" fmla="*/ 1100805 h 3052181"/>
                    <a:gd name="connsiteX231" fmla="*/ 1075637 w 1795851"/>
                    <a:gd name="connsiteY231" fmla="*/ 1097169 h 3052181"/>
                    <a:gd name="connsiteX232" fmla="*/ 1064587 w 1795851"/>
                    <a:gd name="connsiteY232" fmla="*/ 1095642 h 3052181"/>
                    <a:gd name="connsiteX233" fmla="*/ 1021325 w 1795851"/>
                    <a:gd name="connsiteY233" fmla="*/ 765786 h 3052181"/>
                    <a:gd name="connsiteX234" fmla="*/ 984109 w 1795851"/>
                    <a:gd name="connsiteY234" fmla="*/ 543874 h 3052181"/>
                    <a:gd name="connsiteX235" fmla="*/ 972712 w 1795851"/>
                    <a:gd name="connsiteY235" fmla="*/ 430382 h 3052181"/>
                    <a:gd name="connsiteX236" fmla="*/ 828217 w 1795851"/>
                    <a:gd name="connsiteY236" fmla="*/ 160771 h 3052181"/>
                    <a:gd name="connsiteX237" fmla="*/ 993746 w 1795851"/>
                    <a:gd name="connsiteY237" fmla="*/ 230041 h 3052181"/>
                    <a:gd name="connsiteX238" fmla="*/ 1018423 w 1795851"/>
                    <a:gd name="connsiteY238" fmla="*/ 266214 h 3052181"/>
                    <a:gd name="connsiteX239" fmla="*/ 1100647 w 1795851"/>
                    <a:gd name="connsiteY239" fmla="*/ 435786 h 3052181"/>
                    <a:gd name="connsiteX240" fmla="*/ 1060015 w 1795851"/>
                    <a:gd name="connsiteY240" fmla="*/ 430828 h 3052181"/>
                    <a:gd name="connsiteX241" fmla="*/ 1012202 w 1795851"/>
                    <a:gd name="connsiteY241" fmla="*/ 280740 h 3052181"/>
                    <a:gd name="connsiteX242" fmla="*/ 999490 w 1795851"/>
                    <a:gd name="connsiteY242" fmla="*/ 286099 h 3052181"/>
                    <a:gd name="connsiteX243" fmla="*/ 1041656 w 1795851"/>
                    <a:gd name="connsiteY243" fmla="*/ 446314 h 3052181"/>
                    <a:gd name="connsiteX244" fmla="*/ 1043584 w 1795851"/>
                    <a:gd name="connsiteY244" fmla="*/ 526430 h 3052181"/>
                    <a:gd name="connsiteX245" fmla="*/ 1149495 w 1795851"/>
                    <a:gd name="connsiteY245" fmla="*/ 1100805 h 3052181"/>
                    <a:gd name="connsiteX246" fmla="*/ 1781537 w 1795851"/>
                    <a:gd name="connsiteY246" fmla="*/ 431909 h 3052181"/>
                    <a:gd name="connsiteX247" fmla="*/ 1757820 w 1795851"/>
                    <a:gd name="connsiteY247" fmla="*/ 443133 h 3052181"/>
                    <a:gd name="connsiteX248" fmla="*/ 1637866 w 1795851"/>
                    <a:gd name="connsiteY248" fmla="*/ 433186 h 3052181"/>
                    <a:gd name="connsiteX249" fmla="*/ 1679103 w 1795851"/>
                    <a:gd name="connsiteY249" fmla="*/ 450630 h 3052181"/>
                    <a:gd name="connsiteX250" fmla="*/ 1520028 w 1795851"/>
                    <a:gd name="connsiteY250" fmla="*/ 407519 h 3052181"/>
                    <a:gd name="connsiteX251" fmla="*/ 1496689 w 1795851"/>
                    <a:gd name="connsiteY251" fmla="*/ 423497 h 3052181"/>
                    <a:gd name="connsiteX252" fmla="*/ 1452157 w 1795851"/>
                    <a:gd name="connsiteY252" fmla="*/ 489690 h 3052181"/>
                    <a:gd name="connsiteX253" fmla="*/ 1193845 w 1795851"/>
                    <a:gd name="connsiteY253" fmla="*/ 800939 h 3052181"/>
                    <a:gd name="connsiteX254" fmla="*/ 1162865 w 1795851"/>
                    <a:gd name="connsiteY254" fmla="*/ 812933 h 3052181"/>
                    <a:gd name="connsiteX255" fmla="*/ 1159517 w 1795851"/>
                    <a:gd name="connsiteY255" fmla="*/ 814876 h 3052181"/>
                    <a:gd name="connsiteX256" fmla="*/ 1082893 w 1795851"/>
                    <a:gd name="connsiteY256" fmla="*/ 779942 h 3052181"/>
                    <a:gd name="connsiteX257" fmla="*/ 1063083 w 1795851"/>
                    <a:gd name="connsiteY257" fmla="*/ 541538 h 3052181"/>
                    <a:gd name="connsiteX258" fmla="*/ 1062093 w 1795851"/>
                    <a:gd name="connsiteY258" fmla="*/ 439845 h 3052181"/>
                    <a:gd name="connsiteX259" fmla="*/ 1107948 w 1795851"/>
                    <a:gd name="connsiteY259" fmla="*/ 451409 h 3052181"/>
                    <a:gd name="connsiteX260" fmla="*/ 1165480 w 1795851"/>
                    <a:gd name="connsiteY260" fmla="*/ 586312 h 3052181"/>
                    <a:gd name="connsiteX261" fmla="*/ 1142133 w 1795851"/>
                    <a:gd name="connsiteY261" fmla="*/ 631971 h 3052181"/>
                    <a:gd name="connsiteX262" fmla="*/ 1494709 w 1795851"/>
                    <a:gd name="connsiteY262" fmla="*/ 340184 h 3052181"/>
                    <a:gd name="connsiteX263" fmla="*/ 1542680 w 1795851"/>
                    <a:gd name="connsiteY263" fmla="*/ 332800 h 3052181"/>
                    <a:gd name="connsiteX264" fmla="*/ 1642582 w 1795851"/>
                    <a:gd name="connsiteY264" fmla="*/ 388737 h 3052181"/>
                    <a:gd name="connsiteX265" fmla="*/ 1734927 w 1795851"/>
                    <a:gd name="connsiteY265" fmla="*/ 411819 h 3052181"/>
                    <a:gd name="connsiteX266" fmla="*/ 1756641 w 1795851"/>
                    <a:gd name="connsiteY266" fmla="*/ 419695 h 3052181"/>
                    <a:gd name="connsiteX267" fmla="*/ 1756180 w 1795851"/>
                    <a:gd name="connsiteY267" fmla="*/ 420375 h 3052181"/>
                    <a:gd name="connsiteX268" fmla="*/ 1649793 w 1795851"/>
                    <a:gd name="connsiteY268" fmla="*/ 420609 h 3052181"/>
                    <a:gd name="connsiteX269" fmla="*/ 1711134 w 1795851"/>
                    <a:gd name="connsiteY269" fmla="*/ 441266 h 3052181"/>
                    <a:gd name="connsiteX270" fmla="*/ 1766512 w 1795851"/>
                    <a:gd name="connsiteY270" fmla="*/ 423882 h 3052181"/>
                    <a:gd name="connsiteX271" fmla="*/ 1767298 w 1795851"/>
                    <a:gd name="connsiteY271" fmla="*/ 423996 h 3052181"/>
                    <a:gd name="connsiteX272" fmla="*/ 1768673 w 1795851"/>
                    <a:gd name="connsiteY272" fmla="*/ 424388 h 3052181"/>
                    <a:gd name="connsiteX273" fmla="*/ 1781537 w 1795851"/>
                    <a:gd name="connsiteY273" fmla="*/ 431909 h 30521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</a:cxnLst>
                  <a:rect l="l" t="t" r="r" b="b"/>
                  <a:pathLst>
                    <a:path w="1795851" h="3052181">
                      <a:moveTo>
                        <a:pt x="1785679" y="415334"/>
                      </a:moveTo>
                      <a:cubicBezTo>
                        <a:pt x="1780683" y="414903"/>
                        <a:pt x="1770359" y="414412"/>
                        <a:pt x="1767298" y="415168"/>
                      </a:cubicBezTo>
                      <a:cubicBezTo>
                        <a:pt x="1766958" y="415153"/>
                        <a:pt x="1766640" y="415175"/>
                        <a:pt x="1766345" y="415221"/>
                      </a:cubicBezTo>
                      <a:cubicBezTo>
                        <a:pt x="1760314" y="398653"/>
                        <a:pt x="1741018" y="400528"/>
                        <a:pt x="1726726" y="401155"/>
                      </a:cubicBezTo>
                      <a:cubicBezTo>
                        <a:pt x="1703750" y="400936"/>
                        <a:pt x="1679715" y="395645"/>
                        <a:pt x="1658817" y="385585"/>
                      </a:cubicBezTo>
                      <a:cubicBezTo>
                        <a:pt x="1680879" y="381005"/>
                        <a:pt x="1667698" y="363493"/>
                        <a:pt x="1653700" y="358966"/>
                      </a:cubicBezTo>
                      <a:cubicBezTo>
                        <a:pt x="1633989" y="351695"/>
                        <a:pt x="1613159" y="343434"/>
                        <a:pt x="1591936" y="342429"/>
                      </a:cubicBezTo>
                      <a:cubicBezTo>
                        <a:pt x="1562860" y="328477"/>
                        <a:pt x="1522855" y="297202"/>
                        <a:pt x="1493031" y="324660"/>
                      </a:cubicBezTo>
                      <a:cubicBezTo>
                        <a:pt x="1388223" y="410225"/>
                        <a:pt x="1267982" y="477771"/>
                        <a:pt x="1174081" y="576185"/>
                      </a:cubicBezTo>
                      <a:cubicBezTo>
                        <a:pt x="1156373" y="532537"/>
                        <a:pt x="1138996" y="489101"/>
                        <a:pt x="1117448" y="447138"/>
                      </a:cubicBezTo>
                      <a:cubicBezTo>
                        <a:pt x="1098055" y="384656"/>
                        <a:pt x="1064036" y="324131"/>
                        <a:pt x="1034869" y="264770"/>
                      </a:cubicBezTo>
                      <a:cubicBezTo>
                        <a:pt x="1021847" y="238438"/>
                        <a:pt x="1004070" y="213874"/>
                        <a:pt x="977700" y="199665"/>
                      </a:cubicBezTo>
                      <a:cubicBezTo>
                        <a:pt x="936327" y="175653"/>
                        <a:pt x="890125" y="159736"/>
                        <a:pt x="843529" y="149479"/>
                      </a:cubicBezTo>
                      <a:cubicBezTo>
                        <a:pt x="832585" y="147862"/>
                        <a:pt x="793828" y="136245"/>
                        <a:pt x="789693" y="148663"/>
                      </a:cubicBezTo>
                      <a:cubicBezTo>
                        <a:pt x="774116" y="140319"/>
                        <a:pt x="764049" y="125739"/>
                        <a:pt x="753309" y="112316"/>
                      </a:cubicBezTo>
                      <a:cubicBezTo>
                        <a:pt x="751026" y="109815"/>
                        <a:pt x="747451" y="112505"/>
                        <a:pt x="748018" y="115400"/>
                      </a:cubicBezTo>
                      <a:cubicBezTo>
                        <a:pt x="756151" y="145065"/>
                        <a:pt x="791968" y="171753"/>
                        <a:pt x="823024" y="169621"/>
                      </a:cubicBezTo>
                      <a:cubicBezTo>
                        <a:pt x="865108" y="224160"/>
                        <a:pt x="905808" y="280559"/>
                        <a:pt x="932503" y="344432"/>
                      </a:cubicBezTo>
                      <a:cubicBezTo>
                        <a:pt x="855448" y="345717"/>
                        <a:pt x="776731" y="361505"/>
                        <a:pt x="700531" y="343570"/>
                      </a:cubicBezTo>
                      <a:cubicBezTo>
                        <a:pt x="634647" y="271867"/>
                        <a:pt x="560971" y="207200"/>
                        <a:pt x="481498" y="150938"/>
                      </a:cubicBezTo>
                      <a:cubicBezTo>
                        <a:pt x="528502" y="139117"/>
                        <a:pt x="545629" y="88592"/>
                        <a:pt x="546331" y="44868"/>
                      </a:cubicBezTo>
                      <a:cubicBezTo>
                        <a:pt x="547495" y="30583"/>
                        <a:pt x="548342" y="15550"/>
                        <a:pt x="544177" y="1644"/>
                      </a:cubicBezTo>
                      <a:cubicBezTo>
                        <a:pt x="543444" y="-813"/>
                        <a:pt x="539491" y="-442"/>
                        <a:pt x="539590" y="2263"/>
                      </a:cubicBezTo>
                      <a:cubicBezTo>
                        <a:pt x="539990" y="13064"/>
                        <a:pt x="538630" y="24114"/>
                        <a:pt x="537496" y="34831"/>
                      </a:cubicBezTo>
                      <a:cubicBezTo>
                        <a:pt x="533226" y="69817"/>
                        <a:pt x="527708" y="110578"/>
                        <a:pt x="493629" y="129209"/>
                      </a:cubicBezTo>
                      <a:cubicBezTo>
                        <a:pt x="488013" y="132821"/>
                        <a:pt x="482337" y="135542"/>
                        <a:pt x="475898" y="137273"/>
                      </a:cubicBezTo>
                      <a:cubicBezTo>
                        <a:pt x="469126" y="139699"/>
                        <a:pt x="463881" y="134000"/>
                        <a:pt x="457486" y="136434"/>
                      </a:cubicBezTo>
                      <a:cubicBezTo>
                        <a:pt x="454494" y="134015"/>
                        <a:pt x="449158" y="133207"/>
                        <a:pt x="448462" y="137931"/>
                      </a:cubicBezTo>
                      <a:cubicBezTo>
                        <a:pt x="240684" y="181896"/>
                        <a:pt x="78110" y="416619"/>
                        <a:pt x="17222" y="608994"/>
                      </a:cubicBezTo>
                      <a:cubicBezTo>
                        <a:pt x="14312" y="620497"/>
                        <a:pt x="-12345" y="700401"/>
                        <a:pt x="6966" y="694083"/>
                      </a:cubicBezTo>
                      <a:cubicBezTo>
                        <a:pt x="42655" y="846823"/>
                        <a:pt x="271566" y="982158"/>
                        <a:pt x="422961" y="963248"/>
                      </a:cubicBezTo>
                      <a:cubicBezTo>
                        <a:pt x="420316" y="993216"/>
                        <a:pt x="410785" y="1021891"/>
                        <a:pt x="400348" y="1049871"/>
                      </a:cubicBezTo>
                      <a:cubicBezTo>
                        <a:pt x="390295" y="1080171"/>
                        <a:pt x="379684" y="1081841"/>
                        <a:pt x="414776" y="1094939"/>
                      </a:cubicBezTo>
                      <a:cubicBezTo>
                        <a:pt x="412342" y="1096368"/>
                        <a:pt x="411700" y="1099716"/>
                        <a:pt x="412833" y="1102165"/>
                      </a:cubicBezTo>
                      <a:cubicBezTo>
                        <a:pt x="347592" y="1253303"/>
                        <a:pt x="335809" y="1421364"/>
                        <a:pt x="313422" y="1582835"/>
                      </a:cubicBezTo>
                      <a:cubicBezTo>
                        <a:pt x="299485" y="1701791"/>
                        <a:pt x="284150" y="1820641"/>
                        <a:pt x="260592" y="1938131"/>
                      </a:cubicBezTo>
                      <a:cubicBezTo>
                        <a:pt x="259503" y="1943528"/>
                        <a:pt x="265089" y="1946657"/>
                        <a:pt x="268883" y="1944994"/>
                      </a:cubicBezTo>
                      <a:cubicBezTo>
                        <a:pt x="330156" y="1972067"/>
                        <a:pt x="394142" y="1993147"/>
                        <a:pt x="457917" y="2013364"/>
                      </a:cubicBezTo>
                      <a:cubicBezTo>
                        <a:pt x="405487" y="2251058"/>
                        <a:pt x="449603" y="2383120"/>
                        <a:pt x="535350" y="2600694"/>
                      </a:cubicBezTo>
                      <a:cubicBezTo>
                        <a:pt x="544072" y="2625937"/>
                        <a:pt x="552060" y="2651454"/>
                        <a:pt x="558508" y="2677385"/>
                      </a:cubicBezTo>
                      <a:cubicBezTo>
                        <a:pt x="565559" y="2701873"/>
                        <a:pt x="566527" y="2728591"/>
                        <a:pt x="576428" y="2751998"/>
                      </a:cubicBezTo>
                      <a:cubicBezTo>
                        <a:pt x="514686" y="2817972"/>
                        <a:pt x="580275" y="2857191"/>
                        <a:pt x="594333" y="2922108"/>
                      </a:cubicBezTo>
                      <a:cubicBezTo>
                        <a:pt x="598731" y="2940647"/>
                        <a:pt x="599812" y="2959709"/>
                        <a:pt x="599714" y="2978717"/>
                      </a:cubicBezTo>
                      <a:cubicBezTo>
                        <a:pt x="599691" y="2983736"/>
                        <a:pt x="603561" y="2988074"/>
                        <a:pt x="608383" y="2988913"/>
                      </a:cubicBezTo>
                      <a:cubicBezTo>
                        <a:pt x="618125" y="2999812"/>
                        <a:pt x="644367" y="3005405"/>
                        <a:pt x="648683" y="2987258"/>
                      </a:cubicBezTo>
                      <a:cubicBezTo>
                        <a:pt x="649726" y="2986464"/>
                        <a:pt x="650398" y="2985180"/>
                        <a:pt x="650255" y="2983350"/>
                      </a:cubicBezTo>
                      <a:cubicBezTo>
                        <a:pt x="648615" y="2963389"/>
                        <a:pt x="647572" y="2943383"/>
                        <a:pt x="646211" y="2923407"/>
                      </a:cubicBezTo>
                      <a:cubicBezTo>
                        <a:pt x="680343" y="2953549"/>
                        <a:pt x="692368" y="3001104"/>
                        <a:pt x="728775" y="3028737"/>
                      </a:cubicBezTo>
                      <a:cubicBezTo>
                        <a:pt x="796412" y="3071938"/>
                        <a:pt x="891175" y="3049514"/>
                        <a:pt x="955011" y="3009275"/>
                      </a:cubicBezTo>
                      <a:cubicBezTo>
                        <a:pt x="965418" y="3007808"/>
                        <a:pt x="963559" y="2996517"/>
                        <a:pt x="959697" y="2989261"/>
                      </a:cubicBezTo>
                      <a:cubicBezTo>
                        <a:pt x="989377" y="3025267"/>
                        <a:pt x="1118378" y="3042076"/>
                        <a:pt x="1148414" y="3001187"/>
                      </a:cubicBezTo>
                      <a:cubicBezTo>
                        <a:pt x="1176681" y="2953103"/>
                        <a:pt x="1130841" y="2902457"/>
                        <a:pt x="1085183" y="2889154"/>
                      </a:cubicBezTo>
                      <a:cubicBezTo>
                        <a:pt x="1081132" y="2887680"/>
                        <a:pt x="1077875" y="2889018"/>
                        <a:pt x="1075841" y="2891543"/>
                      </a:cubicBezTo>
                      <a:cubicBezTo>
                        <a:pt x="1075622" y="2891573"/>
                        <a:pt x="1075055" y="2891679"/>
                        <a:pt x="1074421" y="2891792"/>
                      </a:cubicBezTo>
                      <a:cubicBezTo>
                        <a:pt x="1063424" y="2844834"/>
                        <a:pt x="1054301" y="2797339"/>
                        <a:pt x="1054112" y="2748922"/>
                      </a:cubicBezTo>
                      <a:cubicBezTo>
                        <a:pt x="1077262" y="2510617"/>
                        <a:pt x="1143146" y="2277042"/>
                        <a:pt x="1179629" y="2040150"/>
                      </a:cubicBezTo>
                      <a:cubicBezTo>
                        <a:pt x="1191215" y="2034315"/>
                        <a:pt x="1202545" y="2027725"/>
                        <a:pt x="1213186" y="2020008"/>
                      </a:cubicBezTo>
                      <a:cubicBezTo>
                        <a:pt x="1223367" y="2016297"/>
                        <a:pt x="1224690" y="2001498"/>
                        <a:pt x="1225801" y="1992648"/>
                      </a:cubicBezTo>
                      <a:cubicBezTo>
                        <a:pt x="1226481" y="1981726"/>
                        <a:pt x="1227025" y="1970805"/>
                        <a:pt x="1227600" y="1959876"/>
                      </a:cubicBezTo>
                      <a:lnTo>
                        <a:pt x="1227781" y="1958848"/>
                      </a:lnTo>
                      <a:cubicBezTo>
                        <a:pt x="1248996" y="1952295"/>
                        <a:pt x="1271104" y="1946732"/>
                        <a:pt x="1287218" y="1930740"/>
                      </a:cubicBezTo>
                      <a:cubicBezTo>
                        <a:pt x="1290483" y="1930604"/>
                        <a:pt x="1293967" y="1928238"/>
                        <a:pt x="1294118" y="1924459"/>
                      </a:cubicBezTo>
                      <a:cubicBezTo>
                        <a:pt x="1296272" y="1871076"/>
                        <a:pt x="1291004" y="1817248"/>
                        <a:pt x="1285615" y="1764160"/>
                      </a:cubicBezTo>
                      <a:cubicBezTo>
                        <a:pt x="1262760" y="1543321"/>
                        <a:pt x="1221425" y="1323926"/>
                        <a:pt x="1154815" y="1111968"/>
                      </a:cubicBezTo>
                      <a:cubicBezTo>
                        <a:pt x="1164346" y="1112920"/>
                        <a:pt x="1178011" y="1109904"/>
                        <a:pt x="1174814" y="1096058"/>
                      </a:cubicBezTo>
                      <a:cubicBezTo>
                        <a:pt x="1147091" y="994697"/>
                        <a:pt x="1110457" y="895989"/>
                        <a:pt x="1086090" y="793698"/>
                      </a:cubicBezTo>
                      <a:cubicBezTo>
                        <a:pt x="1096739" y="803229"/>
                        <a:pt x="1157741" y="834013"/>
                        <a:pt x="1167347" y="821451"/>
                      </a:cubicBezTo>
                      <a:cubicBezTo>
                        <a:pt x="1198871" y="820325"/>
                        <a:pt x="1229255" y="786442"/>
                        <a:pt x="1253410" y="767706"/>
                      </a:cubicBezTo>
                      <a:cubicBezTo>
                        <a:pt x="1362246" y="667252"/>
                        <a:pt x="1435340" y="535832"/>
                        <a:pt x="1518063" y="414699"/>
                      </a:cubicBezTo>
                      <a:cubicBezTo>
                        <a:pt x="1589177" y="455943"/>
                        <a:pt x="1678324" y="473108"/>
                        <a:pt x="1758886" y="454303"/>
                      </a:cubicBezTo>
                      <a:cubicBezTo>
                        <a:pt x="1770669" y="451023"/>
                        <a:pt x="1783956" y="446095"/>
                        <a:pt x="1792186" y="436542"/>
                      </a:cubicBezTo>
                      <a:cubicBezTo>
                        <a:pt x="1798664" y="429044"/>
                        <a:pt x="1796593" y="416982"/>
                        <a:pt x="1785679" y="415334"/>
                      </a:cubicBezTo>
                      <a:close/>
                      <a:moveTo>
                        <a:pt x="1632417" y="360417"/>
                      </a:moveTo>
                      <a:cubicBezTo>
                        <a:pt x="1639514" y="363259"/>
                        <a:pt x="1657676" y="367234"/>
                        <a:pt x="1660064" y="374551"/>
                      </a:cubicBezTo>
                      <a:cubicBezTo>
                        <a:pt x="1658772" y="376826"/>
                        <a:pt x="1651440" y="376773"/>
                        <a:pt x="1649445" y="378118"/>
                      </a:cubicBezTo>
                      <a:cubicBezTo>
                        <a:pt x="1637586" y="369729"/>
                        <a:pt x="1625063" y="362284"/>
                        <a:pt x="1612720" y="354635"/>
                      </a:cubicBezTo>
                      <a:cubicBezTo>
                        <a:pt x="1619341" y="356381"/>
                        <a:pt x="1625909" y="358293"/>
                        <a:pt x="1632417" y="360417"/>
                      </a:cubicBezTo>
                      <a:close/>
                      <a:moveTo>
                        <a:pt x="872212" y="358369"/>
                      </a:moveTo>
                      <a:cubicBezTo>
                        <a:pt x="893435" y="356192"/>
                        <a:pt x="915361" y="357742"/>
                        <a:pt x="936274" y="353441"/>
                      </a:cubicBezTo>
                      <a:cubicBezTo>
                        <a:pt x="961488" y="409688"/>
                        <a:pt x="964647" y="471505"/>
                        <a:pt x="967769" y="532159"/>
                      </a:cubicBezTo>
                      <a:cubicBezTo>
                        <a:pt x="975553" y="607815"/>
                        <a:pt x="1005226" y="679450"/>
                        <a:pt x="1005642" y="756233"/>
                      </a:cubicBezTo>
                      <a:cubicBezTo>
                        <a:pt x="1009383" y="860579"/>
                        <a:pt x="1006390" y="967314"/>
                        <a:pt x="1038202" y="1067655"/>
                      </a:cubicBezTo>
                      <a:cubicBezTo>
                        <a:pt x="1037265" y="1067776"/>
                        <a:pt x="1036252" y="1067904"/>
                        <a:pt x="1035179" y="1068048"/>
                      </a:cubicBezTo>
                      <a:cubicBezTo>
                        <a:pt x="1035345" y="1066015"/>
                        <a:pt x="1033728" y="1063778"/>
                        <a:pt x="1031415" y="1063657"/>
                      </a:cubicBezTo>
                      <a:cubicBezTo>
                        <a:pt x="1028626" y="1063513"/>
                        <a:pt x="1026540" y="1062976"/>
                        <a:pt x="1023706" y="1063400"/>
                      </a:cubicBezTo>
                      <a:cubicBezTo>
                        <a:pt x="983633" y="1071532"/>
                        <a:pt x="942683" y="1073399"/>
                        <a:pt x="901938" y="1070361"/>
                      </a:cubicBezTo>
                      <a:cubicBezTo>
                        <a:pt x="866468" y="935555"/>
                        <a:pt x="820319" y="803667"/>
                        <a:pt x="814824" y="662868"/>
                      </a:cubicBezTo>
                      <a:cubicBezTo>
                        <a:pt x="804250" y="553979"/>
                        <a:pt x="794561" y="434781"/>
                        <a:pt x="710742" y="354802"/>
                      </a:cubicBezTo>
                      <a:cubicBezTo>
                        <a:pt x="763497" y="367182"/>
                        <a:pt x="818573" y="361385"/>
                        <a:pt x="872212" y="358369"/>
                      </a:cubicBezTo>
                      <a:close/>
                      <a:moveTo>
                        <a:pt x="897056" y="2363567"/>
                      </a:moveTo>
                      <a:cubicBezTo>
                        <a:pt x="906511" y="2481662"/>
                        <a:pt x="890412" y="2599250"/>
                        <a:pt x="878145" y="2716422"/>
                      </a:cubicBezTo>
                      <a:cubicBezTo>
                        <a:pt x="839214" y="2754455"/>
                        <a:pt x="865999" y="2812674"/>
                        <a:pt x="870285" y="2858922"/>
                      </a:cubicBezTo>
                      <a:cubicBezTo>
                        <a:pt x="871872" y="2874718"/>
                        <a:pt x="872401" y="2890318"/>
                        <a:pt x="871887" y="2906266"/>
                      </a:cubicBezTo>
                      <a:cubicBezTo>
                        <a:pt x="821611" y="2856428"/>
                        <a:pt x="794221" y="2789826"/>
                        <a:pt x="756264" y="2731478"/>
                      </a:cubicBezTo>
                      <a:cubicBezTo>
                        <a:pt x="735177" y="2513904"/>
                        <a:pt x="703554" y="2293360"/>
                        <a:pt x="712873" y="2072960"/>
                      </a:cubicBezTo>
                      <a:cubicBezTo>
                        <a:pt x="777109" y="2082838"/>
                        <a:pt x="842018" y="2088922"/>
                        <a:pt x="907055" y="2089066"/>
                      </a:cubicBezTo>
                      <a:cubicBezTo>
                        <a:pt x="906034" y="2091016"/>
                        <a:pt x="906745" y="2089890"/>
                        <a:pt x="907138" y="2089066"/>
                      </a:cubicBezTo>
                      <a:lnTo>
                        <a:pt x="907138" y="2089066"/>
                      </a:lnTo>
                      <a:cubicBezTo>
                        <a:pt x="896338" y="2112050"/>
                        <a:pt x="895121" y="2138307"/>
                        <a:pt x="892861" y="2163248"/>
                      </a:cubicBezTo>
                      <a:cubicBezTo>
                        <a:pt x="888485" y="2230031"/>
                        <a:pt x="892203" y="2296928"/>
                        <a:pt x="897056" y="2363567"/>
                      </a:cubicBezTo>
                      <a:close/>
                      <a:moveTo>
                        <a:pt x="420520" y="954828"/>
                      </a:moveTo>
                      <a:cubicBezTo>
                        <a:pt x="411851" y="952833"/>
                        <a:pt x="402857" y="953044"/>
                        <a:pt x="393991" y="952614"/>
                      </a:cubicBezTo>
                      <a:cubicBezTo>
                        <a:pt x="235204" y="942320"/>
                        <a:pt x="60114" y="839371"/>
                        <a:pt x="13133" y="681015"/>
                      </a:cubicBezTo>
                      <a:cubicBezTo>
                        <a:pt x="34069" y="603908"/>
                        <a:pt x="59154" y="527458"/>
                        <a:pt x="98638" y="457568"/>
                      </a:cubicBezTo>
                      <a:cubicBezTo>
                        <a:pt x="127970" y="537253"/>
                        <a:pt x="248461" y="578422"/>
                        <a:pt x="327556" y="573509"/>
                      </a:cubicBezTo>
                      <a:cubicBezTo>
                        <a:pt x="287362" y="620377"/>
                        <a:pt x="237539" y="657267"/>
                        <a:pt x="191390" y="697491"/>
                      </a:cubicBezTo>
                      <a:cubicBezTo>
                        <a:pt x="159903" y="677009"/>
                        <a:pt x="124222" y="661545"/>
                        <a:pt x="86288" y="659867"/>
                      </a:cubicBezTo>
                      <a:cubicBezTo>
                        <a:pt x="80324" y="659588"/>
                        <a:pt x="80559" y="668400"/>
                        <a:pt x="86288" y="668998"/>
                      </a:cubicBezTo>
                      <a:cubicBezTo>
                        <a:pt x="224797" y="682269"/>
                        <a:pt x="287234" y="838888"/>
                        <a:pt x="415630" y="872120"/>
                      </a:cubicBezTo>
                      <a:cubicBezTo>
                        <a:pt x="431547" y="893117"/>
                        <a:pt x="462656" y="783895"/>
                        <a:pt x="463669" y="772702"/>
                      </a:cubicBezTo>
                      <a:cubicBezTo>
                        <a:pt x="465778" y="761485"/>
                        <a:pt x="465989" y="749257"/>
                        <a:pt x="474568" y="740693"/>
                      </a:cubicBezTo>
                      <a:cubicBezTo>
                        <a:pt x="495579" y="717384"/>
                        <a:pt x="518299" y="691271"/>
                        <a:pt x="549589" y="682534"/>
                      </a:cubicBezTo>
                      <a:cubicBezTo>
                        <a:pt x="561644" y="679617"/>
                        <a:pt x="566663" y="686366"/>
                        <a:pt x="554222" y="693032"/>
                      </a:cubicBezTo>
                      <a:cubicBezTo>
                        <a:pt x="537352" y="703606"/>
                        <a:pt x="521722" y="716485"/>
                        <a:pt x="509985" y="732697"/>
                      </a:cubicBezTo>
                      <a:cubicBezTo>
                        <a:pt x="496146" y="741147"/>
                        <a:pt x="484484" y="752665"/>
                        <a:pt x="478445" y="767615"/>
                      </a:cubicBezTo>
                      <a:cubicBezTo>
                        <a:pt x="477024" y="771137"/>
                        <a:pt x="482284" y="773858"/>
                        <a:pt x="484688" y="771250"/>
                      </a:cubicBezTo>
                      <a:cubicBezTo>
                        <a:pt x="494476" y="760654"/>
                        <a:pt x="503235" y="749967"/>
                        <a:pt x="515608" y="742137"/>
                      </a:cubicBezTo>
                      <a:cubicBezTo>
                        <a:pt x="535478" y="730890"/>
                        <a:pt x="577886" y="714452"/>
                        <a:pt x="594892" y="736423"/>
                      </a:cubicBezTo>
                      <a:cubicBezTo>
                        <a:pt x="553428" y="742643"/>
                        <a:pt x="505956" y="753376"/>
                        <a:pt x="479518" y="788694"/>
                      </a:cubicBezTo>
                      <a:cubicBezTo>
                        <a:pt x="477326" y="791808"/>
                        <a:pt x="482156" y="795398"/>
                        <a:pt x="484733" y="792723"/>
                      </a:cubicBezTo>
                      <a:cubicBezTo>
                        <a:pt x="514663" y="764153"/>
                        <a:pt x="562218" y="749022"/>
                        <a:pt x="602888" y="748342"/>
                      </a:cubicBezTo>
                      <a:cubicBezTo>
                        <a:pt x="580622" y="773140"/>
                        <a:pt x="544971" y="777902"/>
                        <a:pt x="517422" y="794998"/>
                      </a:cubicBezTo>
                      <a:cubicBezTo>
                        <a:pt x="505208" y="800651"/>
                        <a:pt x="496909" y="811081"/>
                        <a:pt x="485927" y="818042"/>
                      </a:cubicBezTo>
                      <a:cubicBezTo>
                        <a:pt x="482148" y="820257"/>
                        <a:pt x="483509" y="827142"/>
                        <a:pt x="488286" y="826742"/>
                      </a:cubicBezTo>
                      <a:cubicBezTo>
                        <a:pt x="516568" y="824988"/>
                        <a:pt x="544805" y="809660"/>
                        <a:pt x="573306" y="819879"/>
                      </a:cubicBezTo>
                      <a:cubicBezTo>
                        <a:pt x="477712" y="868235"/>
                        <a:pt x="474326" y="851056"/>
                        <a:pt x="420520" y="954828"/>
                      </a:cubicBezTo>
                      <a:close/>
                      <a:moveTo>
                        <a:pt x="457010" y="742923"/>
                      </a:moveTo>
                      <a:cubicBezTo>
                        <a:pt x="451440" y="753648"/>
                        <a:pt x="450979" y="767237"/>
                        <a:pt x="448251" y="778816"/>
                      </a:cubicBezTo>
                      <a:cubicBezTo>
                        <a:pt x="441804" y="808202"/>
                        <a:pt x="429696" y="835781"/>
                        <a:pt x="415857" y="862325"/>
                      </a:cubicBezTo>
                      <a:cubicBezTo>
                        <a:pt x="326135" y="836613"/>
                        <a:pt x="274309" y="749990"/>
                        <a:pt x="197867" y="701769"/>
                      </a:cubicBezTo>
                      <a:cubicBezTo>
                        <a:pt x="264945" y="664228"/>
                        <a:pt x="320535" y="607301"/>
                        <a:pt x="368649" y="547963"/>
                      </a:cubicBezTo>
                      <a:cubicBezTo>
                        <a:pt x="388678" y="579759"/>
                        <a:pt x="412833" y="609327"/>
                        <a:pt x="430353" y="642884"/>
                      </a:cubicBezTo>
                      <a:cubicBezTo>
                        <a:pt x="436400" y="655960"/>
                        <a:pt x="459996" y="692616"/>
                        <a:pt x="457887" y="704384"/>
                      </a:cubicBezTo>
                      <a:cubicBezTo>
                        <a:pt x="451448" y="716205"/>
                        <a:pt x="448999" y="731246"/>
                        <a:pt x="457010" y="742923"/>
                      </a:cubicBezTo>
                      <a:close/>
                      <a:moveTo>
                        <a:pt x="405086" y="1074578"/>
                      </a:moveTo>
                      <a:cubicBezTo>
                        <a:pt x="407596" y="1067383"/>
                        <a:pt x="410370" y="1060490"/>
                        <a:pt x="412970" y="1053363"/>
                      </a:cubicBezTo>
                      <a:cubicBezTo>
                        <a:pt x="424405" y="1022291"/>
                        <a:pt x="434623" y="989572"/>
                        <a:pt x="431933" y="956196"/>
                      </a:cubicBezTo>
                      <a:cubicBezTo>
                        <a:pt x="453413" y="927748"/>
                        <a:pt x="465815" y="891786"/>
                        <a:pt x="497144" y="872135"/>
                      </a:cubicBezTo>
                      <a:cubicBezTo>
                        <a:pt x="509025" y="859498"/>
                        <a:pt x="612389" y="830793"/>
                        <a:pt x="591204" y="812170"/>
                      </a:cubicBezTo>
                      <a:cubicBezTo>
                        <a:pt x="570313" y="800818"/>
                        <a:pt x="546029" y="800848"/>
                        <a:pt x="523196" y="805201"/>
                      </a:cubicBezTo>
                      <a:cubicBezTo>
                        <a:pt x="534231" y="793547"/>
                        <a:pt x="649000" y="754736"/>
                        <a:pt x="605186" y="737239"/>
                      </a:cubicBezTo>
                      <a:cubicBezTo>
                        <a:pt x="608043" y="727036"/>
                        <a:pt x="591045" y="718102"/>
                        <a:pt x="583358" y="716250"/>
                      </a:cubicBezTo>
                      <a:cubicBezTo>
                        <a:pt x="563859" y="712101"/>
                        <a:pt x="544533" y="717452"/>
                        <a:pt x="526038" y="724580"/>
                      </a:cubicBezTo>
                      <a:cubicBezTo>
                        <a:pt x="532863" y="718382"/>
                        <a:pt x="539990" y="712502"/>
                        <a:pt x="547662" y="707370"/>
                      </a:cubicBezTo>
                      <a:cubicBezTo>
                        <a:pt x="558084" y="701255"/>
                        <a:pt x="580645" y="689563"/>
                        <a:pt x="566149" y="676004"/>
                      </a:cubicBezTo>
                      <a:cubicBezTo>
                        <a:pt x="534178" y="660888"/>
                        <a:pt x="486623" y="709781"/>
                        <a:pt x="465498" y="731064"/>
                      </a:cubicBezTo>
                      <a:cubicBezTo>
                        <a:pt x="464130" y="723975"/>
                        <a:pt x="466004" y="717256"/>
                        <a:pt x="468990" y="710884"/>
                      </a:cubicBezTo>
                      <a:cubicBezTo>
                        <a:pt x="476291" y="693803"/>
                        <a:pt x="446830" y="654297"/>
                        <a:pt x="439030" y="636664"/>
                      </a:cubicBezTo>
                      <a:cubicBezTo>
                        <a:pt x="419031" y="604399"/>
                        <a:pt x="400106" y="569178"/>
                        <a:pt x="372277" y="543126"/>
                      </a:cubicBezTo>
                      <a:cubicBezTo>
                        <a:pt x="379155" y="533361"/>
                        <a:pt x="387000" y="524155"/>
                        <a:pt x="392601" y="513301"/>
                      </a:cubicBezTo>
                      <a:cubicBezTo>
                        <a:pt x="402487" y="504973"/>
                        <a:pt x="409017" y="493220"/>
                        <a:pt x="414013" y="481354"/>
                      </a:cubicBezTo>
                      <a:cubicBezTo>
                        <a:pt x="418290" y="479766"/>
                        <a:pt x="476200" y="394768"/>
                        <a:pt x="455650" y="404465"/>
                      </a:cubicBezTo>
                      <a:cubicBezTo>
                        <a:pt x="443678" y="418425"/>
                        <a:pt x="433747" y="434274"/>
                        <a:pt x="424216" y="450252"/>
                      </a:cubicBezTo>
                      <a:cubicBezTo>
                        <a:pt x="432855" y="414072"/>
                        <a:pt x="433951" y="376259"/>
                        <a:pt x="427693" y="339806"/>
                      </a:cubicBezTo>
                      <a:cubicBezTo>
                        <a:pt x="426854" y="335528"/>
                        <a:pt x="421608" y="300429"/>
                        <a:pt x="415736" y="311675"/>
                      </a:cubicBezTo>
                      <a:cubicBezTo>
                        <a:pt x="424246" y="371943"/>
                        <a:pt x="424367" y="437827"/>
                        <a:pt x="394936" y="492774"/>
                      </a:cubicBezTo>
                      <a:cubicBezTo>
                        <a:pt x="376918" y="516030"/>
                        <a:pt x="357304" y="538319"/>
                        <a:pt x="338417" y="561068"/>
                      </a:cubicBezTo>
                      <a:cubicBezTo>
                        <a:pt x="302803" y="560509"/>
                        <a:pt x="266698" y="560275"/>
                        <a:pt x="232597" y="548409"/>
                      </a:cubicBezTo>
                      <a:cubicBezTo>
                        <a:pt x="183265" y="530481"/>
                        <a:pt x="116792" y="500075"/>
                        <a:pt x="106951" y="442815"/>
                      </a:cubicBezTo>
                      <a:cubicBezTo>
                        <a:pt x="184089" y="308191"/>
                        <a:pt x="302063" y="191472"/>
                        <a:pt x="451667" y="142465"/>
                      </a:cubicBezTo>
                      <a:cubicBezTo>
                        <a:pt x="533891" y="205983"/>
                        <a:pt x="614936" y="271361"/>
                        <a:pt x="684946" y="348604"/>
                      </a:cubicBezTo>
                      <a:cubicBezTo>
                        <a:pt x="736182" y="398313"/>
                        <a:pt x="773292" y="460667"/>
                        <a:pt x="782695" y="532204"/>
                      </a:cubicBezTo>
                      <a:cubicBezTo>
                        <a:pt x="803396" y="642393"/>
                        <a:pt x="801839" y="755855"/>
                        <a:pt x="828632" y="865031"/>
                      </a:cubicBezTo>
                      <a:cubicBezTo>
                        <a:pt x="847966" y="943627"/>
                        <a:pt x="878584" y="1019351"/>
                        <a:pt x="891621" y="1099489"/>
                      </a:cubicBezTo>
                      <a:cubicBezTo>
                        <a:pt x="761411" y="1139532"/>
                        <a:pt x="621897" y="1129495"/>
                        <a:pt x="490220" y="1101689"/>
                      </a:cubicBezTo>
                      <a:cubicBezTo>
                        <a:pt x="460797" y="1096307"/>
                        <a:pt x="432016" y="1087729"/>
                        <a:pt x="405086" y="1074578"/>
                      </a:cubicBezTo>
                      <a:close/>
                      <a:moveTo>
                        <a:pt x="566829" y="2613822"/>
                      </a:moveTo>
                      <a:cubicBezTo>
                        <a:pt x="461273" y="2325036"/>
                        <a:pt x="447185" y="2329004"/>
                        <a:pt x="469761" y="2016985"/>
                      </a:cubicBezTo>
                      <a:cubicBezTo>
                        <a:pt x="546596" y="2040263"/>
                        <a:pt x="624920" y="2058849"/>
                        <a:pt x="704212" y="2071592"/>
                      </a:cubicBezTo>
                      <a:cubicBezTo>
                        <a:pt x="690244" y="2291244"/>
                        <a:pt x="713992" y="2515590"/>
                        <a:pt x="745577" y="2732287"/>
                      </a:cubicBezTo>
                      <a:cubicBezTo>
                        <a:pt x="763935" y="2799433"/>
                        <a:pt x="815255" y="2874439"/>
                        <a:pt x="864261" y="2923740"/>
                      </a:cubicBezTo>
                      <a:cubicBezTo>
                        <a:pt x="826471" y="2944449"/>
                        <a:pt x="783420" y="2957902"/>
                        <a:pt x="740135" y="2958023"/>
                      </a:cubicBezTo>
                      <a:cubicBezTo>
                        <a:pt x="733121" y="2957124"/>
                        <a:pt x="729078" y="2952219"/>
                        <a:pt x="724702" y="2947185"/>
                      </a:cubicBezTo>
                      <a:cubicBezTo>
                        <a:pt x="672037" y="2889827"/>
                        <a:pt x="625782" y="2826800"/>
                        <a:pt x="589065" y="2758528"/>
                      </a:cubicBezTo>
                      <a:cubicBezTo>
                        <a:pt x="589987" y="2757493"/>
                        <a:pt x="590486" y="2756389"/>
                        <a:pt x="590652" y="2755301"/>
                      </a:cubicBezTo>
                      <a:cubicBezTo>
                        <a:pt x="603674" y="2723013"/>
                        <a:pt x="576541" y="2648332"/>
                        <a:pt x="566829" y="2613822"/>
                      </a:cubicBezTo>
                      <a:close/>
                      <a:moveTo>
                        <a:pt x="929638" y="3002918"/>
                      </a:moveTo>
                      <a:cubicBezTo>
                        <a:pt x="871955" y="3027504"/>
                        <a:pt x="799118" y="3047775"/>
                        <a:pt x="741299" y="3013734"/>
                      </a:cubicBezTo>
                      <a:cubicBezTo>
                        <a:pt x="701438" y="2986200"/>
                        <a:pt x="694084" y="2926204"/>
                        <a:pt x="646831" y="2906870"/>
                      </a:cubicBezTo>
                      <a:cubicBezTo>
                        <a:pt x="646778" y="2904210"/>
                        <a:pt x="645297" y="2900862"/>
                        <a:pt x="642175" y="2901005"/>
                      </a:cubicBezTo>
                      <a:cubicBezTo>
                        <a:pt x="627739" y="2902101"/>
                        <a:pt x="633022" y="2925350"/>
                        <a:pt x="634217" y="2934306"/>
                      </a:cubicBezTo>
                      <a:cubicBezTo>
                        <a:pt x="636159" y="2948954"/>
                        <a:pt x="637897" y="2963609"/>
                        <a:pt x="639545" y="2978294"/>
                      </a:cubicBezTo>
                      <a:cubicBezTo>
                        <a:pt x="632871" y="2977750"/>
                        <a:pt x="626742" y="2979420"/>
                        <a:pt x="620597" y="2977304"/>
                      </a:cubicBezTo>
                      <a:cubicBezTo>
                        <a:pt x="624247" y="2945152"/>
                        <a:pt x="617014" y="2911874"/>
                        <a:pt x="604362" y="2882352"/>
                      </a:cubicBezTo>
                      <a:cubicBezTo>
                        <a:pt x="586178" y="2844086"/>
                        <a:pt x="550247" y="2804187"/>
                        <a:pt x="584764" y="2763056"/>
                      </a:cubicBezTo>
                      <a:cubicBezTo>
                        <a:pt x="600266" y="2812289"/>
                        <a:pt x="634292" y="2853798"/>
                        <a:pt x="665424" y="2894082"/>
                      </a:cubicBezTo>
                      <a:cubicBezTo>
                        <a:pt x="686685" y="2917935"/>
                        <a:pt x="705134" y="2945817"/>
                        <a:pt x="730015" y="2965808"/>
                      </a:cubicBezTo>
                      <a:cubicBezTo>
                        <a:pt x="773239" y="2975188"/>
                        <a:pt x="835684" y="2954630"/>
                        <a:pt x="872673" y="2931714"/>
                      </a:cubicBezTo>
                      <a:cubicBezTo>
                        <a:pt x="893964" y="2955189"/>
                        <a:pt x="929608" y="2966957"/>
                        <a:pt x="943726" y="2996139"/>
                      </a:cubicBezTo>
                      <a:cubicBezTo>
                        <a:pt x="938859" y="2997968"/>
                        <a:pt x="934400" y="3000764"/>
                        <a:pt x="929638" y="3002918"/>
                      </a:cubicBezTo>
                      <a:close/>
                      <a:moveTo>
                        <a:pt x="923879" y="2950654"/>
                      </a:moveTo>
                      <a:cubicBezTo>
                        <a:pt x="918785" y="2946905"/>
                        <a:pt x="913774" y="2943104"/>
                        <a:pt x="908839" y="2939234"/>
                      </a:cubicBezTo>
                      <a:cubicBezTo>
                        <a:pt x="913789" y="2916182"/>
                        <a:pt x="918339" y="2892971"/>
                        <a:pt x="927953" y="2871257"/>
                      </a:cubicBezTo>
                      <a:cubicBezTo>
                        <a:pt x="937023" y="2897498"/>
                        <a:pt x="945011" y="2923967"/>
                        <a:pt x="949637" y="2951342"/>
                      </a:cubicBezTo>
                      <a:cubicBezTo>
                        <a:pt x="951443" y="2961628"/>
                        <a:pt x="952078" y="2972512"/>
                        <a:pt x="955903" y="2982020"/>
                      </a:cubicBezTo>
                      <a:cubicBezTo>
                        <a:pt x="948095" y="2969338"/>
                        <a:pt x="935927" y="2959512"/>
                        <a:pt x="923879" y="2950654"/>
                      </a:cubicBezTo>
                      <a:close/>
                      <a:moveTo>
                        <a:pt x="1075857" y="2891565"/>
                      </a:moveTo>
                      <a:cubicBezTo>
                        <a:pt x="1075834" y="2891596"/>
                        <a:pt x="1075811" y="2891618"/>
                        <a:pt x="1075796" y="2891649"/>
                      </a:cubicBezTo>
                      <a:cubicBezTo>
                        <a:pt x="1075494" y="2891671"/>
                        <a:pt x="1075191" y="2891701"/>
                        <a:pt x="1074874" y="2891769"/>
                      </a:cubicBezTo>
                      <a:cubicBezTo>
                        <a:pt x="1075411" y="2891664"/>
                        <a:pt x="1075713" y="2891596"/>
                        <a:pt x="1075857" y="2891565"/>
                      </a:cubicBezTo>
                      <a:close/>
                      <a:moveTo>
                        <a:pt x="1151913" y="2086851"/>
                      </a:moveTo>
                      <a:cubicBezTo>
                        <a:pt x="1117690" y="2243228"/>
                        <a:pt x="1089325" y="2400866"/>
                        <a:pt x="1058594" y="2557953"/>
                      </a:cubicBezTo>
                      <a:cubicBezTo>
                        <a:pt x="1048708" y="2618840"/>
                        <a:pt x="1038384" y="2680151"/>
                        <a:pt x="1036192" y="2741886"/>
                      </a:cubicBezTo>
                      <a:cubicBezTo>
                        <a:pt x="1036139" y="2745385"/>
                        <a:pt x="1038028" y="2748559"/>
                        <a:pt x="1040795" y="2750464"/>
                      </a:cubicBezTo>
                      <a:cubicBezTo>
                        <a:pt x="1044415" y="2798692"/>
                        <a:pt x="1048965" y="2847759"/>
                        <a:pt x="1065253" y="2893606"/>
                      </a:cubicBezTo>
                      <a:cubicBezTo>
                        <a:pt x="1045828" y="2897506"/>
                        <a:pt x="1026389" y="2901315"/>
                        <a:pt x="1006995" y="2905351"/>
                      </a:cubicBezTo>
                      <a:cubicBezTo>
                        <a:pt x="997857" y="2906591"/>
                        <a:pt x="986724" y="2912426"/>
                        <a:pt x="982258" y="2901489"/>
                      </a:cubicBezTo>
                      <a:cubicBezTo>
                        <a:pt x="965002" y="2862633"/>
                        <a:pt x="953076" y="2821298"/>
                        <a:pt x="937279" y="2781762"/>
                      </a:cubicBezTo>
                      <a:cubicBezTo>
                        <a:pt x="931157" y="2767764"/>
                        <a:pt x="927938" y="2751900"/>
                        <a:pt x="919072" y="2739331"/>
                      </a:cubicBezTo>
                      <a:cubicBezTo>
                        <a:pt x="907471" y="2734169"/>
                        <a:pt x="917001" y="2757364"/>
                        <a:pt x="918415" y="2761801"/>
                      </a:cubicBezTo>
                      <a:cubicBezTo>
                        <a:pt x="935632" y="2810067"/>
                        <a:pt x="951647" y="2858990"/>
                        <a:pt x="970588" y="2906545"/>
                      </a:cubicBezTo>
                      <a:cubicBezTo>
                        <a:pt x="976581" y="2918623"/>
                        <a:pt x="988629" y="2922236"/>
                        <a:pt x="1001062" y="2918253"/>
                      </a:cubicBezTo>
                      <a:cubicBezTo>
                        <a:pt x="1026140" y="2914731"/>
                        <a:pt x="1050990" y="2909909"/>
                        <a:pt x="1075766" y="2904694"/>
                      </a:cubicBezTo>
                      <a:cubicBezTo>
                        <a:pt x="1099196" y="2916137"/>
                        <a:pt x="1127486" y="2927390"/>
                        <a:pt x="1135520" y="2955461"/>
                      </a:cubicBezTo>
                      <a:cubicBezTo>
                        <a:pt x="1139012" y="2966541"/>
                        <a:pt x="1139556" y="2979995"/>
                        <a:pt x="1132519" y="2989903"/>
                      </a:cubicBezTo>
                      <a:cubicBezTo>
                        <a:pt x="1103693" y="3018170"/>
                        <a:pt x="1007237" y="3001051"/>
                        <a:pt x="976445" y="2979216"/>
                      </a:cubicBezTo>
                      <a:cubicBezTo>
                        <a:pt x="967308" y="2969300"/>
                        <a:pt x="969303" y="2953957"/>
                        <a:pt x="965857" y="2941622"/>
                      </a:cubicBezTo>
                      <a:cubicBezTo>
                        <a:pt x="959863" y="2912448"/>
                        <a:pt x="950355" y="2883652"/>
                        <a:pt x="936055" y="2857546"/>
                      </a:cubicBezTo>
                      <a:cubicBezTo>
                        <a:pt x="939199" y="2848930"/>
                        <a:pt x="930764" y="2840012"/>
                        <a:pt x="922118" y="2842362"/>
                      </a:cubicBezTo>
                      <a:cubicBezTo>
                        <a:pt x="905384" y="2846527"/>
                        <a:pt x="892747" y="2909024"/>
                        <a:pt x="892286" y="2925592"/>
                      </a:cubicBezTo>
                      <a:cubicBezTo>
                        <a:pt x="891916" y="2925267"/>
                        <a:pt x="891538" y="2924957"/>
                        <a:pt x="891168" y="2924632"/>
                      </a:cubicBezTo>
                      <a:cubicBezTo>
                        <a:pt x="893254" y="2886055"/>
                        <a:pt x="890646" y="2847237"/>
                        <a:pt x="881773" y="2809470"/>
                      </a:cubicBezTo>
                      <a:cubicBezTo>
                        <a:pt x="875931" y="2783266"/>
                        <a:pt x="874336" y="2755279"/>
                        <a:pt x="886368" y="2730518"/>
                      </a:cubicBezTo>
                      <a:cubicBezTo>
                        <a:pt x="892218" y="2732196"/>
                        <a:pt x="899210" y="2730012"/>
                        <a:pt x="900608" y="2722824"/>
                      </a:cubicBezTo>
                      <a:cubicBezTo>
                        <a:pt x="906337" y="2693431"/>
                        <a:pt x="908355" y="2663116"/>
                        <a:pt x="911529" y="2633337"/>
                      </a:cubicBezTo>
                      <a:cubicBezTo>
                        <a:pt x="920251" y="2552670"/>
                        <a:pt x="926283" y="2471519"/>
                        <a:pt x="922760" y="2390353"/>
                      </a:cubicBezTo>
                      <a:cubicBezTo>
                        <a:pt x="918566" y="2320395"/>
                        <a:pt x="913109" y="2250385"/>
                        <a:pt x="915051" y="2180224"/>
                      </a:cubicBezTo>
                      <a:cubicBezTo>
                        <a:pt x="915240" y="2149032"/>
                        <a:pt x="918226" y="2110395"/>
                        <a:pt x="924665" y="2088952"/>
                      </a:cubicBezTo>
                      <a:cubicBezTo>
                        <a:pt x="1004335" y="2087176"/>
                        <a:pt x="1085856" y="2078681"/>
                        <a:pt x="1160378" y="2048970"/>
                      </a:cubicBezTo>
                      <a:cubicBezTo>
                        <a:pt x="1157045" y="2061350"/>
                        <a:pt x="1154755" y="2074411"/>
                        <a:pt x="1151913" y="2086851"/>
                      </a:cubicBezTo>
                      <a:close/>
                      <a:moveTo>
                        <a:pt x="1149495" y="1100805"/>
                      </a:moveTo>
                      <a:cubicBezTo>
                        <a:pt x="1125112" y="1097948"/>
                        <a:pt x="1100216" y="1098152"/>
                        <a:pt x="1075637" y="1097169"/>
                      </a:cubicBezTo>
                      <a:cubicBezTo>
                        <a:pt x="1072622" y="1097063"/>
                        <a:pt x="1066938" y="1097902"/>
                        <a:pt x="1064587" y="1095642"/>
                      </a:cubicBezTo>
                      <a:cubicBezTo>
                        <a:pt x="1021620" y="991311"/>
                        <a:pt x="1024628" y="876655"/>
                        <a:pt x="1021325" y="765786"/>
                      </a:cubicBezTo>
                      <a:cubicBezTo>
                        <a:pt x="1021892" y="689707"/>
                        <a:pt x="995756" y="618101"/>
                        <a:pt x="984109" y="543874"/>
                      </a:cubicBezTo>
                      <a:cubicBezTo>
                        <a:pt x="979967" y="506099"/>
                        <a:pt x="979219" y="467878"/>
                        <a:pt x="972712" y="430382"/>
                      </a:cubicBezTo>
                      <a:cubicBezTo>
                        <a:pt x="954920" y="327630"/>
                        <a:pt x="891667" y="240728"/>
                        <a:pt x="828217" y="160771"/>
                      </a:cubicBezTo>
                      <a:cubicBezTo>
                        <a:pt x="886232" y="173650"/>
                        <a:pt x="947543" y="191170"/>
                        <a:pt x="993746" y="230041"/>
                      </a:cubicBezTo>
                      <a:cubicBezTo>
                        <a:pt x="1004274" y="240410"/>
                        <a:pt x="1011621" y="253229"/>
                        <a:pt x="1018423" y="266214"/>
                      </a:cubicBezTo>
                      <a:cubicBezTo>
                        <a:pt x="1047869" y="321727"/>
                        <a:pt x="1075274" y="378307"/>
                        <a:pt x="1100647" y="435786"/>
                      </a:cubicBezTo>
                      <a:cubicBezTo>
                        <a:pt x="1087163" y="431493"/>
                        <a:pt x="1073854" y="429929"/>
                        <a:pt x="1060015" y="430828"/>
                      </a:cubicBezTo>
                      <a:cubicBezTo>
                        <a:pt x="1045390" y="380325"/>
                        <a:pt x="1031717" y="329542"/>
                        <a:pt x="1012202" y="280740"/>
                      </a:cubicBezTo>
                      <a:cubicBezTo>
                        <a:pt x="1008907" y="272955"/>
                        <a:pt x="998303" y="278979"/>
                        <a:pt x="999490" y="286099"/>
                      </a:cubicBezTo>
                      <a:cubicBezTo>
                        <a:pt x="1008628" y="340675"/>
                        <a:pt x="1029284" y="392501"/>
                        <a:pt x="1041656" y="446314"/>
                      </a:cubicBezTo>
                      <a:cubicBezTo>
                        <a:pt x="1047778" y="472957"/>
                        <a:pt x="1046282" y="499440"/>
                        <a:pt x="1043584" y="526430"/>
                      </a:cubicBezTo>
                      <a:cubicBezTo>
                        <a:pt x="1019821" y="724746"/>
                        <a:pt x="1104365" y="911777"/>
                        <a:pt x="1149495" y="1100805"/>
                      </a:cubicBezTo>
                      <a:close/>
                      <a:moveTo>
                        <a:pt x="1781537" y="431909"/>
                      </a:moveTo>
                      <a:cubicBezTo>
                        <a:pt x="1775083" y="437305"/>
                        <a:pt x="1766398" y="440706"/>
                        <a:pt x="1757820" y="443133"/>
                      </a:cubicBezTo>
                      <a:cubicBezTo>
                        <a:pt x="1718238" y="449610"/>
                        <a:pt x="1676163" y="445627"/>
                        <a:pt x="1637866" y="433186"/>
                      </a:cubicBezTo>
                      <a:cubicBezTo>
                        <a:pt x="1621843" y="438439"/>
                        <a:pt x="1674712" y="450577"/>
                        <a:pt x="1679103" y="450630"/>
                      </a:cubicBezTo>
                      <a:cubicBezTo>
                        <a:pt x="1622727" y="449028"/>
                        <a:pt x="1570614" y="428304"/>
                        <a:pt x="1520028" y="407519"/>
                      </a:cubicBezTo>
                      <a:cubicBezTo>
                        <a:pt x="1514806" y="394043"/>
                        <a:pt x="1500536" y="418599"/>
                        <a:pt x="1496689" y="423497"/>
                      </a:cubicBezTo>
                      <a:cubicBezTo>
                        <a:pt x="1481543" y="445362"/>
                        <a:pt x="1466805" y="467500"/>
                        <a:pt x="1452157" y="489690"/>
                      </a:cubicBezTo>
                      <a:cubicBezTo>
                        <a:pt x="1378239" y="602592"/>
                        <a:pt x="1303052" y="718707"/>
                        <a:pt x="1193845" y="800939"/>
                      </a:cubicBezTo>
                      <a:cubicBezTo>
                        <a:pt x="1184866" y="807597"/>
                        <a:pt x="1174368" y="813470"/>
                        <a:pt x="1162865" y="812933"/>
                      </a:cubicBezTo>
                      <a:cubicBezTo>
                        <a:pt x="1161285" y="812858"/>
                        <a:pt x="1160152" y="813712"/>
                        <a:pt x="1159517" y="814876"/>
                      </a:cubicBezTo>
                      <a:cubicBezTo>
                        <a:pt x="1132187" y="807680"/>
                        <a:pt x="1105341" y="797711"/>
                        <a:pt x="1082893" y="779942"/>
                      </a:cubicBezTo>
                      <a:cubicBezTo>
                        <a:pt x="1065154" y="701973"/>
                        <a:pt x="1055042" y="621435"/>
                        <a:pt x="1063083" y="541538"/>
                      </a:cubicBezTo>
                      <a:cubicBezTo>
                        <a:pt x="1066719" y="507671"/>
                        <a:pt x="1070385" y="473365"/>
                        <a:pt x="1062093" y="439845"/>
                      </a:cubicBezTo>
                      <a:cubicBezTo>
                        <a:pt x="1078026" y="440260"/>
                        <a:pt x="1094396" y="442437"/>
                        <a:pt x="1107948" y="451409"/>
                      </a:cubicBezTo>
                      <a:cubicBezTo>
                        <a:pt x="1129232" y="495570"/>
                        <a:pt x="1148852" y="540208"/>
                        <a:pt x="1165480" y="586312"/>
                      </a:cubicBezTo>
                      <a:cubicBezTo>
                        <a:pt x="1160008" y="592616"/>
                        <a:pt x="1123669" y="640685"/>
                        <a:pt x="1142133" y="631971"/>
                      </a:cubicBezTo>
                      <a:cubicBezTo>
                        <a:pt x="1234659" y="508842"/>
                        <a:pt x="1377589" y="437026"/>
                        <a:pt x="1494709" y="340184"/>
                      </a:cubicBezTo>
                      <a:cubicBezTo>
                        <a:pt x="1509583" y="324101"/>
                        <a:pt x="1523543" y="324471"/>
                        <a:pt x="1542680" y="332800"/>
                      </a:cubicBezTo>
                      <a:cubicBezTo>
                        <a:pt x="1577636" y="346971"/>
                        <a:pt x="1610491" y="368746"/>
                        <a:pt x="1642582" y="388737"/>
                      </a:cubicBezTo>
                      <a:cubicBezTo>
                        <a:pt x="1668635" y="406446"/>
                        <a:pt x="1703546" y="412711"/>
                        <a:pt x="1734927" y="411819"/>
                      </a:cubicBezTo>
                      <a:cubicBezTo>
                        <a:pt x="1742417" y="411147"/>
                        <a:pt x="1754419" y="410497"/>
                        <a:pt x="1756641" y="419695"/>
                      </a:cubicBezTo>
                      <a:cubicBezTo>
                        <a:pt x="1756429" y="419982"/>
                        <a:pt x="1756286" y="420194"/>
                        <a:pt x="1756180" y="420375"/>
                      </a:cubicBezTo>
                      <a:cubicBezTo>
                        <a:pt x="1723264" y="439943"/>
                        <a:pt x="1684726" y="426565"/>
                        <a:pt x="1649793" y="420609"/>
                      </a:cubicBezTo>
                      <a:cubicBezTo>
                        <a:pt x="1626416" y="428727"/>
                        <a:pt x="1705564" y="442551"/>
                        <a:pt x="1711134" y="441266"/>
                      </a:cubicBezTo>
                      <a:cubicBezTo>
                        <a:pt x="1726862" y="442498"/>
                        <a:pt x="1757230" y="437275"/>
                        <a:pt x="1766512" y="423882"/>
                      </a:cubicBezTo>
                      <a:cubicBezTo>
                        <a:pt x="1766761" y="423935"/>
                        <a:pt x="1767018" y="423988"/>
                        <a:pt x="1767298" y="423996"/>
                      </a:cubicBezTo>
                      <a:cubicBezTo>
                        <a:pt x="1765280" y="423897"/>
                        <a:pt x="1768205" y="424313"/>
                        <a:pt x="1768673" y="424388"/>
                      </a:cubicBezTo>
                      <a:cubicBezTo>
                        <a:pt x="1773783" y="425840"/>
                        <a:pt x="1793041" y="422930"/>
                        <a:pt x="1781537" y="43190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52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802D306D-DFB1-E2AB-918C-AD4FA8039761}"/>
                    </a:ext>
                  </a:extLst>
                </p:cNvPr>
                <p:cNvSpPr/>
                <p:nvPr/>
              </p:nvSpPr>
              <p:spPr>
                <a:xfrm>
                  <a:off x="17499978" y="34685016"/>
                  <a:ext cx="26074" cy="352353"/>
                </a:xfrm>
                <a:custGeom>
                  <a:avLst/>
                  <a:gdLst>
                    <a:gd name="connsiteX0" fmla="*/ 26057 w 26074"/>
                    <a:gd name="connsiteY0" fmla="*/ 346121 h 352353"/>
                    <a:gd name="connsiteX1" fmla="*/ 20207 w 26074"/>
                    <a:gd name="connsiteY1" fmla="*/ 218087 h 352353"/>
                    <a:gd name="connsiteX2" fmla="*/ 13405 w 26074"/>
                    <a:gd name="connsiteY2" fmla="*/ 62656 h 352353"/>
                    <a:gd name="connsiteX3" fmla="*/ 11840 w 26074"/>
                    <a:gd name="connsiteY3" fmla="*/ 28765 h 352353"/>
                    <a:gd name="connsiteX4" fmla="*/ 9323 w 26074"/>
                    <a:gd name="connsiteY4" fmla="*/ 2894 h 352353"/>
                    <a:gd name="connsiteX5" fmla="*/ 1516 w 26074"/>
                    <a:gd name="connsiteY5" fmla="*/ 2894 h 352353"/>
                    <a:gd name="connsiteX6" fmla="*/ 19 w 26074"/>
                    <a:gd name="connsiteY6" fmla="*/ 25152 h 352353"/>
                    <a:gd name="connsiteX7" fmla="*/ 352 w 26074"/>
                    <a:gd name="connsiteY7" fmla="*/ 54183 h 352353"/>
                    <a:gd name="connsiteX8" fmla="*/ 1826 w 26074"/>
                    <a:gd name="connsiteY8" fmla="*/ 127088 h 352353"/>
                    <a:gd name="connsiteX9" fmla="*/ 8885 w 26074"/>
                    <a:gd name="connsiteY9" fmla="*/ 283714 h 352353"/>
                    <a:gd name="connsiteX10" fmla="*/ 13080 w 26074"/>
                    <a:gd name="connsiteY10" fmla="*/ 346121 h 352353"/>
                    <a:gd name="connsiteX11" fmla="*/ 26057 w 26074"/>
                    <a:gd name="connsiteY11" fmla="*/ 346121 h 352353"/>
                    <a:gd name="connsiteX12" fmla="*/ 26057 w 26074"/>
                    <a:gd name="connsiteY12" fmla="*/ 346121 h 352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6074" h="352353">
                      <a:moveTo>
                        <a:pt x="26057" y="346121"/>
                      </a:moveTo>
                      <a:cubicBezTo>
                        <a:pt x="23200" y="303508"/>
                        <a:pt x="22051" y="260752"/>
                        <a:pt x="20207" y="218087"/>
                      </a:cubicBezTo>
                      <a:cubicBezTo>
                        <a:pt x="17970" y="166269"/>
                        <a:pt x="15929" y="114444"/>
                        <a:pt x="13405" y="62656"/>
                      </a:cubicBezTo>
                      <a:cubicBezTo>
                        <a:pt x="12853" y="51356"/>
                        <a:pt x="12324" y="40065"/>
                        <a:pt x="11840" y="28765"/>
                      </a:cubicBezTo>
                      <a:cubicBezTo>
                        <a:pt x="11470" y="20157"/>
                        <a:pt x="11394" y="11299"/>
                        <a:pt x="9323" y="2894"/>
                      </a:cubicBezTo>
                      <a:cubicBezTo>
                        <a:pt x="8394" y="-893"/>
                        <a:pt x="2362" y="-1036"/>
                        <a:pt x="1516" y="2894"/>
                      </a:cubicBezTo>
                      <a:cubicBezTo>
                        <a:pt x="-56" y="10180"/>
                        <a:pt x="-41" y="17730"/>
                        <a:pt x="19" y="25152"/>
                      </a:cubicBezTo>
                      <a:cubicBezTo>
                        <a:pt x="95" y="34827"/>
                        <a:pt x="216" y="44509"/>
                        <a:pt x="352" y="54183"/>
                      </a:cubicBezTo>
                      <a:cubicBezTo>
                        <a:pt x="692" y="78512"/>
                        <a:pt x="904" y="102766"/>
                        <a:pt x="1826" y="127088"/>
                      </a:cubicBezTo>
                      <a:cubicBezTo>
                        <a:pt x="3798" y="179314"/>
                        <a:pt x="5884" y="231540"/>
                        <a:pt x="8885" y="283714"/>
                      </a:cubicBezTo>
                      <a:cubicBezTo>
                        <a:pt x="10079" y="304529"/>
                        <a:pt x="11417" y="325336"/>
                        <a:pt x="13080" y="346121"/>
                      </a:cubicBezTo>
                      <a:cubicBezTo>
                        <a:pt x="13745" y="354366"/>
                        <a:pt x="26616" y="354495"/>
                        <a:pt x="26057" y="346121"/>
                      </a:cubicBezTo>
                      <a:lnTo>
                        <a:pt x="26057" y="3461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52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53" name="Graphic 3" descr="Woman with ponytail hair">
              <a:extLst>
                <a:ext uri="{FF2B5EF4-FFF2-40B4-BE49-F238E27FC236}">
                  <a16:creationId xmlns:a16="http://schemas.microsoft.com/office/drawing/2014/main" id="{495AAA68-EF45-3F49-041F-A71E239E2269}"/>
                </a:ext>
              </a:extLst>
            </p:cNvPr>
            <p:cNvGrpSpPr/>
            <p:nvPr/>
          </p:nvGrpSpPr>
          <p:grpSpPr>
            <a:xfrm>
              <a:off x="16575146" y="32651236"/>
              <a:ext cx="570653" cy="562806"/>
              <a:chOff x="16575146" y="32651236"/>
              <a:chExt cx="570653" cy="562806"/>
            </a:xfrm>
          </p:grpSpPr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3C40E61D-D34E-BAD7-E76D-0273BA46AA96}"/>
                  </a:ext>
                </a:extLst>
              </p:cNvPr>
              <p:cNvSpPr/>
              <p:nvPr/>
            </p:nvSpPr>
            <p:spPr>
              <a:xfrm>
                <a:off x="16689201" y="32765803"/>
                <a:ext cx="446091" cy="417180"/>
              </a:xfrm>
              <a:custGeom>
                <a:avLst/>
                <a:gdLst>
                  <a:gd name="connsiteX0" fmla="*/ 355317 w 446091"/>
                  <a:gd name="connsiteY0" fmla="*/ 7039 h 417180"/>
                  <a:gd name="connsiteX1" fmla="*/ 430595 w 446091"/>
                  <a:gd name="connsiteY1" fmla="*/ 86399 h 417180"/>
                  <a:gd name="connsiteX2" fmla="*/ 440836 w 446091"/>
                  <a:gd name="connsiteY2" fmla="*/ 289816 h 417180"/>
                  <a:gd name="connsiteX3" fmla="*/ 353956 w 446091"/>
                  <a:gd name="connsiteY3" fmla="*/ 405651 h 417180"/>
                  <a:gd name="connsiteX4" fmla="*/ 194965 w 446091"/>
                  <a:gd name="connsiteY4" fmla="*/ 388789 h 417180"/>
                  <a:gd name="connsiteX5" fmla="*/ 93959 w 446091"/>
                  <a:gd name="connsiteY5" fmla="*/ 288818 h 417180"/>
                  <a:gd name="connsiteX6" fmla="*/ 3814 w 446091"/>
                  <a:gd name="connsiteY6" fmla="*/ 152501 h 417180"/>
                  <a:gd name="connsiteX7" fmla="*/ 355317 w 446091"/>
                  <a:gd name="connsiteY7" fmla="*/ 7039 h 417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6091" h="417180">
                    <a:moveTo>
                      <a:pt x="355317" y="7039"/>
                    </a:moveTo>
                    <a:lnTo>
                      <a:pt x="430595" y="86399"/>
                    </a:lnTo>
                    <a:cubicBezTo>
                      <a:pt x="430595" y="86399"/>
                      <a:pt x="457041" y="238913"/>
                      <a:pt x="440836" y="289816"/>
                    </a:cubicBezTo>
                    <a:cubicBezTo>
                      <a:pt x="432333" y="316534"/>
                      <a:pt x="406455" y="380619"/>
                      <a:pt x="353956" y="405651"/>
                    </a:cubicBezTo>
                    <a:cubicBezTo>
                      <a:pt x="306416" y="428325"/>
                      <a:pt x="233625" y="414826"/>
                      <a:pt x="194965" y="388789"/>
                    </a:cubicBezTo>
                    <a:cubicBezTo>
                      <a:pt x="113610" y="334000"/>
                      <a:pt x="93959" y="288818"/>
                      <a:pt x="93959" y="288818"/>
                    </a:cubicBezTo>
                    <a:cubicBezTo>
                      <a:pt x="93959" y="288818"/>
                      <a:pt x="-22269" y="287118"/>
                      <a:pt x="3814" y="152501"/>
                    </a:cubicBezTo>
                    <a:cubicBezTo>
                      <a:pt x="29897" y="17892"/>
                      <a:pt x="280492" y="-16996"/>
                      <a:pt x="355317" y="70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75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5644B3DF-9A51-309D-1A95-64D3F60007F4}"/>
                  </a:ext>
                </a:extLst>
              </p:cNvPr>
              <p:cNvSpPr/>
              <p:nvPr/>
            </p:nvSpPr>
            <p:spPr>
              <a:xfrm>
                <a:off x="16725952" y="32678554"/>
                <a:ext cx="106627" cy="88427"/>
              </a:xfrm>
              <a:custGeom>
                <a:avLst/>
                <a:gdLst>
                  <a:gd name="connsiteX0" fmla="*/ 106034 w 106627"/>
                  <a:gd name="connsiteY0" fmla="*/ 12813 h 88427"/>
                  <a:gd name="connsiteX1" fmla="*/ 83662 w 106627"/>
                  <a:gd name="connsiteY1" fmla="*/ 36243 h 88427"/>
                  <a:gd name="connsiteX2" fmla="*/ 22895 w 106627"/>
                  <a:gd name="connsiteY2" fmla="*/ 88393 h 88427"/>
                  <a:gd name="connsiteX3" fmla="*/ 2035 w 106627"/>
                  <a:gd name="connsiteY3" fmla="*/ 52115 h 88427"/>
                  <a:gd name="connsiteX4" fmla="*/ 53430 w 106627"/>
                  <a:gd name="connsiteY4" fmla="*/ 1778 h 88427"/>
                  <a:gd name="connsiteX5" fmla="*/ 106034 w 106627"/>
                  <a:gd name="connsiteY5" fmla="*/ 12813 h 88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6627" h="88427">
                    <a:moveTo>
                      <a:pt x="106034" y="12813"/>
                    </a:moveTo>
                    <a:cubicBezTo>
                      <a:pt x="108679" y="17839"/>
                      <a:pt x="102708" y="22638"/>
                      <a:pt x="83662" y="36243"/>
                    </a:cubicBezTo>
                    <a:cubicBezTo>
                      <a:pt x="64616" y="49847"/>
                      <a:pt x="44209" y="89754"/>
                      <a:pt x="22895" y="88393"/>
                    </a:cubicBezTo>
                    <a:cubicBezTo>
                      <a:pt x="1581" y="87033"/>
                      <a:pt x="-3407" y="75242"/>
                      <a:pt x="2035" y="52115"/>
                    </a:cubicBezTo>
                    <a:cubicBezTo>
                      <a:pt x="7477" y="28987"/>
                      <a:pt x="26523" y="7220"/>
                      <a:pt x="53430" y="1778"/>
                    </a:cubicBezTo>
                    <a:cubicBezTo>
                      <a:pt x="80102" y="-3619"/>
                      <a:pt x="101499" y="4197"/>
                      <a:pt x="106034" y="12813"/>
                    </a:cubicBezTo>
                    <a:close/>
                  </a:path>
                </a:pathLst>
              </a:custGeom>
              <a:solidFill>
                <a:srgbClr val="72DBDE"/>
              </a:solidFill>
              <a:ln w="75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grpSp>
            <p:nvGrpSpPr>
              <p:cNvPr id="56" name="Graphic 3" descr="Woman with ponytail hair">
                <a:extLst>
                  <a:ext uri="{FF2B5EF4-FFF2-40B4-BE49-F238E27FC236}">
                    <a16:creationId xmlns:a16="http://schemas.microsoft.com/office/drawing/2014/main" id="{EF9467DF-7471-C6FC-7C56-967DB059BAC7}"/>
                  </a:ext>
                </a:extLst>
              </p:cNvPr>
              <p:cNvGrpSpPr/>
              <p:nvPr/>
            </p:nvGrpSpPr>
            <p:grpSpPr>
              <a:xfrm>
                <a:off x="16575146" y="32651236"/>
                <a:ext cx="570653" cy="562806"/>
                <a:chOff x="16575146" y="32651236"/>
                <a:chExt cx="570653" cy="562806"/>
              </a:xfrm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2E0B2E6D-C201-81FC-F8BA-072271BA4D00}"/>
                    </a:ext>
                  </a:extLst>
                </p:cNvPr>
                <p:cNvSpPr/>
                <p:nvPr/>
              </p:nvSpPr>
              <p:spPr>
                <a:xfrm>
                  <a:off x="16735781" y="32960248"/>
                  <a:ext cx="47947" cy="34764"/>
                </a:xfrm>
                <a:custGeom>
                  <a:avLst/>
                  <a:gdLst>
                    <a:gd name="connsiteX0" fmla="*/ 28976 w 47947"/>
                    <a:gd name="connsiteY0" fmla="*/ 6420 h 34764"/>
                    <a:gd name="connsiteX1" fmla="*/ 28220 w 47947"/>
                    <a:gd name="connsiteY1" fmla="*/ 6201 h 34764"/>
                    <a:gd name="connsiteX2" fmla="*/ 1344 w 47947"/>
                    <a:gd name="connsiteY2" fmla="*/ 4 h 34764"/>
                    <a:gd name="connsiteX3" fmla="*/ 1215 w 47947"/>
                    <a:gd name="connsiteY3" fmla="*/ 4 h 34764"/>
                    <a:gd name="connsiteX4" fmla="*/ 573 w 47947"/>
                    <a:gd name="connsiteY4" fmla="*/ 2362 h 34764"/>
                    <a:gd name="connsiteX5" fmla="*/ 21576 w 47947"/>
                    <a:gd name="connsiteY5" fmla="*/ 18612 h 34764"/>
                    <a:gd name="connsiteX6" fmla="*/ 41651 w 47947"/>
                    <a:gd name="connsiteY6" fmla="*/ 34756 h 34764"/>
                    <a:gd name="connsiteX7" fmla="*/ 47803 w 47947"/>
                    <a:gd name="connsiteY7" fmla="*/ 28626 h 34764"/>
                    <a:gd name="connsiteX8" fmla="*/ 28976 w 47947"/>
                    <a:gd name="connsiteY8" fmla="*/ 6420 h 3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7947" h="34764">
                      <a:moveTo>
                        <a:pt x="28976" y="6420"/>
                      </a:moveTo>
                      <a:lnTo>
                        <a:pt x="28220" y="6201"/>
                      </a:lnTo>
                      <a:cubicBezTo>
                        <a:pt x="19468" y="1825"/>
                        <a:pt x="11207" y="-95"/>
                        <a:pt x="1344" y="4"/>
                      </a:cubicBezTo>
                      <a:lnTo>
                        <a:pt x="1215" y="4"/>
                      </a:lnTo>
                      <a:cubicBezTo>
                        <a:pt x="36" y="11"/>
                        <a:pt x="-486" y="1780"/>
                        <a:pt x="573" y="2362"/>
                      </a:cubicBezTo>
                      <a:cubicBezTo>
                        <a:pt x="8048" y="6473"/>
                        <a:pt x="15538" y="12573"/>
                        <a:pt x="21576" y="18612"/>
                      </a:cubicBezTo>
                      <a:cubicBezTo>
                        <a:pt x="27570" y="24590"/>
                        <a:pt x="32392" y="34189"/>
                        <a:pt x="41651" y="34756"/>
                      </a:cubicBezTo>
                      <a:cubicBezTo>
                        <a:pt x="45029" y="34960"/>
                        <a:pt x="47342" y="31695"/>
                        <a:pt x="47803" y="28626"/>
                      </a:cubicBezTo>
                      <a:cubicBezTo>
                        <a:pt x="49443" y="17825"/>
                        <a:pt x="36708" y="10411"/>
                        <a:pt x="28976" y="642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52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6529970E-0DD5-5BCF-F827-D291D101DD90}"/>
                    </a:ext>
                  </a:extLst>
                </p:cNvPr>
                <p:cNvSpPr/>
                <p:nvPr/>
              </p:nvSpPr>
              <p:spPr>
                <a:xfrm>
                  <a:off x="16575146" y="32651236"/>
                  <a:ext cx="570653" cy="562806"/>
                </a:xfrm>
                <a:custGeom>
                  <a:avLst/>
                  <a:gdLst>
                    <a:gd name="connsiteX0" fmla="*/ 570650 w 570653"/>
                    <a:gd name="connsiteY0" fmla="*/ 206256 h 562806"/>
                    <a:gd name="connsiteX1" fmla="*/ 533850 w 570653"/>
                    <a:gd name="connsiteY1" fmla="*/ 102053 h 562806"/>
                    <a:gd name="connsiteX2" fmla="*/ 447877 w 570653"/>
                    <a:gd name="connsiteY2" fmla="*/ 41732 h 562806"/>
                    <a:gd name="connsiteX3" fmla="*/ 436563 w 570653"/>
                    <a:gd name="connsiteY3" fmla="*/ 38694 h 562806"/>
                    <a:gd name="connsiteX4" fmla="*/ 365706 w 570653"/>
                    <a:gd name="connsiteY4" fmla="*/ 22565 h 562806"/>
                    <a:gd name="connsiteX5" fmla="*/ 260573 w 570653"/>
                    <a:gd name="connsiteY5" fmla="*/ 38551 h 562806"/>
                    <a:gd name="connsiteX6" fmla="*/ 228104 w 570653"/>
                    <a:gd name="connsiteY6" fmla="*/ 22792 h 562806"/>
                    <a:gd name="connsiteX7" fmla="*/ 224038 w 570653"/>
                    <a:gd name="connsiteY7" fmla="*/ 22701 h 562806"/>
                    <a:gd name="connsiteX8" fmla="*/ 219782 w 570653"/>
                    <a:gd name="connsiteY8" fmla="*/ 18748 h 562806"/>
                    <a:gd name="connsiteX9" fmla="*/ 156106 w 570653"/>
                    <a:gd name="connsiteY9" fmla="*/ 171 h 562806"/>
                    <a:gd name="connsiteX10" fmla="*/ 90358 w 570653"/>
                    <a:gd name="connsiteY10" fmla="*/ 21258 h 562806"/>
                    <a:gd name="connsiteX11" fmla="*/ 41427 w 570653"/>
                    <a:gd name="connsiteY11" fmla="*/ 59887 h 562806"/>
                    <a:gd name="connsiteX12" fmla="*/ 14702 w 570653"/>
                    <a:gd name="connsiteY12" fmla="*/ 107556 h 562806"/>
                    <a:gd name="connsiteX13" fmla="*/ 27740 w 570653"/>
                    <a:gd name="connsiteY13" fmla="*/ 364915 h 562806"/>
                    <a:gd name="connsiteX14" fmla="*/ 59400 w 570653"/>
                    <a:gd name="connsiteY14" fmla="*/ 531185 h 562806"/>
                    <a:gd name="connsiteX15" fmla="*/ 29894 w 570653"/>
                    <a:gd name="connsiteY15" fmla="*/ 552461 h 562806"/>
                    <a:gd name="connsiteX16" fmla="*/ 34164 w 570653"/>
                    <a:gd name="connsiteY16" fmla="*/ 562770 h 562806"/>
                    <a:gd name="connsiteX17" fmla="*/ 127559 w 570653"/>
                    <a:gd name="connsiteY17" fmla="*/ 505744 h 562806"/>
                    <a:gd name="connsiteX18" fmla="*/ 184864 w 570653"/>
                    <a:gd name="connsiteY18" fmla="*/ 531820 h 562806"/>
                    <a:gd name="connsiteX19" fmla="*/ 189633 w 570653"/>
                    <a:gd name="connsiteY19" fmla="*/ 523513 h 562806"/>
                    <a:gd name="connsiteX20" fmla="*/ 174608 w 570653"/>
                    <a:gd name="connsiteY20" fmla="*/ 497929 h 562806"/>
                    <a:gd name="connsiteX21" fmla="*/ 256545 w 570653"/>
                    <a:gd name="connsiteY21" fmla="*/ 473849 h 562806"/>
                    <a:gd name="connsiteX22" fmla="*/ 264949 w 570653"/>
                    <a:gd name="connsiteY22" fmla="*/ 477613 h 562806"/>
                    <a:gd name="connsiteX23" fmla="*/ 269998 w 570653"/>
                    <a:gd name="connsiteY23" fmla="*/ 472564 h 562806"/>
                    <a:gd name="connsiteX24" fmla="*/ 262962 w 570653"/>
                    <a:gd name="connsiteY24" fmla="*/ 460812 h 562806"/>
                    <a:gd name="connsiteX25" fmla="*/ 253990 w 570653"/>
                    <a:gd name="connsiteY25" fmla="*/ 451137 h 562806"/>
                    <a:gd name="connsiteX26" fmla="*/ 235775 w 570653"/>
                    <a:gd name="connsiteY26" fmla="*/ 427866 h 562806"/>
                    <a:gd name="connsiteX27" fmla="*/ 220259 w 570653"/>
                    <a:gd name="connsiteY27" fmla="*/ 403627 h 562806"/>
                    <a:gd name="connsiteX28" fmla="*/ 213177 w 570653"/>
                    <a:gd name="connsiteY28" fmla="*/ 391028 h 562806"/>
                    <a:gd name="connsiteX29" fmla="*/ 204991 w 570653"/>
                    <a:gd name="connsiteY29" fmla="*/ 380273 h 562806"/>
                    <a:gd name="connsiteX30" fmla="*/ 199429 w 570653"/>
                    <a:gd name="connsiteY30" fmla="*/ 382533 h 562806"/>
                    <a:gd name="connsiteX31" fmla="*/ 186965 w 570653"/>
                    <a:gd name="connsiteY31" fmla="*/ 383462 h 562806"/>
                    <a:gd name="connsiteX32" fmla="*/ 176422 w 570653"/>
                    <a:gd name="connsiteY32" fmla="*/ 383183 h 562806"/>
                    <a:gd name="connsiteX33" fmla="*/ 159787 w 570653"/>
                    <a:gd name="connsiteY33" fmla="*/ 376826 h 562806"/>
                    <a:gd name="connsiteX34" fmla="*/ 143227 w 570653"/>
                    <a:gd name="connsiteY34" fmla="*/ 341409 h 562806"/>
                    <a:gd name="connsiteX35" fmla="*/ 160353 w 570653"/>
                    <a:gd name="connsiteY35" fmla="*/ 301798 h 562806"/>
                    <a:gd name="connsiteX36" fmla="*/ 186285 w 570653"/>
                    <a:gd name="connsiteY36" fmla="*/ 296008 h 562806"/>
                    <a:gd name="connsiteX37" fmla="*/ 189006 w 570653"/>
                    <a:gd name="connsiteY37" fmla="*/ 296726 h 562806"/>
                    <a:gd name="connsiteX38" fmla="*/ 241897 w 570653"/>
                    <a:gd name="connsiteY38" fmla="*/ 352701 h 562806"/>
                    <a:gd name="connsiteX39" fmla="*/ 252123 w 570653"/>
                    <a:gd name="connsiteY39" fmla="*/ 346745 h 562806"/>
                    <a:gd name="connsiteX40" fmla="*/ 244172 w 570653"/>
                    <a:gd name="connsiteY40" fmla="*/ 197799 h 562806"/>
                    <a:gd name="connsiteX41" fmla="*/ 250052 w 570653"/>
                    <a:gd name="connsiteY41" fmla="*/ 236307 h 562806"/>
                    <a:gd name="connsiteX42" fmla="*/ 259304 w 570653"/>
                    <a:gd name="connsiteY42" fmla="*/ 240071 h 562806"/>
                    <a:gd name="connsiteX43" fmla="*/ 376809 w 570653"/>
                    <a:gd name="connsiteY43" fmla="*/ 209877 h 562806"/>
                    <a:gd name="connsiteX44" fmla="*/ 496581 w 570653"/>
                    <a:gd name="connsiteY44" fmla="*/ 214374 h 562806"/>
                    <a:gd name="connsiteX45" fmla="*/ 539723 w 570653"/>
                    <a:gd name="connsiteY45" fmla="*/ 214419 h 562806"/>
                    <a:gd name="connsiteX46" fmla="*/ 540818 w 570653"/>
                    <a:gd name="connsiteY46" fmla="*/ 236655 h 562806"/>
                    <a:gd name="connsiteX47" fmla="*/ 546548 w 570653"/>
                    <a:gd name="connsiteY47" fmla="*/ 267454 h 562806"/>
                    <a:gd name="connsiteX48" fmla="*/ 552722 w 570653"/>
                    <a:gd name="connsiteY48" fmla="*/ 349429 h 562806"/>
                    <a:gd name="connsiteX49" fmla="*/ 487965 w 570653"/>
                    <a:gd name="connsiteY49" fmla="*/ 497536 h 562806"/>
                    <a:gd name="connsiteX50" fmla="*/ 441876 w 570653"/>
                    <a:gd name="connsiteY50" fmla="*/ 521677 h 562806"/>
                    <a:gd name="connsiteX51" fmla="*/ 381578 w 570653"/>
                    <a:gd name="connsiteY51" fmla="*/ 525962 h 562806"/>
                    <a:gd name="connsiteX52" fmla="*/ 380573 w 570653"/>
                    <a:gd name="connsiteY52" fmla="*/ 533399 h 562806"/>
                    <a:gd name="connsiteX53" fmla="*/ 437643 w 570653"/>
                    <a:gd name="connsiteY53" fmla="*/ 535206 h 562806"/>
                    <a:gd name="connsiteX54" fmla="*/ 480173 w 570653"/>
                    <a:gd name="connsiteY54" fmla="*/ 518336 h 562806"/>
                    <a:gd name="connsiteX55" fmla="*/ 540569 w 570653"/>
                    <a:gd name="connsiteY55" fmla="*/ 454818 h 562806"/>
                    <a:gd name="connsiteX56" fmla="*/ 563334 w 570653"/>
                    <a:gd name="connsiteY56" fmla="*/ 282509 h 562806"/>
                    <a:gd name="connsiteX57" fmla="*/ 555579 w 570653"/>
                    <a:gd name="connsiteY57" fmla="*/ 240993 h 562806"/>
                    <a:gd name="connsiteX58" fmla="*/ 552072 w 570653"/>
                    <a:gd name="connsiteY58" fmla="*/ 213640 h 562806"/>
                    <a:gd name="connsiteX59" fmla="*/ 564453 w 570653"/>
                    <a:gd name="connsiteY59" fmla="*/ 212461 h 562806"/>
                    <a:gd name="connsiteX60" fmla="*/ 570650 w 570653"/>
                    <a:gd name="connsiteY60" fmla="*/ 206256 h 562806"/>
                    <a:gd name="connsiteX61" fmla="*/ 240219 w 570653"/>
                    <a:gd name="connsiteY61" fmla="*/ 35527 h 562806"/>
                    <a:gd name="connsiteX62" fmla="*/ 252108 w 570653"/>
                    <a:gd name="connsiteY62" fmla="*/ 42080 h 562806"/>
                    <a:gd name="connsiteX63" fmla="*/ 228293 w 570653"/>
                    <a:gd name="connsiteY63" fmla="*/ 54521 h 562806"/>
                    <a:gd name="connsiteX64" fmla="*/ 170383 w 570653"/>
                    <a:gd name="connsiteY64" fmla="*/ 108342 h 562806"/>
                    <a:gd name="connsiteX65" fmla="*/ 169060 w 570653"/>
                    <a:gd name="connsiteY65" fmla="*/ 109574 h 562806"/>
                    <a:gd name="connsiteX66" fmla="*/ 161827 w 570653"/>
                    <a:gd name="connsiteY66" fmla="*/ 100164 h 562806"/>
                    <a:gd name="connsiteX67" fmla="*/ 159908 w 570653"/>
                    <a:gd name="connsiteY67" fmla="*/ 89144 h 562806"/>
                    <a:gd name="connsiteX68" fmla="*/ 169914 w 570653"/>
                    <a:gd name="connsiteY68" fmla="*/ 64308 h 562806"/>
                    <a:gd name="connsiteX69" fmla="*/ 222859 w 570653"/>
                    <a:gd name="connsiteY69" fmla="*/ 32920 h 562806"/>
                    <a:gd name="connsiteX70" fmla="*/ 240219 w 570653"/>
                    <a:gd name="connsiteY70" fmla="*/ 35527 h 562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570653" h="562806">
                      <a:moveTo>
                        <a:pt x="570650" y="206256"/>
                      </a:moveTo>
                      <a:cubicBezTo>
                        <a:pt x="569433" y="168489"/>
                        <a:pt x="557099" y="131976"/>
                        <a:pt x="533850" y="102053"/>
                      </a:cubicBezTo>
                      <a:cubicBezTo>
                        <a:pt x="512045" y="73990"/>
                        <a:pt x="481911" y="52208"/>
                        <a:pt x="447877" y="41732"/>
                      </a:cubicBezTo>
                      <a:cubicBezTo>
                        <a:pt x="444113" y="40576"/>
                        <a:pt x="440349" y="39563"/>
                        <a:pt x="436563" y="38694"/>
                      </a:cubicBezTo>
                      <a:cubicBezTo>
                        <a:pt x="414123" y="29307"/>
                        <a:pt x="389816" y="24054"/>
                        <a:pt x="365706" y="22565"/>
                      </a:cubicBezTo>
                      <a:cubicBezTo>
                        <a:pt x="330531" y="20388"/>
                        <a:pt x="293791" y="25505"/>
                        <a:pt x="260573" y="38551"/>
                      </a:cubicBezTo>
                      <a:cubicBezTo>
                        <a:pt x="253348" y="28755"/>
                        <a:pt x="239789" y="23555"/>
                        <a:pt x="228104" y="22792"/>
                      </a:cubicBezTo>
                      <a:cubicBezTo>
                        <a:pt x="225595" y="22626"/>
                        <a:pt x="226539" y="22520"/>
                        <a:pt x="224038" y="22701"/>
                      </a:cubicBezTo>
                      <a:cubicBezTo>
                        <a:pt x="222942" y="20320"/>
                        <a:pt x="221347" y="19837"/>
                        <a:pt x="219782" y="18748"/>
                      </a:cubicBezTo>
                      <a:cubicBezTo>
                        <a:pt x="201129" y="5801"/>
                        <a:pt x="178916" y="-1205"/>
                        <a:pt x="156106" y="171"/>
                      </a:cubicBezTo>
                      <a:cubicBezTo>
                        <a:pt x="132850" y="1569"/>
                        <a:pt x="110523" y="9921"/>
                        <a:pt x="90358" y="21258"/>
                      </a:cubicBezTo>
                      <a:cubicBezTo>
                        <a:pt x="72166" y="31484"/>
                        <a:pt x="54767" y="43667"/>
                        <a:pt x="41427" y="59887"/>
                      </a:cubicBezTo>
                      <a:cubicBezTo>
                        <a:pt x="29743" y="74088"/>
                        <a:pt x="21021" y="90316"/>
                        <a:pt x="14702" y="107556"/>
                      </a:cubicBezTo>
                      <a:cubicBezTo>
                        <a:pt x="-15621" y="190256"/>
                        <a:pt x="7129" y="282910"/>
                        <a:pt x="27740" y="364915"/>
                      </a:cubicBezTo>
                      <a:cubicBezTo>
                        <a:pt x="41495" y="419666"/>
                        <a:pt x="56060" y="474613"/>
                        <a:pt x="59400" y="531185"/>
                      </a:cubicBezTo>
                      <a:cubicBezTo>
                        <a:pt x="49152" y="537707"/>
                        <a:pt x="38691" y="543996"/>
                        <a:pt x="29894" y="552461"/>
                      </a:cubicBezTo>
                      <a:cubicBezTo>
                        <a:pt x="26024" y="556187"/>
                        <a:pt x="29062" y="562626"/>
                        <a:pt x="34164" y="562770"/>
                      </a:cubicBezTo>
                      <a:cubicBezTo>
                        <a:pt x="74101" y="563866"/>
                        <a:pt x="110032" y="540632"/>
                        <a:pt x="127559" y="505744"/>
                      </a:cubicBezTo>
                      <a:cubicBezTo>
                        <a:pt x="140551" y="523914"/>
                        <a:pt x="161888" y="534556"/>
                        <a:pt x="184864" y="531820"/>
                      </a:cubicBezTo>
                      <a:cubicBezTo>
                        <a:pt x="188742" y="531359"/>
                        <a:pt x="192105" y="527398"/>
                        <a:pt x="189633" y="523513"/>
                      </a:cubicBezTo>
                      <a:cubicBezTo>
                        <a:pt x="184328" y="515169"/>
                        <a:pt x="177918" y="507180"/>
                        <a:pt x="174608" y="497929"/>
                      </a:cubicBezTo>
                      <a:cubicBezTo>
                        <a:pt x="202747" y="508926"/>
                        <a:pt x="234785" y="492790"/>
                        <a:pt x="256545" y="473849"/>
                      </a:cubicBezTo>
                      <a:cubicBezTo>
                        <a:pt x="258948" y="475663"/>
                        <a:pt x="261367" y="476699"/>
                        <a:pt x="264949" y="477613"/>
                      </a:cubicBezTo>
                      <a:cubicBezTo>
                        <a:pt x="267874" y="478361"/>
                        <a:pt x="270966" y="475625"/>
                        <a:pt x="269998" y="472564"/>
                      </a:cubicBezTo>
                      <a:cubicBezTo>
                        <a:pt x="268381" y="467455"/>
                        <a:pt x="266794" y="464757"/>
                        <a:pt x="262962" y="460812"/>
                      </a:cubicBezTo>
                      <a:cubicBezTo>
                        <a:pt x="259893" y="457660"/>
                        <a:pt x="256900" y="454440"/>
                        <a:pt x="253990" y="451137"/>
                      </a:cubicBezTo>
                      <a:cubicBezTo>
                        <a:pt x="247468" y="443738"/>
                        <a:pt x="241421" y="435953"/>
                        <a:pt x="235775" y="427866"/>
                      </a:cubicBezTo>
                      <a:cubicBezTo>
                        <a:pt x="230288" y="420006"/>
                        <a:pt x="225066" y="411926"/>
                        <a:pt x="220259" y="403627"/>
                      </a:cubicBezTo>
                      <a:cubicBezTo>
                        <a:pt x="217840" y="399455"/>
                        <a:pt x="215595" y="395193"/>
                        <a:pt x="213177" y="391028"/>
                      </a:cubicBezTo>
                      <a:cubicBezTo>
                        <a:pt x="210977" y="387249"/>
                        <a:pt x="208914" y="382435"/>
                        <a:pt x="204991" y="380273"/>
                      </a:cubicBezTo>
                      <a:cubicBezTo>
                        <a:pt x="202936" y="379139"/>
                        <a:pt x="199988" y="380084"/>
                        <a:pt x="199429" y="382533"/>
                      </a:cubicBezTo>
                      <a:cubicBezTo>
                        <a:pt x="199353" y="382880"/>
                        <a:pt x="190812" y="383228"/>
                        <a:pt x="186965" y="383462"/>
                      </a:cubicBezTo>
                      <a:cubicBezTo>
                        <a:pt x="183466" y="383674"/>
                        <a:pt x="179899" y="383659"/>
                        <a:pt x="176422" y="383183"/>
                      </a:cubicBezTo>
                      <a:cubicBezTo>
                        <a:pt x="170489" y="382359"/>
                        <a:pt x="164707" y="380273"/>
                        <a:pt x="159787" y="376826"/>
                      </a:cubicBezTo>
                      <a:cubicBezTo>
                        <a:pt x="148419" y="368860"/>
                        <a:pt x="143854" y="354727"/>
                        <a:pt x="143227" y="341409"/>
                      </a:cubicBezTo>
                      <a:cubicBezTo>
                        <a:pt x="142509" y="326067"/>
                        <a:pt x="147777" y="311268"/>
                        <a:pt x="160353" y="301798"/>
                      </a:cubicBezTo>
                      <a:cubicBezTo>
                        <a:pt x="168100" y="295963"/>
                        <a:pt x="177299" y="294474"/>
                        <a:pt x="186285" y="296008"/>
                      </a:cubicBezTo>
                      <a:cubicBezTo>
                        <a:pt x="187200" y="296220"/>
                        <a:pt x="188107" y="296462"/>
                        <a:pt x="189006" y="296726"/>
                      </a:cubicBezTo>
                      <a:cubicBezTo>
                        <a:pt x="212300" y="306446"/>
                        <a:pt x="222745" y="337154"/>
                        <a:pt x="241897" y="352701"/>
                      </a:cubicBezTo>
                      <a:cubicBezTo>
                        <a:pt x="246840" y="356715"/>
                        <a:pt x="253023" y="352905"/>
                        <a:pt x="252123" y="346745"/>
                      </a:cubicBezTo>
                      <a:cubicBezTo>
                        <a:pt x="245208" y="299621"/>
                        <a:pt x="217553" y="242452"/>
                        <a:pt x="244172" y="197799"/>
                      </a:cubicBezTo>
                      <a:cubicBezTo>
                        <a:pt x="246757" y="210474"/>
                        <a:pt x="246976" y="223844"/>
                        <a:pt x="250052" y="236307"/>
                      </a:cubicBezTo>
                      <a:cubicBezTo>
                        <a:pt x="251043" y="240313"/>
                        <a:pt x="255857" y="242029"/>
                        <a:pt x="259304" y="240071"/>
                      </a:cubicBezTo>
                      <a:cubicBezTo>
                        <a:pt x="295386" y="219634"/>
                        <a:pt x="335655" y="211199"/>
                        <a:pt x="376809" y="209877"/>
                      </a:cubicBezTo>
                      <a:cubicBezTo>
                        <a:pt x="416798" y="208584"/>
                        <a:pt x="456660" y="212900"/>
                        <a:pt x="496581" y="214374"/>
                      </a:cubicBezTo>
                      <a:cubicBezTo>
                        <a:pt x="510964" y="214903"/>
                        <a:pt x="525355" y="215054"/>
                        <a:pt x="539723" y="214419"/>
                      </a:cubicBezTo>
                      <a:cubicBezTo>
                        <a:pt x="539466" y="221758"/>
                        <a:pt x="539791" y="229089"/>
                        <a:pt x="540818" y="236655"/>
                      </a:cubicBezTo>
                      <a:cubicBezTo>
                        <a:pt x="542224" y="247017"/>
                        <a:pt x="544545" y="257205"/>
                        <a:pt x="546548" y="267454"/>
                      </a:cubicBezTo>
                      <a:cubicBezTo>
                        <a:pt x="551831" y="294587"/>
                        <a:pt x="554204" y="321789"/>
                        <a:pt x="552722" y="349429"/>
                      </a:cubicBezTo>
                      <a:cubicBezTo>
                        <a:pt x="549790" y="403967"/>
                        <a:pt x="533321" y="463140"/>
                        <a:pt x="487965" y="497536"/>
                      </a:cubicBezTo>
                      <a:cubicBezTo>
                        <a:pt x="474262" y="507929"/>
                        <a:pt x="458587" y="517172"/>
                        <a:pt x="441876" y="521677"/>
                      </a:cubicBezTo>
                      <a:cubicBezTo>
                        <a:pt x="422119" y="527013"/>
                        <a:pt x="401705" y="525146"/>
                        <a:pt x="381578" y="525962"/>
                      </a:cubicBezTo>
                      <a:cubicBezTo>
                        <a:pt x="377353" y="526136"/>
                        <a:pt x="376378" y="532182"/>
                        <a:pt x="380573" y="533399"/>
                      </a:cubicBezTo>
                      <a:cubicBezTo>
                        <a:pt x="398500" y="538622"/>
                        <a:pt x="419285" y="537768"/>
                        <a:pt x="437643" y="535206"/>
                      </a:cubicBezTo>
                      <a:cubicBezTo>
                        <a:pt x="452699" y="533104"/>
                        <a:pt x="467248" y="526053"/>
                        <a:pt x="480173" y="518336"/>
                      </a:cubicBezTo>
                      <a:cubicBezTo>
                        <a:pt x="505915" y="502963"/>
                        <a:pt x="526851" y="481551"/>
                        <a:pt x="540569" y="454818"/>
                      </a:cubicBezTo>
                      <a:cubicBezTo>
                        <a:pt x="567173" y="402970"/>
                        <a:pt x="572222" y="339452"/>
                        <a:pt x="563334" y="282509"/>
                      </a:cubicBezTo>
                      <a:cubicBezTo>
                        <a:pt x="561157" y="268588"/>
                        <a:pt x="557975" y="254870"/>
                        <a:pt x="555579" y="240993"/>
                      </a:cubicBezTo>
                      <a:cubicBezTo>
                        <a:pt x="554015" y="231931"/>
                        <a:pt x="553085" y="222778"/>
                        <a:pt x="552072" y="213640"/>
                      </a:cubicBezTo>
                      <a:cubicBezTo>
                        <a:pt x="556199" y="213315"/>
                        <a:pt x="560333" y="212945"/>
                        <a:pt x="564453" y="212461"/>
                      </a:cubicBezTo>
                      <a:cubicBezTo>
                        <a:pt x="567687" y="212083"/>
                        <a:pt x="570764" y="209929"/>
                        <a:pt x="570650" y="206256"/>
                      </a:cubicBezTo>
                      <a:close/>
                      <a:moveTo>
                        <a:pt x="240219" y="35527"/>
                      </a:moveTo>
                      <a:cubicBezTo>
                        <a:pt x="244603" y="37077"/>
                        <a:pt x="248337" y="39586"/>
                        <a:pt x="252108" y="42080"/>
                      </a:cubicBezTo>
                      <a:cubicBezTo>
                        <a:pt x="243893" y="45716"/>
                        <a:pt x="235926" y="49857"/>
                        <a:pt x="228293" y="54521"/>
                      </a:cubicBezTo>
                      <a:cubicBezTo>
                        <a:pt x="205490" y="68458"/>
                        <a:pt x="185960" y="86915"/>
                        <a:pt x="170383" y="108342"/>
                      </a:cubicBezTo>
                      <a:cubicBezTo>
                        <a:pt x="169907" y="108788"/>
                        <a:pt x="169469" y="109196"/>
                        <a:pt x="169060" y="109574"/>
                      </a:cubicBezTo>
                      <a:cubicBezTo>
                        <a:pt x="166937" y="106225"/>
                        <a:pt x="163566" y="103935"/>
                        <a:pt x="161827" y="100164"/>
                      </a:cubicBezTo>
                      <a:cubicBezTo>
                        <a:pt x="160233" y="96702"/>
                        <a:pt x="159734" y="92931"/>
                        <a:pt x="159908" y="89144"/>
                      </a:cubicBezTo>
                      <a:cubicBezTo>
                        <a:pt x="160316" y="80120"/>
                        <a:pt x="164790" y="71534"/>
                        <a:pt x="169914" y="64308"/>
                      </a:cubicBezTo>
                      <a:cubicBezTo>
                        <a:pt x="181728" y="47673"/>
                        <a:pt x="201991" y="33706"/>
                        <a:pt x="222859" y="32920"/>
                      </a:cubicBezTo>
                      <a:cubicBezTo>
                        <a:pt x="228746" y="32708"/>
                        <a:pt x="234657" y="33562"/>
                        <a:pt x="240219" y="3552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752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grpSp>
              <p:nvGrpSpPr>
                <p:cNvPr id="60" name="Graphic 3" descr="Woman with ponytail hair">
                  <a:extLst>
                    <a:ext uri="{FF2B5EF4-FFF2-40B4-BE49-F238E27FC236}">
                      <a16:creationId xmlns:a16="http://schemas.microsoft.com/office/drawing/2014/main" id="{C3719E15-1A11-FA15-C1E5-B22D3192770C}"/>
                    </a:ext>
                  </a:extLst>
                </p:cNvPr>
                <p:cNvGrpSpPr/>
                <p:nvPr/>
              </p:nvGrpSpPr>
              <p:grpSpPr>
                <a:xfrm>
                  <a:off x="16717455" y="32747422"/>
                  <a:ext cx="358665" cy="167039"/>
                  <a:chOff x="16717455" y="32747422"/>
                  <a:chExt cx="358665" cy="167039"/>
                </a:xfrm>
                <a:solidFill>
                  <a:srgbClr val="FFFFFF"/>
                </a:solidFill>
              </p:grpSpPr>
              <p:sp>
                <p:nvSpPr>
                  <p:cNvPr id="61" name="Freeform: Shape 60">
                    <a:extLst>
                      <a:ext uri="{FF2B5EF4-FFF2-40B4-BE49-F238E27FC236}">
                        <a16:creationId xmlns:a16="http://schemas.microsoft.com/office/drawing/2014/main" id="{68708A7C-73F2-6895-F237-1A7FBC7E35DE}"/>
                      </a:ext>
                    </a:extLst>
                  </p:cNvPr>
                  <p:cNvSpPr/>
                  <p:nvPr/>
                </p:nvSpPr>
                <p:spPr>
                  <a:xfrm>
                    <a:off x="16717455" y="32748060"/>
                    <a:ext cx="38030" cy="166401"/>
                  </a:xfrm>
                  <a:custGeom>
                    <a:avLst/>
                    <a:gdLst>
                      <a:gd name="connsiteX0" fmla="*/ 34567 w 38030"/>
                      <a:gd name="connsiteY0" fmla="*/ 611 h 166401"/>
                      <a:gd name="connsiteX1" fmla="*/ 12286 w 38030"/>
                      <a:gd name="connsiteY1" fmla="*/ 36860 h 166401"/>
                      <a:gd name="connsiteX2" fmla="*/ 1667 w 38030"/>
                      <a:gd name="connsiteY2" fmla="*/ 79593 h 166401"/>
                      <a:gd name="connsiteX3" fmla="*/ 1017 w 38030"/>
                      <a:gd name="connsiteY3" fmla="*/ 123762 h 166401"/>
                      <a:gd name="connsiteX4" fmla="*/ 12792 w 38030"/>
                      <a:gd name="connsiteY4" fmla="*/ 164704 h 166401"/>
                      <a:gd name="connsiteX5" fmla="*/ 19345 w 38030"/>
                      <a:gd name="connsiteY5" fmla="*/ 161938 h 166401"/>
                      <a:gd name="connsiteX6" fmla="*/ 11129 w 38030"/>
                      <a:gd name="connsiteY6" fmla="*/ 122931 h 166401"/>
                      <a:gd name="connsiteX7" fmla="*/ 11651 w 38030"/>
                      <a:gd name="connsiteY7" fmla="*/ 81301 h 166401"/>
                      <a:gd name="connsiteX8" fmla="*/ 21249 w 38030"/>
                      <a:gd name="connsiteY8" fmla="*/ 41070 h 166401"/>
                      <a:gd name="connsiteX9" fmla="*/ 37832 w 38030"/>
                      <a:gd name="connsiteY9" fmla="*/ 3121 h 166401"/>
                      <a:gd name="connsiteX10" fmla="*/ 34567 w 38030"/>
                      <a:gd name="connsiteY10" fmla="*/ 611 h 166401"/>
                      <a:gd name="connsiteX11" fmla="*/ 34567 w 38030"/>
                      <a:gd name="connsiteY11" fmla="*/ 611 h 1664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8030" h="166401">
                        <a:moveTo>
                          <a:pt x="34567" y="611"/>
                        </a:moveTo>
                        <a:cubicBezTo>
                          <a:pt x="24046" y="10316"/>
                          <a:pt x="17516" y="23739"/>
                          <a:pt x="12286" y="36860"/>
                        </a:cubicBezTo>
                        <a:cubicBezTo>
                          <a:pt x="6829" y="50532"/>
                          <a:pt x="3564" y="65021"/>
                          <a:pt x="1667" y="79593"/>
                        </a:cubicBezTo>
                        <a:cubicBezTo>
                          <a:pt x="-238" y="94233"/>
                          <a:pt x="-586" y="109077"/>
                          <a:pt x="1017" y="123762"/>
                        </a:cubicBezTo>
                        <a:cubicBezTo>
                          <a:pt x="2528" y="137631"/>
                          <a:pt x="4712" y="153005"/>
                          <a:pt x="12792" y="164704"/>
                        </a:cubicBezTo>
                        <a:cubicBezTo>
                          <a:pt x="15150" y="168113"/>
                          <a:pt x="20070" y="165974"/>
                          <a:pt x="19345" y="161938"/>
                        </a:cubicBezTo>
                        <a:cubicBezTo>
                          <a:pt x="17002" y="148795"/>
                          <a:pt x="12528" y="136309"/>
                          <a:pt x="11129" y="122931"/>
                        </a:cubicBezTo>
                        <a:cubicBezTo>
                          <a:pt x="9686" y="109115"/>
                          <a:pt x="9905" y="95080"/>
                          <a:pt x="11651" y="81301"/>
                        </a:cubicBezTo>
                        <a:cubicBezTo>
                          <a:pt x="13382" y="67583"/>
                          <a:pt x="16813" y="54153"/>
                          <a:pt x="21249" y="41070"/>
                        </a:cubicBezTo>
                        <a:cubicBezTo>
                          <a:pt x="25709" y="27911"/>
                          <a:pt x="32262" y="15788"/>
                          <a:pt x="37832" y="3121"/>
                        </a:cubicBezTo>
                        <a:cubicBezTo>
                          <a:pt x="38731" y="1042"/>
                          <a:pt x="36396" y="-1074"/>
                          <a:pt x="34567" y="611"/>
                        </a:cubicBezTo>
                        <a:lnTo>
                          <a:pt x="34567" y="611"/>
                        </a:lnTo>
                        <a:close/>
                      </a:path>
                    </a:pathLst>
                  </a:custGeom>
                  <a:solidFill>
                    <a:srgbClr val="72DBDE"/>
                  </a:solidFill>
                  <a:ln w="752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62" name="Freeform: Shape 61">
                    <a:extLst>
                      <a:ext uri="{FF2B5EF4-FFF2-40B4-BE49-F238E27FC236}">
                        <a16:creationId xmlns:a16="http://schemas.microsoft.com/office/drawing/2014/main" id="{E4D2E500-E180-F529-63F5-1D3CDCA6B353}"/>
                      </a:ext>
                    </a:extLst>
                  </p:cNvPr>
                  <p:cNvSpPr/>
                  <p:nvPr/>
                </p:nvSpPr>
                <p:spPr>
                  <a:xfrm>
                    <a:off x="16920547" y="32747422"/>
                    <a:ext cx="26114" cy="91059"/>
                  </a:xfrm>
                  <a:custGeom>
                    <a:avLst/>
                    <a:gdLst>
                      <a:gd name="connsiteX0" fmla="*/ 291 w 26114"/>
                      <a:gd name="connsiteY0" fmla="*/ 2686 h 91059"/>
                      <a:gd name="connsiteX1" fmla="*/ 16125 w 26114"/>
                      <a:gd name="connsiteY1" fmla="*/ 42774 h 91059"/>
                      <a:gd name="connsiteX2" fmla="*/ 18755 w 26114"/>
                      <a:gd name="connsiteY2" fmla="*/ 88387 h 91059"/>
                      <a:gd name="connsiteX3" fmla="*/ 24076 w 26114"/>
                      <a:gd name="connsiteY3" fmla="*/ 89105 h 91059"/>
                      <a:gd name="connsiteX4" fmla="*/ 22625 w 26114"/>
                      <a:gd name="connsiteY4" fmla="*/ 40983 h 91059"/>
                      <a:gd name="connsiteX5" fmla="*/ 3110 w 26114"/>
                      <a:gd name="connsiteY5" fmla="*/ 517 h 91059"/>
                      <a:gd name="connsiteX6" fmla="*/ 291 w 26114"/>
                      <a:gd name="connsiteY6" fmla="*/ 2686 h 91059"/>
                      <a:gd name="connsiteX7" fmla="*/ 291 w 26114"/>
                      <a:gd name="connsiteY7" fmla="*/ 2686 h 910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6114" h="91059">
                        <a:moveTo>
                          <a:pt x="291" y="2686"/>
                        </a:moveTo>
                        <a:cubicBezTo>
                          <a:pt x="8559" y="14779"/>
                          <a:pt x="13631" y="28368"/>
                          <a:pt x="16125" y="42774"/>
                        </a:cubicBezTo>
                        <a:cubicBezTo>
                          <a:pt x="18755" y="57958"/>
                          <a:pt x="16866" y="73233"/>
                          <a:pt x="18755" y="88387"/>
                        </a:cubicBezTo>
                        <a:cubicBezTo>
                          <a:pt x="19103" y="91191"/>
                          <a:pt x="23275" y="92332"/>
                          <a:pt x="24076" y="89105"/>
                        </a:cubicBezTo>
                        <a:cubicBezTo>
                          <a:pt x="27885" y="73860"/>
                          <a:pt x="25746" y="56212"/>
                          <a:pt x="22625" y="40983"/>
                        </a:cubicBezTo>
                        <a:cubicBezTo>
                          <a:pt x="19564" y="26078"/>
                          <a:pt x="13646" y="11695"/>
                          <a:pt x="3110" y="517"/>
                        </a:cubicBezTo>
                        <a:cubicBezTo>
                          <a:pt x="1742" y="-942"/>
                          <a:pt x="-873" y="978"/>
                          <a:pt x="291" y="2686"/>
                        </a:cubicBezTo>
                        <a:lnTo>
                          <a:pt x="291" y="268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752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63" name="Freeform: Shape 62">
                    <a:extLst>
                      <a:ext uri="{FF2B5EF4-FFF2-40B4-BE49-F238E27FC236}">
                        <a16:creationId xmlns:a16="http://schemas.microsoft.com/office/drawing/2014/main" id="{976C2A3C-A9AD-81EB-453E-35F9B4F1B9A6}"/>
                      </a:ext>
                    </a:extLst>
                  </p:cNvPr>
                  <p:cNvSpPr/>
                  <p:nvPr/>
                </p:nvSpPr>
                <p:spPr>
                  <a:xfrm>
                    <a:off x="16986287" y="32753609"/>
                    <a:ext cx="27873" cy="83852"/>
                  </a:xfrm>
                  <a:custGeom>
                    <a:avLst/>
                    <a:gdLst>
                      <a:gd name="connsiteX0" fmla="*/ 631 w 27873"/>
                      <a:gd name="connsiteY0" fmla="*/ 4714 h 83852"/>
                      <a:gd name="connsiteX1" fmla="*/ 16390 w 27873"/>
                      <a:gd name="connsiteY1" fmla="*/ 41363 h 83852"/>
                      <a:gd name="connsiteX2" fmla="*/ 18332 w 27873"/>
                      <a:gd name="connsiteY2" fmla="*/ 62125 h 83852"/>
                      <a:gd name="connsiteX3" fmla="*/ 19647 w 27873"/>
                      <a:gd name="connsiteY3" fmla="*/ 81618 h 83852"/>
                      <a:gd name="connsiteX4" fmla="*/ 25716 w 27873"/>
                      <a:gd name="connsiteY4" fmla="*/ 81618 h 83852"/>
                      <a:gd name="connsiteX5" fmla="*/ 27424 w 27873"/>
                      <a:gd name="connsiteY5" fmla="*/ 58883 h 83852"/>
                      <a:gd name="connsiteX6" fmla="*/ 24371 w 27873"/>
                      <a:gd name="connsiteY6" fmla="*/ 36640 h 83852"/>
                      <a:gd name="connsiteX7" fmla="*/ 3851 w 27873"/>
                      <a:gd name="connsiteY7" fmla="*/ 527 h 83852"/>
                      <a:gd name="connsiteX8" fmla="*/ 631 w 27873"/>
                      <a:gd name="connsiteY8" fmla="*/ 4714 h 83852"/>
                      <a:gd name="connsiteX9" fmla="*/ 631 w 27873"/>
                      <a:gd name="connsiteY9" fmla="*/ 4714 h 838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7873" h="83852">
                        <a:moveTo>
                          <a:pt x="631" y="4714"/>
                        </a:moveTo>
                        <a:cubicBezTo>
                          <a:pt x="9535" y="15099"/>
                          <a:pt x="14016" y="28076"/>
                          <a:pt x="16390" y="41363"/>
                        </a:cubicBezTo>
                        <a:cubicBezTo>
                          <a:pt x="17614" y="48211"/>
                          <a:pt x="18166" y="55172"/>
                          <a:pt x="18332" y="62125"/>
                        </a:cubicBezTo>
                        <a:cubicBezTo>
                          <a:pt x="18483" y="68550"/>
                          <a:pt x="17826" y="75367"/>
                          <a:pt x="19647" y="81618"/>
                        </a:cubicBezTo>
                        <a:cubicBezTo>
                          <a:pt x="20592" y="84860"/>
                          <a:pt x="24575" y="84323"/>
                          <a:pt x="25716" y="81618"/>
                        </a:cubicBezTo>
                        <a:cubicBezTo>
                          <a:pt x="28641" y="74679"/>
                          <a:pt x="27901" y="66207"/>
                          <a:pt x="27424" y="58883"/>
                        </a:cubicBezTo>
                        <a:cubicBezTo>
                          <a:pt x="26941" y="51423"/>
                          <a:pt x="26004" y="43941"/>
                          <a:pt x="24371" y="36640"/>
                        </a:cubicBezTo>
                        <a:cubicBezTo>
                          <a:pt x="21295" y="22854"/>
                          <a:pt x="15248" y="9310"/>
                          <a:pt x="3851" y="527"/>
                        </a:cubicBezTo>
                        <a:cubicBezTo>
                          <a:pt x="1326" y="-1438"/>
                          <a:pt x="-1213" y="2568"/>
                          <a:pt x="631" y="4714"/>
                        </a:cubicBezTo>
                        <a:lnTo>
                          <a:pt x="631" y="47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752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  <p:sp>
                <p:nvSpPr>
                  <p:cNvPr id="463" name="Freeform: Shape 462">
                    <a:extLst>
                      <a:ext uri="{FF2B5EF4-FFF2-40B4-BE49-F238E27FC236}">
                        <a16:creationId xmlns:a16="http://schemas.microsoft.com/office/drawing/2014/main" id="{7516794A-5085-DB17-126D-89E616F5DE6F}"/>
                      </a:ext>
                    </a:extLst>
                  </p:cNvPr>
                  <p:cNvSpPr/>
                  <p:nvPr/>
                </p:nvSpPr>
                <p:spPr>
                  <a:xfrm>
                    <a:off x="17057519" y="32772153"/>
                    <a:ext cx="18601" cy="72652"/>
                  </a:xfrm>
                  <a:custGeom>
                    <a:avLst/>
                    <a:gdLst>
                      <a:gd name="connsiteX0" fmla="*/ 135 w 18601"/>
                      <a:gd name="connsiteY0" fmla="*/ 2443 h 72652"/>
                      <a:gd name="connsiteX1" fmla="*/ 9885 w 18601"/>
                      <a:gd name="connsiteY1" fmla="*/ 33400 h 72652"/>
                      <a:gd name="connsiteX2" fmla="*/ 7912 w 18601"/>
                      <a:gd name="connsiteY2" fmla="*/ 68530 h 72652"/>
                      <a:gd name="connsiteX3" fmla="*/ 14442 w 18601"/>
                      <a:gd name="connsiteY3" fmla="*/ 70329 h 72652"/>
                      <a:gd name="connsiteX4" fmla="*/ 3770 w 18601"/>
                      <a:gd name="connsiteY4" fmla="*/ 901 h 72652"/>
                      <a:gd name="connsiteX5" fmla="*/ 135 w 18601"/>
                      <a:gd name="connsiteY5" fmla="*/ 2443 h 72652"/>
                      <a:gd name="connsiteX6" fmla="*/ 135 w 18601"/>
                      <a:gd name="connsiteY6" fmla="*/ 2443 h 726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601" h="72652">
                        <a:moveTo>
                          <a:pt x="135" y="2443"/>
                        </a:moveTo>
                        <a:cubicBezTo>
                          <a:pt x="4042" y="12502"/>
                          <a:pt x="8018" y="22728"/>
                          <a:pt x="9885" y="33400"/>
                        </a:cubicBezTo>
                        <a:cubicBezTo>
                          <a:pt x="11948" y="45229"/>
                          <a:pt x="10701" y="56921"/>
                          <a:pt x="7912" y="68530"/>
                        </a:cubicBezTo>
                        <a:cubicBezTo>
                          <a:pt x="6869" y="72876"/>
                          <a:pt x="12840" y="74274"/>
                          <a:pt x="14442" y="70329"/>
                        </a:cubicBezTo>
                        <a:cubicBezTo>
                          <a:pt x="23799" y="47375"/>
                          <a:pt x="16120" y="21187"/>
                          <a:pt x="3770" y="901"/>
                        </a:cubicBezTo>
                        <a:cubicBezTo>
                          <a:pt x="2659" y="-936"/>
                          <a:pt x="-712" y="266"/>
                          <a:pt x="135" y="2443"/>
                        </a:cubicBezTo>
                        <a:lnTo>
                          <a:pt x="135" y="244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752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</p:grpSp>
          </p:grpSp>
        </p:grpSp>
        <p:grpSp>
          <p:nvGrpSpPr>
            <p:cNvPr id="464" name="Graphic 3" descr="Woman with ponytail hair">
              <a:extLst>
                <a:ext uri="{FF2B5EF4-FFF2-40B4-BE49-F238E27FC236}">
                  <a16:creationId xmlns:a16="http://schemas.microsoft.com/office/drawing/2014/main" id="{B74EFB6F-D05A-342A-7CE2-C4C261BD990F}"/>
                </a:ext>
              </a:extLst>
            </p:cNvPr>
            <p:cNvGrpSpPr/>
            <p:nvPr/>
          </p:nvGrpSpPr>
          <p:grpSpPr>
            <a:xfrm>
              <a:off x="16892676" y="32897462"/>
              <a:ext cx="210427" cy="226951"/>
              <a:chOff x="16892676" y="32897462"/>
              <a:chExt cx="210427" cy="226951"/>
            </a:xfrm>
            <a:solidFill>
              <a:srgbClr val="000000"/>
            </a:solidFill>
          </p:grpSpPr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73A17A6C-E6D6-7289-86F7-2654BBDC827C}"/>
                  </a:ext>
                </a:extLst>
              </p:cNvPr>
              <p:cNvSpPr/>
              <p:nvPr/>
            </p:nvSpPr>
            <p:spPr>
              <a:xfrm>
                <a:off x="16994699" y="32991443"/>
                <a:ext cx="59964" cy="53683"/>
              </a:xfrm>
              <a:custGeom>
                <a:avLst/>
                <a:gdLst>
                  <a:gd name="connsiteX0" fmla="*/ 33123 w 59964"/>
                  <a:gd name="connsiteY0" fmla="*/ 53663 h 53683"/>
                  <a:gd name="connsiteX1" fmla="*/ 3224 w 59964"/>
                  <a:gd name="connsiteY1" fmla="*/ 29546 h 53683"/>
                  <a:gd name="connsiteX2" fmla="*/ 7577 w 59964"/>
                  <a:gd name="connsiteY2" fmla="*/ 27845 h 53683"/>
                  <a:gd name="connsiteX3" fmla="*/ 10948 w 59964"/>
                  <a:gd name="connsiteY3" fmla="*/ 28881 h 53683"/>
                  <a:gd name="connsiteX4" fmla="*/ 45088 w 59964"/>
                  <a:gd name="connsiteY4" fmla="*/ 36446 h 53683"/>
                  <a:gd name="connsiteX5" fmla="*/ 32693 w 59964"/>
                  <a:gd name="connsiteY5" fmla="*/ 6206 h 53683"/>
                  <a:gd name="connsiteX6" fmla="*/ 31922 w 59964"/>
                  <a:gd name="connsiteY6" fmla="*/ 2934 h 53683"/>
                  <a:gd name="connsiteX7" fmla="*/ 36048 w 59964"/>
                  <a:gd name="connsiteY7" fmla="*/ 1 h 53683"/>
                  <a:gd name="connsiteX8" fmla="*/ 59781 w 59964"/>
                  <a:gd name="connsiteY8" fmla="*/ 28533 h 53683"/>
                  <a:gd name="connsiteX9" fmla="*/ 33123 w 59964"/>
                  <a:gd name="connsiteY9" fmla="*/ 53663 h 53683"/>
                  <a:gd name="connsiteX10" fmla="*/ 33123 w 59964"/>
                  <a:gd name="connsiteY10" fmla="*/ 53663 h 53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9964" h="53683">
                    <a:moveTo>
                      <a:pt x="33123" y="53663"/>
                    </a:moveTo>
                    <a:cubicBezTo>
                      <a:pt x="23638" y="54004"/>
                      <a:pt x="-10540" y="42311"/>
                      <a:pt x="3224" y="29546"/>
                    </a:cubicBezTo>
                    <a:cubicBezTo>
                      <a:pt x="4425" y="28480"/>
                      <a:pt x="5975" y="27883"/>
                      <a:pt x="7577" y="27845"/>
                    </a:cubicBezTo>
                    <a:cubicBezTo>
                      <a:pt x="8779" y="27853"/>
                      <a:pt x="9950" y="28215"/>
                      <a:pt x="10948" y="28881"/>
                    </a:cubicBezTo>
                    <a:cubicBezTo>
                      <a:pt x="19337" y="35637"/>
                      <a:pt x="34998" y="47428"/>
                      <a:pt x="45088" y="36446"/>
                    </a:cubicBezTo>
                    <a:cubicBezTo>
                      <a:pt x="54928" y="24497"/>
                      <a:pt x="39563" y="9615"/>
                      <a:pt x="32693" y="6206"/>
                    </a:cubicBezTo>
                    <a:cubicBezTo>
                      <a:pt x="31748" y="5398"/>
                      <a:pt x="31438" y="4075"/>
                      <a:pt x="31922" y="2934"/>
                    </a:cubicBezTo>
                    <a:cubicBezTo>
                      <a:pt x="32496" y="1150"/>
                      <a:pt x="34174" y="-44"/>
                      <a:pt x="36048" y="1"/>
                    </a:cubicBezTo>
                    <a:cubicBezTo>
                      <a:pt x="50204" y="1082"/>
                      <a:pt x="61557" y="14316"/>
                      <a:pt x="59781" y="28533"/>
                    </a:cubicBezTo>
                    <a:cubicBezTo>
                      <a:pt x="58979" y="42190"/>
                      <a:pt x="47076" y="54245"/>
                      <a:pt x="33123" y="53663"/>
                    </a:cubicBezTo>
                    <a:lnTo>
                      <a:pt x="33123" y="53663"/>
                    </a:lnTo>
                    <a:close/>
                  </a:path>
                </a:pathLst>
              </a:custGeom>
              <a:solidFill>
                <a:srgbClr val="000000"/>
              </a:solidFill>
              <a:ln w="75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B9C4F89B-0743-32B4-E955-3BFAAE44BE3F}"/>
                  </a:ext>
                </a:extLst>
              </p:cNvPr>
              <p:cNvSpPr/>
              <p:nvPr/>
            </p:nvSpPr>
            <p:spPr>
              <a:xfrm>
                <a:off x="16892676" y="32946632"/>
                <a:ext cx="91808" cy="34130"/>
              </a:xfrm>
              <a:custGeom>
                <a:avLst/>
                <a:gdLst>
                  <a:gd name="connsiteX0" fmla="*/ 47412 w 91808"/>
                  <a:gd name="connsiteY0" fmla="*/ 34124 h 34130"/>
                  <a:gd name="connsiteX1" fmla="*/ 40935 w 91808"/>
                  <a:gd name="connsiteY1" fmla="*/ 31472 h 34130"/>
                  <a:gd name="connsiteX2" fmla="*/ 37277 w 91808"/>
                  <a:gd name="connsiteY2" fmla="*/ 19613 h 34130"/>
                  <a:gd name="connsiteX3" fmla="*/ 4014 w 91808"/>
                  <a:gd name="connsiteY3" fmla="*/ 18207 h 34130"/>
                  <a:gd name="connsiteX4" fmla="*/ 3470 w 91808"/>
                  <a:gd name="connsiteY4" fmla="*/ 18260 h 34130"/>
                  <a:gd name="connsiteX5" fmla="*/ 76 w 91808"/>
                  <a:gd name="connsiteY5" fmla="*/ 15003 h 34130"/>
                  <a:gd name="connsiteX6" fmla="*/ 2510 w 91808"/>
                  <a:gd name="connsiteY6" fmla="*/ 10899 h 34130"/>
                  <a:gd name="connsiteX7" fmla="*/ 64335 w 91808"/>
                  <a:gd name="connsiteY7" fmla="*/ 1035 h 34130"/>
                  <a:gd name="connsiteX8" fmla="*/ 91801 w 91808"/>
                  <a:gd name="connsiteY8" fmla="*/ 8813 h 34130"/>
                  <a:gd name="connsiteX9" fmla="*/ 85520 w 91808"/>
                  <a:gd name="connsiteY9" fmla="*/ 17897 h 34130"/>
                  <a:gd name="connsiteX10" fmla="*/ 73367 w 91808"/>
                  <a:gd name="connsiteY10" fmla="*/ 19258 h 34130"/>
                  <a:gd name="connsiteX11" fmla="*/ 59770 w 91808"/>
                  <a:gd name="connsiteY11" fmla="*/ 19182 h 34130"/>
                  <a:gd name="connsiteX12" fmla="*/ 53784 w 91808"/>
                  <a:gd name="connsiteY12" fmla="*/ 31449 h 34130"/>
                  <a:gd name="connsiteX13" fmla="*/ 47412 w 91808"/>
                  <a:gd name="connsiteY13" fmla="*/ 34124 h 34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1808" h="34130">
                    <a:moveTo>
                      <a:pt x="47412" y="34124"/>
                    </a:moveTo>
                    <a:cubicBezTo>
                      <a:pt x="44971" y="34215"/>
                      <a:pt x="42613" y="33248"/>
                      <a:pt x="40935" y="31472"/>
                    </a:cubicBezTo>
                    <a:cubicBezTo>
                      <a:pt x="37527" y="27390"/>
                      <a:pt x="36332" y="23997"/>
                      <a:pt x="37277" y="19613"/>
                    </a:cubicBezTo>
                    <a:cubicBezTo>
                      <a:pt x="25985" y="19870"/>
                      <a:pt x="15102" y="19953"/>
                      <a:pt x="4014" y="18207"/>
                    </a:cubicBezTo>
                    <a:cubicBezTo>
                      <a:pt x="3833" y="18245"/>
                      <a:pt x="3651" y="18260"/>
                      <a:pt x="3470" y="18260"/>
                    </a:cubicBezTo>
                    <a:cubicBezTo>
                      <a:pt x="1732" y="18079"/>
                      <a:pt x="333" y="16741"/>
                      <a:pt x="76" y="15003"/>
                    </a:cubicBezTo>
                    <a:cubicBezTo>
                      <a:pt x="-302" y="13211"/>
                      <a:pt x="757" y="11428"/>
                      <a:pt x="2510" y="10899"/>
                    </a:cubicBezTo>
                    <a:cubicBezTo>
                      <a:pt x="22017" y="3665"/>
                      <a:pt x="43739" y="2978"/>
                      <a:pt x="64335" y="1035"/>
                    </a:cubicBezTo>
                    <a:cubicBezTo>
                      <a:pt x="73102" y="907"/>
                      <a:pt x="90516" y="-4021"/>
                      <a:pt x="91801" y="8813"/>
                    </a:cubicBezTo>
                    <a:cubicBezTo>
                      <a:pt x="91960" y="12781"/>
                      <a:pt x="89458" y="16847"/>
                      <a:pt x="85520" y="17897"/>
                    </a:cubicBezTo>
                    <a:cubicBezTo>
                      <a:pt x="81552" y="18918"/>
                      <a:pt x="77463" y="19371"/>
                      <a:pt x="73367" y="19258"/>
                    </a:cubicBezTo>
                    <a:cubicBezTo>
                      <a:pt x="68817" y="19235"/>
                      <a:pt x="64312" y="19031"/>
                      <a:pt x="59770" y="19182"/>
                    </a:cubicBezTo>
                    <a:cubicBezTo>
                      <a:pt x="59407" y="23876"/>
                      <a:pt x="56754" y="27950"/>
                      <a:pt x="53784" y="31449"/>
                    </a:cubicBezTo>
                    <a:cubicBezTo>
                      <a:pt x="52151" y="33240"/>
                      <a:pt x="49824" y="34215"/>
                      <a:pt x="47412" y="34124"/>
                    </a:cubicBezTo>
                    <a:close/>
                  </a:path>
                </a:pathLst>
              </a:custGeom>
              <a:solidFill>
                <a:srgbClr val="000000"/>
              </a:solidFill>
              <a:ln w="75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1E82968D-F0B9-D8DC-A482-9F8F94419242}"/>
                  </a:ext>
                </a:extLst>
              </p:cNvPr>
              <p:cNvSpPr/>
              <p:nvPr/>
            </p:nvSpPr>
            <p:spPr>
              <a:xfrm>
                <a:off x="17044543" y="32940696"/>
                <a:ext cx="57998" cy="32309"/>
              </a:xfrm>
              <a:custGeom>
                <a:avLst/>
                <a:gdLst>
                  <a:gd name="connsiteX0" fmla="*/ 26489 w 57998"/>
                  <a:gd name="connsiteY0" fmla="*/ 32306 h 32309"/>
                  <a:gd name="connsiteX1" fmla="*/ 19196 w 57998"/>
                  <a:gd name="connsiteY1" fmla="*/ 28520 h 32309"/>
                  <a:gd name="connsiteX2" fmla="*/ 17971 w 57998"/>
                  <a:gd name="connsiteY2" fmla="*/ 21710 h 32309"/>
                  <a:gd name="connsiteX3" fmla="*/ 19120 w 57998"/>
                  <a:gd name="connsiteY3" fmla="*/ 18195 h 32309"/>
                  <a:gd name="connsiteX4" fmla="*/ 17095 w 57998"/>
                  <a:gd name="connsiteY4" fmla="*/ 18021 h 32309"/>
                  <a:gd name="connsiteX5" fmla="*/ 7315 w 57998"/>
                  <a:gd name="connsiteY5" fmla="*/ 16412 h 32309"/>
                  <a:gd name="connsiteX6" fmla="*/ 406 w 57998"/>
                  <a:gd name="connsiteY6" fmla="*/ 11612 h 32309"/>
                  <a:gd name="connsiteX7" fmla="*/ 928 w 57998"/>
                  <a:gd name="connsiteY7" fmla="*/ 7599 h 32309"/>
                  <a:gd name="connsiteX8" fmla="*/ 27064 w 57998"/>
                  <a:gd name="connsiteY8" fmla="*/ 1205 h 32309"/>
                  <a:gd name="connsiteX9" fmla="*/ 27071 w 57998"/>
                  <a:gd name="connsiteY9" fmla="*/ 1205 h 32309"/>
                  <a:gd name="connsiteX10" fmla="*/ 48476 w 57998"/>
                  <a:gd name="connsiteY10" fmla="*/ 245 h 32309"/>
                  <a:gd name="connsiteX11" fmla="*/ 55618 w 57998"/>
                  <a:gd name="connsiteY11" fmla="*/ 3691 h 32309"/>
                  <a:gd name="connsiteX12" fmla="*/ 55618 w 57998"/>
                  <a:gd name="connsiteY12" fmla="*/ 16540 h 32309"/>
                  <a:gd name="connsiteX13" fmla="*/ 48476 w 57998"/>
                  <a:gd name="connsiteY13" fmla="*/ 19987 h 32309"/>
                  <a:gd name="connsiteX14" fmla="*/ 34025 w 57998"/>
                  <a:gd name="connsiteY14" fmla="*/ 19782 h 32309"/>
                  <a:gd name="connsiteX15" fmla="*/ 26489 w 57998"/>
                  <a:gd name="connsiteY15" fmla="*/ 32306 h 32309"/>
                  <a:gd name="connsiteX16" fmla="*/ 26489 w 57998"/>
                  <a:gd name="connsiteY16" fmla="*/ 32306 h 32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7998" h="32309">
                    <a:moveTo>
                      <a:pt x="26489" y="32306"/>
                    </a:moveTo>
                    <a:cubicBezTo>
                      <a:pt x="23602" y="32253"/>
                      <a:pt x="20904" y="30855"/>
                      <a:pt x="19196" y="28520"/>
                    </a:cubicBezTo>
                    <a:cubicBezTo>
                      <a:pt x="17699" y="26585"/>
                      <a:pt x="17246" y="24045"/>
                      <a:pt x="17971" y="21710"/>
                    </a:cubicBezTo>
                    <a:cubicBezTo>
                      <a:pt x="18372" y="20576"/>
                      <a:pt x="18720" y="19367"/>
                      <a:pt x="19120" y="18195"/>
                    </a:cubicBezTo>
                    <a:lnTo>
                      <a:pt x="17095" y="18021"/>
                    </a:lnTo>
                    <a:cubicBezTo>
                      <a:pt x="13792" y="17802"/>
                      <a:pt x="10512" y="17266"/>
                      <a:pt x="7315" y="16412"/>
                    </a:cubicBezTo>
                    <a:cubicBezTo>
                      <a:pt x="3664" y="15316"/>
                      <a:pt x="1404" y="13751"/>
                      <a:pt x="406" y="11612"/>
                    </a:cubicBezTo>
                    <a:cubicBezTo>
                      <a:pt x="-289" y="10297"/>
                      <a:pt x="-77" y="8695"/>
                      <a:pt x="928" y="7599"/>
                    </a:cubicBezTo>
                    <a:cubicBezTo>
                      <a:pt x="6755" y="1363"/>
                      <a:pt x="18803" y="2588"/>
                      <a:pt x="27064" y="1205"/>
                    </a:cubicBezTo>
                    <a:lnTo>
                      <a:pt x="27071" y="1205"/>
                    </a:lnTo>
                    <a:cubicBezTo>
                      <a:pt x="34161" y="351"/>
                      <a:pt x="41341" y="-405"/>
                      <a:pt x="48476" y="245"/>
                    </a:cubicBezTo>
                    <a:cubicBezTo>
                      <a:pt x="51212" y="434"/>
                      <a:pt x="53766" y="1666"/>
                      <a:pt x="55618" y="3691"/>
                    </a:cubicBezTo>
                    <a:cubicBezTo>
                      <a:pt x="58792" y="7387"/>
                      <a:pt x="58792" y="12844"/>
                      <a:pt x="55618" y="16540"/>
                    </a:cubicBezTo>
                    <a:cubicBezTo>
                      <a:pt x="53766" y="18566"/>
                      <a:pt x="51212" y="19798"/>
                      <a:pt x="48476" y="19987"/>
                    </a:cubicBezTo>
                    <a:cubicBezTo>
                      <a:pt x="43404" y="20448"/>
                      <a:pt x="39610" y="20266"/>
                      <a:pt x="34025" y="19782"/>
                    </a:cubicBezTo>
                    <a:cubicBezTo>
                      <a:pt x="36844" y="25217"/>
                      <a:pt x="32740" y="32488"/>
                      <a:pt x="26489" y="32306"/>
                    </a:cubicBezTo>
                    <a:lnTo>
                      <a:pt x="26489" y="32306"/>
                    </a:lnTo>
                    <a:close/>
                  </a:path>
                </a:pathLst>
              </a:custGeom>
              <a:solidFill>
                <a:srgbClr val="000000"/>
              </a:solidFill>
              <a:ln w="75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923B7B4A-F77E-E9AE-72EC-BFC451DE3B8E}"/>
                  </a:ext>
                </a:extLst>
              </p:cNvPr>
              <p:cNvSpPr/>
              <p:nvPr/>
            </p:nvSpPr>
            <p:spPr>
              <a:xfrm>
                <a:off x="16896896" y="32902659"/>
                <a:ext cx="92552" cy="28859"/>
              </a:xfrm>
              <a:custGeom>
                <a:avLst/>
                <a:gdLst>
                  <a:gd name="connsiteX0" fmla="*/ 13451 w 92552"/>
                  <a:gd name="connsiteY0" fmla="*/ 28834 h 28859"/>
                  <a:gd name="connsiteX1" fmla="*/ 1290 w 92552"/>
                  <a:gd name="connsiteY1" fmla="*/ 27133 h 28859"/>
                  <a:gd name="connsiteX2" fmla="*/ 1313 w 92552"/>
                  <a:gd name="connsiteY2" fmla="*/ 27096 h 28859"/>
                  <a:gd name="connsiteX3" fmla="*/ 845 w 92552"/>
                  <a:gd name="connsiteY3" fmla="*/ 23710 h 28859"/>
                  <a:gd name="connsiteX4" fmla="*/ 46170 w 92552"/>
                  <a:gd name="connsiteY4" fmla="*/ 9773 h 28859"/>
                  <a:gd name="connsiteX5" fmla="*/ 46178 w 92552"/>
                  <a:gd name="connsiteY5" fmla="*/ 9773 h 28859"/>
                  <a:gd name="connsiteX6" fmla="*/ 82094 w 92552"/>
                  <a:gd name="connsiteY6" fmla="*/ 0 h 28859"/>
                  <a:gd name="connsiteX7" fmla="*/ 88926 w 92552"/>
                  <a:gd name="connsiteY7" fmla="*/ 2849 h 28859"/>
                  <a:gd name="connsiteX8" fmla="*/ 90574 w 92552"/>
                  <a:gd name="connsiteY8" fmla="*/ 17021 h 28859"/>
                  <a:gd name="connsiteX9" fmla="*/ 82275 w 92552"/>
                  <a:gd name="connsiteY9" fmla="*/ 21457 h 28859"/>
                  <a:gd name="connsiteX10" fmla="*/ 13451 w 92552"/>
                  <a:gd name="connsiteY10" fmla="*/ 28834 h 28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2552" h="28859">
                    <a:moveTo>
                      <a:pt x="13451" y="28834"/>
                    </a:moveTo>
                    <a:cubicBezTo>
                      <a:pt x="9332" y="28978"/>
                      <a:pt x="5213" y="28403"/>
                      <a:pt x="1290" y="27133"/>
                    </a:cubicBezTo>
                    <a:lnTo>
                      <a:pt x="1313" y="27096"/>
                    </a:lnTo>
                    <a:cubicBezTo>
                      <a:pt x="-191" y="26672"/>
                      <a:pt x="-478" y="24526"/>
                      <a:pt x="845" y="23710"/>
                    </a:cubicBezTo>
                    <a:cubicBezTo>
                      <a:pt x="14532" y="16121"/>
                      <a:pt x="30790" y="14194"/>
                      <a:pt x="46170" y="9773"/>
                    </a:cubicBezTo>
                    <a:lnTo>
                      <a:pt x="46178" y="9773"/>
                    </a:lnTo>
                    <a:cubicBezTo>
                      <a:pt x="58256" y="7309"/>
                      <a:pt x="70250" y="3031"/>
                      <a:pt x="82094" y="0"/>
                    </a:cubicBezTo>
                    <a:cubicBezTo>
                      <a:pt x="84648" y="53"/>
                      <a:pt x="87090" y="1073"/>
                      <a:pt x="88926" y="2849"/>
                    </a:cubicBezTo>
                    <a:cubicBezTo>
                      <a:pt x="92864" y="6341"/>
                      <a:pt x="93869" y="12773"/>
                      <a:pt x="90574" y="17021"/>
                    </a:cubicBezTo>
                    <a:cubicBezTo>
                      <a:pt x="88510" y="19545"/>
                      <a:pt x="85525" y="21140"/>
                      <a:pt x="82275" y="21457"/>
                    </a:cubicBezTo>
                    <a:cubicBezTo>
                      <a:pt x="59450" y="24269"/>
                      <a:pt x="36481" y="29257"/>
                      <a:pt x="13451" y="28834"/>
                    </a:cubicBezTo>
                    <a:close/>
                  </a:path>
                </a:pathLst>
              </a:custGeom>
              <a:solidFill>
                <a:srgbClr val="000000"/>
              </a:solidFill>
              <a:ln w="75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D4534F51-6E09-E151-31C9-3233D35B3942}"/>
                  </a:ext>
                </a:extLst>
              </p:cNvPr>
              <p:cNvSpPr/>
              <p:nvPr/>
            </p:nvSpPr>
            <p:spPr>
              <a:xfrm>
                <a:off x="17032311" y="32897462"/>
                <a:ext cx="70791" cy="23959"/>
              </a:xfrm>
              <a:custGeom>
                <a:avLst/>
                <a:gdLst>
                  <a:gd name="connsiteX0" fmla="*/ 39287 w 70791"/>
                  <a:gd name="connsiteY0" fmla="*/ 23957 h 23959"/>
                  <a:gd name="connsiteX1" fmla="*/ 25524 w 70791"/>
                  <a:gd name="connsiteY1" fmla="*/ 23579 h 23959"/>
                  <a:gd name="connsiteX2" fmla="*/ 12479 w 70791"/>
                  <a:gd name="connsiteY2" fmla="*/ 22521 h 23959"/>
                  <a:gd name="connsiteX3" fmla="*/ 386 w 70791"/>
                  <a:gd name="connsiteY3" fmla="*/ 7306 h 23959"/>
                  <a:gd name="connsiteX4" fmla="*/ 10075 w 70791"/>
                  <a:gd name="connsiteY4" fmla="*/ 5 h 23959"/>
                  <a:gd name="connsiteX5" fmla="*/ 18639 w 70791"/>
                  <a:gd name="connsiteY5" fmla="*/ 4049 h 23959"/>
                  <a:gd name="connsiteX6" fmla="*/ 70185 w 70791"/>
                  <a:gd name="connsiteY6" fmla="*/ 20178 h 23959"/>
                  <a:gd name="connsiteX7" fmla="*/ 70789 w 70791"/>
                  <a:gd name="connsiteY7" fmla="*/ 21032 h 23959"/>
                  <a:gd name="connsiteX8" fmla="*/ 69958 w 70791"/>
                  <a:gd name="connsiteY8" fmla="*/ 21848 h 23959"/>
                  <a:gd name="connsiteX9" fmla="*/ 39287 w 70791"/>
                  <a:gd name="connsiteY9" fmla="*/ 23957 h 23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0791" h="23959">
                    <a:moveTo>
                      <a:pt x="39287" y="23957"/>
                    </a:moveTo>
                    <a:cubicBezTo>
                      <a:pt x="34669" y="23987"/>
                      <a:pt x="30135" y="23715"/>
                      <a:pt x="25524" y="23579"/>
                    </a:cubicBezTo>
                    <a:cubicBezTo>
                      <a:pt x="21156" y="23564"/>
                      <a:pt x="16795" y="23208"/>
                      <a:pt x="12479" y="22521"/>
                    </a:cubicBezTo>
                    <a:cubicBezTo>
                      <a:pt x="3424" y="21115"/>
                      <a:pt x="-1458" y="15590"/>
                      <a:pt x="386" y="7306"/>
                    </a:cubicBezTo>
                    <a:cubicBezTo>
                      <a:pt x="1097" y="2764"/>
                      <a:pt x="5677" y="-108"/>
                      <a:pt x="10075" y="5"/>
                    </a:cubicBezTo>
                    <a:cubicBezTo>
                      <a:pt x="13416" y="-101"/>
                      <a:pt x="16598" y="1403"/>
                      <a:pt x="18639" y="4049"/>
                    </a:cubicBezTo>
                    <a:cubicBezTo>
                      <a:pt x="35743" y="8962"/>
                      <a:pt x="53398" y="14010"/>
                      <a:pt x="70185" y="20178"/>
                    </a:cubicBezTo>
                    <a:cubicBezTo>
                      <a:pt x="70570" y="20276"/>
                      <a:pt x="70820" y="20639"/>
                      <a:pt x="70789" y="21032"/>
                    </a:cubicBezTo>
                    <a:cubicBezTo>
                      <a:pt x="70736" y="21463"/>
                      <a:pt x="70396" y="21803"/>
                      <a:pt x="69958" y="21848"/>
                    </a:cubicBezTo>
                    <a:cubicBezTo>
                      <a:pt x="59792" y="23216"/>
                      <a:pt x="49544" y="23919"/>
                      <a:pt x="39287" y="23957"/>
                    </a:cubicBezTo>
                    <a:close/>
                  </a:path>
                </a:pathLst>
              </a:custGeom>
              <a:solidFill>
                <a:srgbClr val="000000"/>
              </a:solidFill>
              <a:ln w="75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82F9BCE8-B232-75B7-07DB-7F890AA27299}"/>
                  </a:ext>
                </a:extLst>
              </p:cNvPr>
              <p:cNvSpPr/>
              <p:nvPr/>
            </p:nvSpPr>
            <p:spPr>
              <a:xfrm>
                <a:off x="16997870" y="33075217"/>
                <a:ext cx="42977" cy="49196"/>
              </a:xfrm>
              <a:custGeom>
                <a:avLst/>
                <a:gdLst>
                  <a:gd name="connsiteX0" fmla="*/ 14391 w 42977"/>
                  <a:gd name="connsiteY0" fmla="*/ 49195 h 49196"/>
                  <a:gd name="connsiteX1" fmla="*/ 0 w 42977"/>
                  <a:gd name="connsiteY1" fmla="*/ 33860 h 49196"/>
                  <a:gd name="connsiteX2" fmla="*/ 33354 w 42977"/>
                  <a:gd name="connsiteY2" fmla="*/ 983 h 49196"/>
                  <a:gd name="connsiteX3" fmla="*/ 41894 w 42977"/>
                  <a:gd name="connsiteY3" fmla="*/ 30 h 49196"/>
                  <a:gd name="connsiteX4" fmla="*/ 42099 w 42977"/>
                  <a:gd name="connsiteY4" fmla="*/ 0 h 49196"/>
                  <a:gd name="connsiteX5" fmla="*/ 42922 w 42977"/>
                  <a:gd name="connsiteY5" fmla="*/ 597 h 49196"/>
                  <a:gd name="connsiteX6" fmla="*/ 42718 w 42977"/>
                  <a:gd name="connsiteY6" fmla="*/ 1444 h 49196"/>
                  <a:gd name="connsiteX7" fmla="*/ 38282 w 42977"/>
                  <a:gd name="connsiteY7" fmla="*/ 7951 h 49196"/>
                  <a:gd name="connsiteX8" fmla="*/ 26128 w 42977"/>
                  <a:gd name="connsiteY8" fmla="*/ 30179 h 49196"/>
                  <a:gd name="connsiteX9" fmla="*/ 25849 w 42977"/>
                  <a:gd name="connsiteY9" fmla="*/ 30897 h 49196"/>
                  <a:gd name="connsiteX10" fmla="*/ 26423 w 42977"/>
                  <a:gd name="connsiteY10" fmla="*/ 41675 h 49196"/>
                  <a:gd name="connsiteX11" fmla="*/ 18502 w 42977"/>
                  <a:gd name="connsiteY11" fmla="*/ 48576 h 49196"/>
                  <a:gd name="connsiteX12" fmla="*/ 14391 w 42977"/>
                  <a:gd name="connsiteY12" fmla="*/ 49195 h 49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77" h="49196">
                    <a:moveTo>
                      <a:pt x="14391" y="49195"/>
                    </a:moveTo>
                    <a:cubicBezTo>
                      <a:pt x="6311" y="49279"/>
                      <a:pt x="38" y="41630"/>
                      <a:pt x="0" y="33860"/>
                    </a:cubicBezTo>
                    <a:cubicBezTo>
                      <a:pt x="-68" y="19477"/>
                      <a:pt x="19107" y="4452"/>
                      <a:pt x="33354" y="983"/>
                    </a:cubicBezTo>
                    <a:cubicBezTo>
                      <a:pt x="36173" y="408"/>
                      <a:pt x="39098" y="748"/>
                      <a:pt x="41894" y="30"/>
                    </a:cubicBezTo>
                    <a:cubicBezTo>
                      <a:pt x="41963" y="15"/>
                      <a:pt x="42031" y="0"/>
                      <a:pt x="42099" y="0"/>
                    </a:cubicBezTo>
                    <a:cubicBezTo>
                      <a:pt x="42469" y="15"/>
                      <a:pt x="42794" y="249"/>
                      <a:pt x="42922" y="597"/>
                    </a:cubicBezTo>
                    <a:cubicBezTo>
                      <a:pt x="43043" y="892"/>
                      <a:pt x="42960" y="1240"/>
                      <a:pt x="42718" y="1444"/>
                    </a:cubicBezTo>
                    <a:cubicBezTo>
                      <a:pt x="40889" y="3348"/>
                      <a:pt x="39393" y="5548"/>
                      <a:pt x="38282" y="7951"/>
                    </a:cubicBezTo>
                    <a:cubicBezTo>
                      <a:pt x="34087" y="15207"/>
                      <a:pt x="29250" y="22266"/>
                      <a:pt x="26128" y="30179"/>
                    </a:cubicBezTo>
                    <a:lnTo>
                      <a:pt x="25849" y="30897"/>
                    </a:lnTo>
                    <a:cubicBezTo>
                      <a:pt x="27413" y="34374"/>
                      <a:pt x="28373" y="38183"/>
                      <a:pt x="26423" y="41675"/>
                    </a:cubicBezTo>
                    <a:cubicBezTo>
                      <a:pt x="24821" y="44948"/>
                      <a:pt x="21964" y="47442"/>
                      <a:pt x="18502" y="48576"/>
                    </a:cubicBezTo>
                    <a:cubicBezTo>
                      <a:pt x="17172" y="48984"/>
                      <a:pt x="15789" y="49195"/>
                      <a:pt x="14391" y="491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75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2B0C28DB-6808-9B8A-29AB-9038D2247485}"/>
                </a:ext>
              </a:extLst>
            </p:cNvPr>
            <p:cNvSpPr/>
            <p:nvPr/>
          </p:nvSpPr>
          <p:spPr>
            <a:xfrm>
              <a:off x="16695562" y="32899652"/>
              <a:ext cx="450274" cy="122319"/>
            </a:xfrm>
            <a:custGeom>
              <a:avLst/>
              <a:gdLst>
                <a:gd name="connsiteX0" fmla="*/ 223587 w 450274"/>
                <a:gd name="connsiteY0" fmla="*/ 122379 h 122319"/>
                <a:gd name="connsiteX1" fmla="*/ 162933 w 450274"/>
                <a:gd name="connsiteY1" fmla="*/ 61182 h 122319"/>
                <a:gd name="connsiteX2" fmla="*/ 145988 w 450274"/>
                <a:gd name="connsiteY2" fmla="*/ 45695 h 122319"/>
                <a:gd name="connsiteX3" fmla="*/ 144461 w 450274"/>
                <a:gd name="connsiteY3" fmla="*/ 45385 h 122319"/>
                <a:gd name="connsiteX4" fmla="*/ 144454 w 450274"/>
                <a:gd name="connsiteY4" fmla="*/ 45385 h 122319"/>
                <a:gd name="connsiteX5" fmla="*/ 139276 w 450274"/>
                <a:gd name="connsiteY5" fmla="*/ 44199 h 122319"/>
                <a:gd name="connsiteX6" fmla="*/ 126496 w 450274"/>
                <a:gd name="connsiteY6" fmla="*/ 37759 h 122319"/>
                <a:gd name="connsiteX7" fmla="*/ 11099 w 450274"/>
                <a:gd name="connsiteY7" fmla="*/ 52021 h 122319"/>
                <a:gd name="connsiteX8" fmla="*/ 6527 w 450274"/>
                <a:gd name="connsiteY8" fmla="*/ 58272 h 122319"/>
                <a:gd name="connsiteX9" fmla="*/ 3692 w 450274"/>
                <a:gd name="connsiteY9" fmla="*/ 57289 h 122319"/>
                <a:gd name="connsiteX10" fmla="*/ 578 w 450274"/>
                <a:gd name="connsiteY10" fmla="*/ 50283 h 122319"/>
                <a:gd name="connsiteX11" fmla="*/ 123072 w 450274"/>
                <a:gd name="connsiteY11" fmla="*/ 16431 h 122319"/>
                <a:gd name="connsiteX12" fmla="*/ 136722 w 450274"/>
                <a:gd name="connsiteY12" fmla="*/ 15697 h 122319"/>
                <a:gd name="connsiteX13" fmla="*/ 209967 w 450274"/>
                <a:gd name="connsiteY13" fmla="*/ 604 h 122319"/>
                <a:gd name="connsiteX14" fmla="*/ 284618 w 450274"/>
                <a:gd name="connsiteY14" fmla="*/ 22326 h 122319"/>
                <a:gd name="connsiteX15" fmla="*/ 359647 w 450274"/>
                <a:gd name="connsiteY15" fmla="*/ 3642 h 122319"/>
                <a:gd name="connsiteX16" fmla="*/ 449958 w 450274"/>
                <a:gd name="connsiteY16" fmla="*/ 17088 h 122319"/>
                <a:gd name="connsiteX17" fmla="*/ 448552 w 450274"/>
                <a:gd name="connsiteY17" fmla="*/ 35938 h 122319"/>
                <a:gd name="connsiteX18" fmla="*/ 446179 w 450274"/>
                <a:gd name="connsiteY18" fmla="*/ 37487 h 122319"/>
                <a:gd name="connsiteX19" fmla="*/ 443594 w 450274"/>
                <a:gd name="connsiteY19" fmla="*/ 36308 h 122319"/>
                <a:gd name="connsiteX20" fmla="*/ 415728 w 450274"/>
                <a:gd name="connsiteY20" fmla="*/ 97468 h 122319"/>
                <a:gd name="connsiteX21" fmla="*/ 348355 w 450274"/>
                <a:gd name="connsiteY21" fmla="*/ 96984 h 122319"/>
                <a:gd name="connsiteX22" fmla="*/ 327049 w 450274"/>
                <a:gd name="connsiteY22" fmla="*/ 43957 h 122319"/>
                <a:gd name="connsiteX23" fmla="*/ 316535 w 450274"/>
                <a:gd name="connsiteY23" fmla="*/ 41977 h 122319"/>
                <a:gd name="connsiteX24" fmla="*/ 295396 w 450274"/>
                <a:gd name="connsiteY24" fmla="*/ 44660 h 122319"/>
                <a:gd name="connsiteX25" fmla="*/ 223587 w 450274"/>
                <a:gd name="connsiteY25" fmla="*/ 122379 h 122319"/>
                <a:gd name="connsiteX26" fmla="*/ 232089 w 450274"/>
                <a:gd name="connsiteY26" fmla="*/ 22568 h 122319"/>
                <a:gd name="connsiteX27" fmla="*/ 175759 w 450274"/>
                <a:gd name="connsiteY27" fmla="*/ 45257 h 122319"/>
                <a:gd name="connsiteX28" fmla="*/ 173250 w 450274"/>
                <a:gd name="connsiteY28" fmla="*/ 64417 h 122319"/>
                <a:gd name="connsiteX29" fmla="*/ 222627 w 450274"/>
                <a:gd name="connsiteY29" fmla="*/ 111896 h 122319"/>
                <a:gd name="connsiteX30" fmla="*/ 238839 w 450274"/>
                <a:gd name="connsiteY30" fmla="*/ 109516 h 122319"/>
                <a:gd name="connsiteX31" fmla="*/ 273689 w 450274"/>
                <a:gd name="connsiteY31" fmla="*/ 28841 h 122319"/>
                <a:gd name="connsiteX32" fmla="*/ 232089 w 450274"/>
                <a:gd name="connsiteY32" fmla="*/ 22575 h 122319"/>
                <a:gd name="connsiteX33" fmla="*/ 232089 w 450274"/>
                <a:gd name="connsiteY33" fmla="*/ 22575 h 122319"/>
                <a:gd name="connsiteX34" fmla="*/ 390166 w 450274"/>
                <a:gd name="connsiteY34" fmla="*/ 15297 h 122319"/>
                <a:gd name="connsiteX35" fmla="*/ 341553 w 450274"/>
                <a:gd name="connsiteY35" fmla="*/ 57614 h 122319"/>
                <a:gd name="connsiteX36" fmla="*/ 342278 w 450274"/>
                <a:gd name="connsiteY36" fmla="*/ 72103 h 122319"/>
                <a:gd name="connsiteX37" fmla="*/ 347327 w 450274"/>
                <a:gd name="connsiteY37" fmla="*/ 83780 h 122319"/>
                <a:gd name="connsiteX38" fmla="*/ 399523 w 450274"/>
                <a:gd name="connsiteY38" fmla="*/ 100333 h 122319"/>
                <a:gd name="connsiteX39" fmla="*/ 424480 w 450274"/>
                <a:gd name="connsiteY39" fmla="*/ 45839 h 122319"/>
                <a:gd name="connsiteX40" fmla="*/ 418645 w 450274"/>
                <a:gd name="connsiteY40" fmla="*/ 27473 h 122319"/>
                <a:gd name="connsiteX41" fmla="*/ 390166 w 450274"/>
                <a:gd name="connsiteY41" fmla="*/ 15297 h 122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50274" h="122319">
                  <a:moveTo>
                    <a:pt x="223587" y="122379"/>
                  </a:moveTo>
                  <a:cubicBezTo>
                    <a:pt x="187497" y="122410"/>
                    <a:pt x="165979" y="95359"/>
                    <a:pt x="162933" y="61182"/>
                  </a:cubicBezTo>
                  <a:cubicBezTo>
                    <a:pt x="161754" y="48257"/>
                    <a:pt x="156343" y="49006"/>
                    <a:pt x="145988" y="45695"/>
                  </a:cubicBezTo>
                  <a:cubicBezTo>
                    <a:pt x="145497" y="45590"/>
                    <a:pt x="144990" y="45491"/>
                    <a:pt x="144461" y="45385"/>
                  </a:cubicBezTo>
                  <a:lnTo>
                    <a:pt x="144454" y="45385"/>
                  </a:lnTo>
                  <a:cubicBezTo>
                    <a:pt x="142753" y="45045"/>
                    <a:pt x="141000" y="44690"/>
                    <a:pt x="139276" y="44199"/>
                  </a:cubicBezTo>
                  <a:cubicBezTo>
                    <a:pt x="134213" y="46262"/>
                    <a:pt x="130517" y="40405"/>
                    <a:pt x="126496" y="37759"/>
                  </a:cubicBezTo>
                  <a:cubicBezTo>
                    <a:pt x="102552" y="21540"/>
                    <a:pt x="54604" y="37056"/>
                    <a:pt x="11099" y="52021"/>
                  </a:cubicBezTo>
                  <a:cubicBezTo>
                    <a:pt x="11031" y="55702"/>
                    <a:pt x="9149" y="58272"/>
                    <a:pt x="6527" y="58272"/>
                  </a:cubicBezTo>
                  <a:cubicBezTo>
                    <a:pt x="5506" y="58242"/>
                    <a:pt x="4516" y="57902"/>
                    <a:pt x="3692" y="57289"/>
                  </a:cubicBezTo>
                  <a:cubicBezTo>
                    <a:pt x="2090" y="55249"/>
                    <a:pt x="1024" y="52838"/>
                    <a:pt x="578" y="50283"/>
                  </a:cubicBezTo>
                  <a:cubicBezTo>
                    <a:pt x="-2158" y="22160"/>
                    <a:pt x="100866" y="15871"/>
                    <a:pt x="123072" y="16431"/>
                  </a:cubicBezTo>
                  <a:cubicBezTo>
                    <a:pt x="127433" y="15161"/>
                    <a:pt x="132315" y="14072"/>
                    <a:pt x="136722" y="15697"/>
                  </a:cubicBezTo>
                  <a:cubicBezTo>
                    <a:pt x="152964" y="4066"/>
                    <a:pt x="187981" y="695"/>
                    <a:pt x="209967" y="604"/>
                  </a:cubicBezTo>
                  <a:cubicBezTo>
                    <a:pt x="234107" y="528"/>
                    <a:pt x="268874" y="4768"/>
                    <a:pt x="284618" y="22326"/>
                  </a:cubicBezTo>
                  <a:cubicBezTo>
                    <a:pt x="311419" y="31297"/>
                    <a:pt x="335091" y="11011"/>
                    <a:pt x="359647" y="3642"/>
                  </a:cubicBezTo>
                  <a:cubicBezTo>
                    <a:pt x="371082" y="1481"/>
                    <a:pt x="446867" y="-8088"/>
                    <a:pt x="449958" y="17088"/>
                  </a:cubicBezTo>
                  <a:cubicBezTo>
                    <a:pt x="451492" y="20497"/>
                    <a:pt x="450872" y="33058"/>
                    <a:pt x="448552" y="35938"/>
                  </a:cubicBezTo>
                  <a:cubicBezTo>
                    <a:pt x="448091" y="36837"/>
                    <a:pt x="447192" y="37427"/>
                    <a:pt x="446179" y="37487"/>
                  </a:cubicBezTo>
                  <a:cubicBezTo>
                    <a:pt x="445204" y="37404"/>
                    <a:pt x="444297" y="36988"/>
                    <a:pt x="443594" y="36308"/>
                  </a:cubicBezTo>
                  <a:cubicBezTo>
                    <a:pt x="424193" y="50910"/>
                    <a:pt x="429748" y="79185"/>
                    <a:pt x="415728" y="97468"/>
                  </a:cubicBezTo>
                  <a:cubicBezTo>
                    <a:pt x="399583" y="119258"/>
                    <a:pt x="365988" y="116272"/>
                    <a:pt x="348355" y="96984"/>
                  </a:cubicBezTo>
                  <a:cubicBezTo>
                    <a:pt x="334849" y="82783"/>
                    <a:pt x="328976" y="63079"/>
                    <a:pt x="327049" y="43957"/>
                  </a:cubicBezTo>
                  <a:cubicBezTo>
                    <a:pt x="323708" y="42627"/>
                    <a:pt x="320141" y="41954"/>
                    <a:pt x="316535" y="41977"/>
                  </a:cubicBezTo>
                  <a:cubicBezTo>
                    <a:pt x="309386" y="42030"/>
                    <a:pt x="302508" y="44237"/>
                    <a:pt x="295396" y="44660"/>
                  </a:cubicBezTo>
                  <a:cubicBezTo>
                    <a:pt x="301737" y="87325"/>
                    <a:pt x="264990" y="122236"/>
                    <a:pt x="223587" y="122379"/>
                  </a:cubicBezTo>
                  <a:close/>
                  <a:moveTo>
                    <a:pt x="232089" y="22568"/>
                  </a:moveTo>
                  <a:cubicBezTo>
                    <a:pt x="213761" y="22568"/>
                    <a:pt x="189107" y="26505"/>
                    <a:pt x="175759" y="45257"/>
                  </a:cubicBezTo>
                  <a:cubicBezTo>
                    <a:pt x="170544" y="52581"/>
                    <a:pt x="172267" y="61099"/>
                    <a:pt x="173250" y="64417"/>
                  </a:cubicBezTo>
                  <a:cubicBezTo>
                    <a:pt x="179651" y="86070"/>
                    <a:pt x="193415" y="111896"/>
                    <a:pt x="222627" y="111896"/>
                  </a:cubicBezTo>
                  <a:cubicBezTo>
                    <a:pt x="228114" y="111843"/>
                    <a:pt x="233571" y="111042"/>
                    <a:pt x="238839" y="109516"/>
                  </a:cubicBezTo>
                  <a:cubicBezTo>
                    <a:pt x="272661" y="101436"/>
                    <a:pt x="299364" y="56065"/>
                    <a:pt x="273689" y="28841"/>
                  </a:cubicBezTo>
                  <a:cubicBezTo>
                    <a:pt x="260205" y="24714"/>
                    <a:pt x="246185" y="22605"/>
                    <a:pt x="232089" y="22575"/>
                  </a:cubicBezTo>
                  <a:lnTo>
                    <a:pt x="232089" y="22575"/>
                  </a:lnTo>
                  <a:close/>
                  <a:moveTo>
                    <a:pt x="390166" y="15297"/>
                  </a:moveTo>
                  <a:cubicBezTo>
                    <a:pt x="366320" y="15637"/>
                    <a:pt x="345513" y="34252"/>
                    <a:pt x="341553" y="57614"/>
                  </a:cubicBezTo>
                  <a:cubicBezTo>
                    <a:pt x="340842" y="62444"/>
                    <a:pt x="341092" y="67364"/>
                    <a:pt x="342278" y="72103"/>
                  </a:cubicBezTo>
                  <a:cubicBezTo>
                    <a:pt x="343442" y="77205"/>
                    <a:pt x="345332" y="81566"/>
                    <a:pt x="347327" y="83780"/>
                  </a:cubicBezTo>
                  <a:cubicBezTo>
                    <a:pt x="357939" y="95601"/>
                    <a:pt x="381678" y="108790"/>
                    <a:pt x="399523" y="100333"/>
                  </a:cubicBezTo>
                  <a:cubicBezTo>
                    <a:pt x="417987" y="90431"/>
                    <a:pt x="421895" y="63600"/>
                    <a:pt x="424480" y="45839"/>
                  </a:cubicBezTo>
                  <a:cubicBezTo>
                    <a:pt x="425334" y="39158"/>
                    <a:pt x="423195" y="32438"/>
                    <a:pt x="418645" y="27473"/>
                  </a:cubicBezTo>
                  <a:cubicBezTo>
                    <a:pt x="412047" y="19839"/>
                    <a:pt x="401405" y="15297"/>
                    <a:pt x="390166" y="15297"/>
                  </a:cubicBezTo>
                  <a:close/>
                </a:path>
              </a:pathLst>
            </a:custGeom>
            <a:solidFill>
              <a:srgbClr val="000000"/>
            </a:solidFill>
            <a:ln w="7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31" name="TextBox 330">
            <a:extLst>
              <a:ext uri="{FF2B5EF4-FFF2-40B4-BE49-F238E27FC236}">
                <a16:creationId xmlns:a16="http://schemas.microsoft.com/office/drawing/2014/main" id="{1213FAD0-272D-3C73-4764-27920515437D}"/>
              </a:ext>
            </a:extLst>
          </p:cNvPr>
          <p:cNvSpPr txBox="1"/>
          <p:nvPr/>
        </p:nvSpPr>
        <p:spPr>
          <a:xfrm>
            <a:off x="25301205" y="31888365"/>
            <a:ext cx="70043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>
                <a:solidFill>
                  <a:srgbClr val="72DBDE"/>
                </a:solidFill>
                <a:latin typeface="Avenir Next LT Pro Demi" panose="020B0704020202020204" pitchFamily="34" charset="0"/>
                <a:ea typeface="Calibri" panose="020F0502020204030204" pitchFamily="34" charset="0"/>
              </a:rPr>
              <a:t>II</a:t>
            </a:r>
            <a:r>
              <a:rPr lang="en-GB" sz="3000" dirty="0">
                <a:solidFill>
                  <a:srgbClr val="72DBDE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</a:rPr>
              <a:t>)</a:t>
            </a:r>
            <a:r>
              <a:rPr lang="en-GB" sz="3000" dirty="0">
                <a:solidFill>
                  <a:srgbClr val="F8F0E9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</a:rPr>
              <a:t> </a:t>
            </a:r>
            <a:r>
              <a:rPr lang="en-GB" sz="3000" dirty="0">
                <a:solidFill>
                  <a:srgbClr val="F8F0E9"/>
                </a:solidFill>
                <a:latin typeface="Avenir Next LT Pro Demi" panose="020B0704020202020204" pitchFamily="34" charset="0"/>
                <a:ea typeface="Calibri" panose="020F0502020204030204" pitchFamily="34" charset="0"/>
              </a:rPr>
              <a:t>E</a:t>
            </a:r>
            <a:r>
              <a:rPr lang="en-GB" sz="3000" dirty="0">
                <a:solidFill>
                  <a:srgbClr val="F8F0E9"/>
                </a:solidFill>
                <a:effectLst/>
                <a:latin typeface="Avenir Next LT Pro Demi" panose="020B0704020202020204" pitchFamily="34" charset="0"/>
                <a:ea typeface="Calibri" panose="020F0502020204030204" pitchFamily="34" charset="0"/>
              </a:rPr>
              <a:t>xternal validity</a:t>
            </a:r>
            <a:endParaRPr lang="en-GB" sz="3000" dirty="0">
              <a:solidFill>
                <a:srgbClr val="F8F0E9"/>
              </a:solidFill>
              <a:latin typeface="Avenir Next LT Pro Demi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108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991B3D5BC5E146AB58A0D84DC89C04" ma:contentTypeVersion="10" ma:contentTypeDescription="Create a new document." ma:contentTypeScope="" ma:versionID="46595ee21ca25d202a173d49c7470c41">
  <xsd:schema xmlns:xsd="http://www.w3.org/2001/XMLSchema" xmlns:xs="http://www.w3.org/2001/XMLSchema" xmlns:p="http://schemas.microsoft.com/office/2006/metadata/properties" xmlns:ns3="15eb4bd2-08ef-422e-ac4f-ebd27c9a3248" targetNamespace="http://schemas.microsoft.com/office/2006/metadata/properties" ma:root="true" ma:fieldsID="24def894fe760264bfcd1e335b7bd837" ns3:_="">
    <xsd:import namespace="15eb4bd2-08ef-422e-ac4f-ebd27c9a324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eb4bd2-08ef-422e-ac4f-ebd27c9a32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9DD92-7C3E-425C-A524-124FA34C2D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eb4bd2-08ef-422e-ac4f-ebd27c9a32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5F210B-3553-459B-88D1-92B216DECDC6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15eb4bd2-08ef-422e-ac4f-ebd27c9a3248"/>
    <ds:schemaRef ds:uri="http://www.w3.org/XML/1998/namespace"/>
    <ds:schemaRef ds:uri="http://purl.org/dc/elements/1.1/"/>
    <ds:schemaRef ds:uri="http://purl.org/dc/dcmitype/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56D43DD-795A-4F5F-981C-BD9FDE2134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1565</TotalTime>
  <Words>1125</Words>
  <Application>Microsoft Office PowerPoint</Application>
  <PresentationFormat>Custom</PresentationFormat>
  <Paragraphs>164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Avenir Next LT Pro</vt:lpstr>
      <vt:lpstr>Avenir Next LT Pro Demi</vt:lpstr>
      <vt:lpstr>Avenir Next LT Pro Light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Luis Carlos Guevara Hernandez</dc:creator>
  <cp:lastModifiedBy>Luis Carlos Guevara Hernandez</cp:lastModifiedBy>
  <cp:revision>11</cp:revision>
  <dcterms:created xsi:type="dcterms:W3CDTF">2022-04-16T17:16:14Z</dcterms:created>
  <dcterms:modified xsi:type="dcterms:W3CDTF">2022-05-16T12:26:44Z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0x010100E5991B3D5BC5E146AB58A0D84DC89C04</vt:lpwstr>
  </property>
</Properties>
</file>